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3" r:id="rId1"/>
  </p:sldMasterIdLst>
  <p:notesMasterIdLst>
    <p:notesMasterId r:id="rId24"/>
  </p:notesMasterIdLst>
  <p:sldIdLst>
    <p:sldId id="339" r:id="rId2"/>
    <p:sldId id="340" r:id="rId3"/>
    <p:sldId id="332" r:id="rId4"/>
    <p:sldId id="334" r:id="rId5"/>
    <p:sldId id="335" r:id="rId6"/>
    <p:sldId id="333" r:id="rId7"/>
    <p:sldId id="303" r:id="rId8"/>
    <p:sldId id="304" r:id="rId9"/>
    <p:sldId id="306" r:id="rId10"/>
    <p:sldId id="308" r:id="rId11"/>
    <p:sldId id="310" r:id="rId12"/>
    <p:sldId id="329" r:id="rId13"/>
    <p:sldId id="330" r:id="rId14"/>
    <p:sldId id="325" r:id="rId15"/>
    <p:sldId id="312" r:id="rId16"/>
    <p:sldId id="313" r:id="rId17"/>
    <p:sldId id="315" r:id="rId18"/>
    <p:sldId id="314" r:id="rId19"/>
    <p:sldId id="336" r:id="rId20"/>
    <p:sldId id="321" r:id="rId21"/>
    <p:sldId id="326" r:id="rId22"/>
    <p:sldId id="32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ADAD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2"/>
  </p:normalViewPr>
  <p:slideViewPr>
    <p:cSldViewPr snapToGrid="0">
      <p:cViewPr varScale="1">
        <p:scale>
          <a:sx n="112" d="100"/>
          <a:sy n="112" d="100"/>
        </p:scale>
        <p:origin x="6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ana prabhu Sana" userId="9ce700ea-1810-4462-ab36-dec9325c035e" providerId="ADAL" clId="{7F8A51BB-DF7A-5C03-A6B7-03326D5C008F}"/>
    <pc:docChg chg="custSel modSld">
      <pc:chgData name="Ramana prabhu Sana" userId="9ce700ea-1810-4462-ab36-dec9325c035e" providerId="ADAL" clId="{7F8A51BB-DF7A-5C03-A6B7-03326D5C008F}" dt="2025-12-17T17:23:58.846" v="665" actId="20577"/>
      <pc:docMkLst>
        <pc:docMk/>
      </pc:docMkLst>
      <pc:sldChg chg="modNotesTx">
        <pc:chgData name="Ramana prabhu Sana" userId="9ce700ea-1810-4462-ab36-dec9325c035e" providerId="ADAL" clId="{7F8A51BB-DF7A-5C03-A6B7-03326D5C008F}" dt="2025-12-17T17:23:58.846" v="665" actId="20577"/>
        <pc:sldMkLst>
          <pc:docMk/>
          <pc:sldMk cId="2476680574" sldId="334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r>
              <a:rPr lang="en-US" sz="1600"/>
              <a:t>Attribute importance split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Percent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shade val="5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A3F2-F148-A895-3B72FA8BA442}"/>
              </c:ext>
            </c:extLst>
          </c:dPt>
          <c:dPt>
            <c:idx val="1"/>
            <c:bubble3D val="0"/>
            <c:spPr>
              <a:solidFill>
                <a:schemeClr val="accent1">
                  <a:shade val="7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A3F2-F148-A895-3B72FA8BA442}"/>
              </c:ext>
            </c:extLst>
          </c:dPt>
          <c:dPt>
            <c:idx val="2"/>
            <c:bubble3D val="0"/>
            <c:spPr>
              <a:solidFill>
                <a:schemeClr val="accent1">
                  <a:shade val="9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A3F2-F148-A895-3B72FA8BA442}"/>
              </c:ext>
            </c:extLst>
          </c:dPt>
          <c:dPt>
            <c:idx val="3"/>
            <c:bubble3D val="0"/>
            <c:spPr>
              <a:solidFill>
                <a:schemeClr val="accent1">
                  <a:tint val="9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A3F2-F148-A895-3B72FA8BA442}"/>
              </c:ext>
            </c:extLst>
          </c:dPt>
          <c:dPt>
            <c:idx val="4"/>
            <c:bubble3D val="0"/>
            <c:spPr>
              <a:solidFill>
                <a:schemeClr val="accent1">
                  <a:tint val="7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3F7A-574F-820A-68656D359C8D}"/>
              </c:ext>
            </c:extLst>
          </c:dPt>
          <c:dPt>
            <c:idx val="5"/>
            <c:bubble3D val="0"/>
            <c:spPr>
              <a:solidFill>
                <a:schemeClr val="accent1">
                  <a:tint val="5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B-3F7A-574F-820A-68656D359C8D}"/>
              </c:ext>
            </c:extLst>
          </c:dPt>
          <c:dLbls>
            <c:dLbl>
              <c:idx val="2"/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3F2-F148-A895-3B72FA8BA442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Monthly price</c:v>
                </c:pt>
                <c:pt idx="1">
                  <c:v>Collaboration features</c:v>
                </c:pt>
                <c:pt idx="2">
                  <c:v>XR realism (content quality)</c:v>
                </c:pt>
                <c:pt idx="3">
                  <c:v>where you can use it (showroom vs showroom+home)</c:v>
                </c:pt>
                <c:pt idx="4">
                  <c:v>plans (feature bundle)</c:v>
                </c:pt>
                <c:pt idx="5">
                  <c:v>saved configurations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41.2</c:v>
                </c:pt>
                <c:pt idx="1">
                  <c:v>15.3</c:v>
                </c:pt>
                <c:pt idx="2">
                  <c:v>12.4</c:v>
                </c:pt>
                <c:pt idx="3">
                  <c:v>11.4</c:v>
                </c:pt>
                <c:pt idx="4">
                  <c:v>10.199999999999999</c:v>
                </c:pt>
                <c:pt idx="5">
                  <c:v>9.5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F2-4A47-A8A0-B5BFBBEA5DE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Monthly price</c:v>
                </c:pt>
                <c:pt idx="1">
                  <c:v>Collaboration features</c:v>
                </c:pt>
                <c:pt idx="2">
                  <c:v>XR realism (content quality)</c:v>
                </c:pt>
                <c:pt idx="3">
                  <c:v>where you can use it (showroom vs showroom+home)</c:v>
                </c:pt>
                <c:pt idx="4">
                  <c:v>plans (feature bundle)</c:v>
                </c:pt>
                <c:pt idx="5">
                  <c:v>saved configurations</c:v>
                </c:pt>
              </c:strCache>
            </c:strRef>
          </c:cat>
          <c:val>
            <c:numRef>
              <c:f>Sheet1!$C$2:$C$7</c:f>
            </c:numRef>
          </c:val>
          <c:extLst>
            <c:ext xmlns:c16="http://schemas.microsoft.com/office/drawing/2014/chart" uri="{C3380CC4-5D6E-409C-BE32-E72D297353CC}">
              <c16:uniqueId val="{00000001-86F2-4A47-A8A0-B5BFBBEA5DE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Monthly price</c:v>
                </c:pt>
                <c:pt idx="1">
                  <c:v>Collaboration features</c:v>
                </c:pt>
                <c:pt idx="2">
                  <c:v>XR realism (content quality)</c:v>
                </c:pt>
                <c:pt idx="3">
                  <c:v>where you can use it (showroom vs showroom+home)</c:v>
                </c:pt>
                <c:pt idx="4">
                  <c:v>plans (feature bundle)</c:v>
                </c:pt>
                <c:pt idx="5">
                  <c:v>saved configurations</c:v>
                </c:pt>
              </c:strCache>
            </c:strRef>
          </c:cat>
          <c:val>
            <c:numRef>
              <c:f>Sheet1!$D$2:$D$7</c:f>
            </c:numRef>
          </c:val>
          <c:extLst>
            <c:ext xmlns:c16="http://schemas.microsoft.com/office/drawing/2014/chart" uri="{C3380CC4-5D6E-409C-BE32-E72D297353CC}">
              <c16:uniqueId val="{00000002-86F2-4A47-A8A0-B5BFBBEA5DE5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bg1">
          <a:lumMod val="50000"/>
        </a:schemeClr>
      </a:solidFill>
    </a:ln>
    <a:effectLst/>
  </c:spPr>
  <c:txPr>
    <a:bodyPr/>
    <a:lstStyle/>
    <a:p>
      <a:pPr>
        <a:defRPr>
          <a:latin typeface="Calibri" panose="020F0502020204030204" pitchFamily="34" charset="0"/>
          <a:cs typeface="Calibri" panose="020F0502020204030204" pitchFamily="34" charset="0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Attribute importance split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42938796023171938"/>
          <c:y val="0.24787711677975777"/>
          <c:w val="0.5287759459862682"/>
          <c:h val="0.5742443649535358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WTP (dollars per month)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65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hade val="65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shade val="65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High realism XR vs basic</c:v>
                </c:pt>
                <c:pt idx="1">
                  <c:v>Showroom and home vs showroom only</c:v>
                </c:pt>
                <c:pt idx="2">
                  <c:v>Dealer annotations vs no collab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2.4</c:v>
                </c:pt>
                <c:pt idx="1">
                  <c:v>4.0999999999999996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D4EA-2C41-9D5F-723B3C67524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High realism XR vs basic</c:v>
                </c:pt>
                <c:pt idx="1">
                  <c:v>Showroom and home vs showroom only</c:v>
                </c:pt>
                <c:pt idx="2">
                  <c:v>Dealer annotations vs no collab</c:v>
                </c:pt>
              </c:strCache>
            </c:strRef>
          </c:cat>
          <c:val>
            <c:numRef>
              <c:f>Sheet1!$C$2:$C$4</c:f>
            </c:numRef>
          </c:val>
          <c:extLst>
            <c:ext xmlns:c16="http://schemas.microsoft.com/office/drawing/2014/chart" uri="{C3380CC4-5D6E-409C-BE32-E72D297353CC}">
              <c16:uniqueId val="{0000000D-D4EA-2C41-9D5F-723B3C67524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65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tint val="65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tint val="65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High realism XR vs basic</c:v>
                </c:pt>
                <c:pt idx="1">
                  <c:v>Showroom and home vs showroom only</c:v>
                </c:pt>
                <c:pt idx="2">
                  <c:v>Dealer annotations vs no collab</c:v>
                </c:pt>
              </c:strCache>
            </c:strRef>
          </c:cat>
          <c:val>
            <c:numRef>
              <c:f>Sheet1!$D$2:$D$4</c:f>
            </c:numRef>
          </c:val>
          <c:extLst>
            <c:ext xmlns:c16="http://schemas.microsoft.com/office/drawing/2014/chart" uri="{C3380CC4-5D6E-409C-BE32-E72D297353CC}">
              <c16:uniqueId val="{0000000E-D4EA-2C41-9D5F-723B3C67524A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15"/>
        <c:overlap val="-20"/>
        <c:axId val="1981203920"/>
        <c:axId val="1981291760"/>
      </c:barChart>
      <c:valAx>
        <c:axId val="19812917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1203920"/>
        <c:crosses val="autoZero"/>
        <c:crossBetween val="between"/>
      </c:valAx>
      <c:catAx>
        <c:axId val="198120392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129176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2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68072CB-CDDD-4F16-82B2-733EEF67DE06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BD9C9BE-C299-4112-94EB-E2C4011871E7}">
      <dgm:prSet/>
      <dgm:spPr/>
      <dgm:t>
        <a:bodyPr/>
        <a:lstStyle/>
        <a:p>
          <a:r>
            <a:rPr lang="en-US" b="1">
              <a:latin typeface="Calibri"/>
              <a:ea typeface="Calibri"/>
              <a:cs typeface="Calibri"/>
            </a:rPr>
            <a:t>XR Realism:</a:t>
          </a:r>
          <a:endParaRPr lang="en-US">
            <a:latin typeface="Calibri"/>
            <a:ea typeface="Calibri"/>
            <a:cs typeface="Calibri"/>
          </a:endParaRPr>
        </a:p>
      </dgm:t>
    </dgm:pt>
    <dgm:pt modelId="{F85A260D-70FC-402D-BD0C-5EA6D2785D66}" type="parTrans" cxnId="{15E4B254-2409-43F3-98E6-5F619C5A1188}">
      <dgm:prSet/>
      <dgm:spPr/>
      <dgm:t>
        <a:bodyPr/>
        <a:lstStyle/>
        <a:p>
          <a:endParaRPr lang="en-US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A72727BC-2DED-4E1E-9A50-B83C1319D147}" type="sibTrans" cxnId="{15E4B254-2409-43F3-98E6-5F619C5A1188}">
      <dgm:prSet/>
      <dgm:spPr/>
      <dgm:t>
        <a:bodyPr/>
        <a:lstStyle/>
        <a:p>
          <a:endParaRPr lang="en-US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2E0653A3-691B-4751-A352-CB5525FC2A08}">
      <dgm:prSet/>
      <dgm:spPr/>
      <dgm:t>
        <a:bodyPr/>
        <a:lstStyle/>
        <a:p>
          <a:r>
            <a:rPr lang="en-US" b="0">
              <a:latin typeface="Calibri"/>
              <a:ea typeface="Calibri"/>
              <a:cs typeface="Calibri"/>
            </a:rPr>
            <a:t>Level 3 - High detail + reflections and shadows:</a:t>
          </a:r>
          <a:r>
            <a:rPr lang="en-US">
              <a:latin typeface="Calibri"/>
              <a:ea typeface="Calibri"/>
              <a:cs typeface="Calibri"/>
            </a:rPr>
            <a:t> </a:t>
          </a:r>
          <a:r>
            <a:rPr lang="en-US" b="0">
              <a:latin typeface="Calibri"/>
              <a:ea typeface="Calibri"/>
              <a:cs typeface="Calibri"/>
            </a:rPr>
            <a:t>+37.42 utils</a:t>
          </a:r>
        </a:p>
      </dgm:t>
    </dgm:pt>
    <dgm:pt modelId="{DD4EEE77-CDB2-4497-9FF3-A5633D0C9E65}" type="parTrans" cxnId="{19F1221B-C472-4B81-8A4A-8E00CCD02E08}">
      <dgm:prSet/>
      <dgm:spPr/>
      <dgm:t>
        <a:bodyPr/>
        <a:lstStyle/>
        <a:p>
          <a:endParaRPr lang="en-US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7374E5D7-B992-4055-9443-A921A9766B38}" type="sibTrans" cxnId="{19F1221B-C472-4B81-8A4A-8E00CCD02E08}">
      <dgm:prSet/>
      <dgm:spPr/>
      <dgm:t>
        <a:bodyPr/>
        <a:lstStyle/>
        <a:p>
          <a:endParaRPr lang="en-US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61C409B5-1A57-4965-B1E8-4FFA0F16591E}">
      <dgm:prSet/>
      <dgm:spPr/>
      <dgm:t>
        <a:bodyPr/>
        <a:lstStyle/>
        <a:p>
          <a:r>
            <a:rPr lang="en-US" b="0">
              <a:latin typeface="Calibri"/>
              <a:ea typeface="Calibri"/>
              <a:cs typeface="Calibri"/>
            </a:rPr>
            <a:t>Level 2 - High detail + lighting realism:</a:t>
          </a:r>
          <a:r>
            <a:rPr lang="en-US">
              <a:latin typeface="Calibri"/>
              <a:ea typeface="Calibri"/>
              <a:cs typeface="Calibri"/>
            </a:rPr>
            <a:t> </a:t>
          </a:r>
          <a:r>
            <a:rPr lang="en-US" b="0">
              <a:latin typeface="Calibri"/>
              <a:ea typeface="Calibri"/>
              <a:cs typeface="Calibri"/>
            </a:rPr>
            <a:t>-36.88 utils</a:t>
          </a:r>
        </a:p>
      </dgm:t>
    </dgm:pt>
    <dgm:pt modelId="{0307DA67-1467-407D-A3FC-599AEE4F02C7}" type="parTrans" cxnId="{ED5D15F6-C8F9-4462-8D79-67C6B0AF5C56}">
      <dgm:prSet/>
      <dgm:spPr/>
      <dgm:t>
        <a:bodyPr/>
        <a:lstStyle/>
        <a:p>
          <a:endParaRPr lang="en-US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77A42549-7650-420A-8A6B-521C2B7E6512}" type="sibTrans" cxnId="{ED5D15F6-C8F9-4462-8D79-67C6B0AF5C56}">
      <dgm:prSet/>
      <dgm:spPr/>
      <dgm:t>
        <a:bodyPr/>
        <a:lstStyle/>
        <a:p>
          <a:endParaRPr lang="en-US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F4716F3E-5E45-4D34-A98C-BD40100CC695}">
      <dgm:prSet/>
      <dgm:spPr/>
      <dgm:t>
        <a:bodyPr/>
        <a:lstStyle/>
        <a:p>
          <a:r>
            <a:rPr lang="en-US" b="0">
              <a:latin typeface="Calibri"/>
              <a:ea typeface="Calibri"/>
              <a:cs typeface="Calibri"/>
            </a:rPr>
            <a:t>Level 1 - Basic 3D overlay level:</a:t>
          </a:r>
          <a:r>
            <a:rPr lang="en-US">
              <a:latin typeface="Calibri"/>
              <a:ea typeface="Calibri"/>
              <a:cs typeface="Calibri"/>
            </a:rPr>
            <a:t> </a:t>
          </a:r>
          <a:r>
            <a:rPr lang="en-US" b="0">
              <a:latin typeface="Calibri"/>
              <a:ea typeface="Calibri"/>
              <a:cs typeface="Calibri"/>
            </a:rPr>
            <a:t>-0.54 utils</a:t>
          </a:r>
        </a:p>
      </dgm:t>
    </dgm:pt>
    <dgm:pt modelId="{D7AB4B5E-44C8-4887-A914-DFFA2E69DD8E}" type="parTrans" cxnId="{ECCC4800-D417-4682-A05A-0D20BF5B9591}">
      <dgm:prSet/>
      <dgm:spPr/>
      <dgm:t>
        <a:bodyPr/>
        <a:lstStyle/>
        <a:p>
          <a:endParaRPr lang="en-US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70ADC949-F59C-46E0-92B9-350036EFEE5C}" type="sibTrans" cxnId="{ECCC4800-D417-4682-A05A-0D20BF5B9591}">
      <dgm:prSet/>
      <dgm:spPr/>
      <dgm:t>
        <a:bodyPr/>
        <a:lstStyle/>
        <a:p>
          <a:endParaRPr lang="en-US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2FBCD957-A483-46EA-83C3-6A5DDCB471D5}">
      <dgm:prSet/>
      <dgm:spPr/>
      <dgm:t>
        <a:bodyPr/>
        <a:lstStyle/>
        <a:p>
          <a:r>
            <a:rPr lang="en-US" b="1">
              <a:latin typeface="Calibri"/>
              <a:ea typeface="Calibri"/>
              <a:cs typeface="Calibri"/>
            </a:rPr>
            <a:t>Interpretation:</a:t>
          </a:r>
          <a:endParaRPr lang="en-US">
            <a:latin typeface="Calibri"/>
            <a:ea typeface="Calibri"/>
            <a:cs typeface="Calibri"/>
          </a:endParaRPr>
        </a:p>
      </dgm:t>
    </dgm:pt>
    <dgm:pt modelId="{92C105F9-C96A-485A-A104-A130577ACC5B}" type="parTrans" cxnId="{FE464EE8-F2AA-4F2D-B633-950CCF2376B5}">
      <dgm:prSet/>
      <dgm:spPr/>
      <dgm:t>
        <a:bodyPr/>
        <a:lstStyle/>
        <a:p>
          <a:endParaRPr lang="en-US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C0DFF191-CD6A-46FA-9C58-BA6B13CCD8DC}" type="sibTrans" cxnId="{FE464EE8-F2AA-4F2D-B633-950CCF2376B5}">
      <dgm:prSet/>
      <dgm:spPr/>
      <dgm:t>
        <a:bodyPr/>
        <a:lstStyle/>
        <a:p>
          <a:endParaRPr lang="en-US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000AE195-4B94-4B81-ADE2-1D24399CB5C3}">
      <dgm:prSet/>
      <dgm:spPr/>
      <dgm:t>
        <a:bodyPr/>
        <a:lstStyle/>
        <a:p>
          <a:r>
            <a:rPr lang="en-US">
              <a:latin typeface="Calibri"/>
              <a:ea typeface="Calibri"/>
              <a:cs typeface="Calibri"/>
            </a:rPr>
            <a:t>Only the </a:t>
          </a:r>
          <a:r>
            <a:rPr lang="en-US" b="1">
              <a:latin typeface="Calibri"/>
              <a:ea typeface="Calibri"/>
              <a:cs typeface="Calibri"/>
            </a:rPr>
            <a:t>highest-realism content </a:t>
          </a:r>
          <a:r>
            <a:rPr lang="en-US">
              <a:latin typeface="Calibri"/>
              <a:ea typeface="Calibri"/>
              <a:cs typeface="Calibri"/>
            </a:rPr>
            <a:t>delivers clearly positive value.</a:t>
          </a:r>
        </a:p>
      </dgm:t>
    </dgm:pt>
    <dgm:pt modelId="{67F3319A-5A8F-4775-BC3F-F95197F07664}" type="parTrans" cxnId="{255D6E25-E103-4CD2-BBD4-6E0F49455818}">
      <dgm:prSet/>
      <dgm:spPr/>
      <dgm:t>
        <a:bodyPr/>
        <a:lstStyle/>
        <a:p>
          <a:endParaRPr lang="en-US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670D39A2-33DE-4BF7-BA84-764FE8B666D1}" type="sibTrans" cxnId="{255D6E25-E103-4CD2-BBD4-6E0F49455818}">
      <dgm:prSet/>
      <dgm:spPr/>
      <dgm:t>
        <a:bodyPr/>
        <a:lstStyle/>
        <a:p>
          <a:endParaRPr lang="en-US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1B6FED35-A23C-4412-970D-43256DF9FFE4}">
      <dgm:prSet/>
      <dgm:spPr/>
      <dgm:t>
        <a:bodyPr/>
        <a:lstStyle/>
        <a:p>
          <a:r>
            <a:rPr lang="en-US">
              <a:latin typeface="Calibri"/>
              <a:ea typeface="Calibri"/>
              <a:cs typeface="Calibri"/>
            </a:rPr>
            <a:t>Mid-level realism and basic overlays sit at or below zero, behaving like “good enough but not exciting” status quo.</a:t>
          </a:r>
        </a:p>
      </dgm:t>
    </dgm:pt>
    <dgm:pt modelId="{C66D22D8-E36B-47D3-9604-14832443E4CD}" type="parTrans" cxnId="{107C4226-D9D7-4555-98F9-F4FF5C5D4CCC}">
      <dgm:prSet/>
      <dgm:spPr/>
      <dgm:t>
        <a:bodyPr/>
        <a:lstStyle/>
        <a:p>
          <a:endParaRPr lang="en-US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181C65DC-13A5-43CB-A9F0-93689E061B6F}" type="sibTrans" cxnId="{107C4226-D9D7-4555-98F9-F4FF5C5D4CCC}">
      <dgm:prSet/>
      <dgm:spPr/>
      <dgm:t>
        <a:bodyPr/>
        <a:lstStyle/>
        <a:p>
          <a:endParaRPr lang="en-US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9C98C7C3-90B3-409B-8169-6C7E84AE5B6D}">
      <dgm:prSet/>
      <dgm:spPr/>
      <dgm:t>
        <a:bodyPr/>
        <a:lstStyle/>
        <a:p>
          <a:r>
            <a:rPr lang="en-US" b="1">
              <a:latin typeface="Calibri"/>
              <a:ea typeface="Calibri"/>
              <a:cs typeface="Calibri"/>
            </a:rPr>
            <a:t>Where you can use it:</a:t>
          </a:r>
          <a:endParaRPr lang="en-US">
            <a:latin typeface="Calibri"/>
            <a:ea typeface="Calibri"/>
            <a:cs typeface="Calibri"/>
          </a:endParaRPr>
        </a:p>
      </dgm:t>
    </dgm:pt>
    <dgm:pt modelId="{25320FDB-962B-46E3-82D4-662406FB452B}" type="parTrans" cxnId="{E4EBB21B-45F7-45C4-95CD-6949032BA404}">
      <dgm:prSet/>
      <dgm:spPr/>
      <dgm:t>
        <a:bodyPr/>
        <a:lstStyle/>
        <a:p>
          <a:endParaRPr lang="en-US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767F651A-4E7E-4CD9-AF77-1098C84E0A87}" type="sibTrans" cxnId="{E4EBB21B-45F7-45C4-95CD-6949032BA404}">
      <dgm:prSet/>
      <dgm:spPr/>
      <dgm:t>
        <a:bodyPr/>
        <a:lstStyle/>
        <a:p>
          <a:endParaRPr lang="en-US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E0021DCD-5872-423D-B123-ED9B385F44B7}">
      <dgm:prSet/>
      <dgm:spPr/>
      <dgm:t>
        <a:bodyPr/>
        <a:lstStyle/>
        <a:p>
          <a:r>
            <a:rPr lang="en-US" b="1">
              <a:latin typeface="Calibri"/>
              <a:ea typeface="Calibri"/>
              <a:cs typeface="Calibri"/>
            </a:rPr>
            <a:t>Showroom + at home:</a:t>
          </a:r>
          <a:r>
            <a:rPr lang="en-US">
              <a:latin typeface="Calibri"/>
              <a:ea typeface="Calibri"/>
              <a:cs typeface="Calibri"/>
            </a:rPr>
            <a:t> </a:t>
          </a:r>
          <a:r>
            <a:rPr lang="en-US" b="1">
              <a:latin typeface="Calibri"/>
              <a:ea typeface="Calibri"/>
              <a:cs typeface="Calibri"/>
            </a:rPr>
            <a:t>+32.24 utils</a:t>
          </a:r>
          <a:endParaRPr lang="en-US">
            <a:latin typeface="Calibri"/>
            <a:ea typeface="Calibri"/>
            <a:cs typeface="Calibri"/>
          </a:endParaRPr>
        </a:p>
      </dgm:t>
    </dgm:pt>
    <dgm:pt modelId="{9D56894A-CB0A-4ABC-86A0-B1276D91C04C}" type="parTrans" cxnId="{BFF0646C-26C2-46F8-A170-1351DC8E4789}">
      <dgm:prSet/>
      <dgm:spPr/>
      <dgm:t>
        <a:bodyPr/>
        <a:lstStyle/>
        <a:p>
          <a:endParaRPr lang="en-US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51DE953A-FB2F-46FF-A120-62368D071566}" type="sibTrans" cxnId="{BFF0646C-26C2-46F8-A170-1351DC8E4789}">
      <dgm:prSet/>
      <dgm:spPr/>
      <dgm:t>
        <a:bodyPr/>
        <a:lstStyle/>
        <a:p>
          <a:endParaRPr lang="en-US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73B494DB-9CD9-4CE6-8781-EF743A9804F1}">
      <dgm:prSet/>
      <dgm:spPr/>
      <dgm:t>
        <a:bodyPr/>
        <a:lstStyle/>
        <a:p>
          <a:r>
            <a:rPr lang="en-US" b="1">
              <a:latin typeface="Calibri"/>
              <a:ea typeface="Calibri"/>
              <a:cs typeface="Calibri"/>
            </a:rPr>
            <a:t>Showroom only:</a:t>
          </a:r>
          <a:r>
            <a:rPr lang="en-US">
              <a:latin typeface="Calibri"/>
              <a:ea typeface="Calibri"/>
              <a:cs typeface="Calibri"/>
            </a:rPr>
            <a:t> </a:t>
          </a:r>
          <a:r>
            <a:rPr lang="en-US" b="1">
              <a:latin typeface="Calibri"/>
              <a:ea typeface="Calibri"/>
              <a:cs typeface="Calibri"/>
            </a:rPr>
            <a:t>-32.24 utils</a:t>
          </a:r>
          <a:endParaRPr lang="en-US">
            <a:latin typeface="Calibri"/>
            <a:ea typeface="Calibri"/>
            <a:cs typeface="Calibri"/>
          </a:endParaRPr>
        </a:p>
      </dgm:t>
    </dgm:pt>
    <dgm:pt modelId="{4A3615A8-0B9C-49D9-AEE2-7564A2275F5A}" type="parTrans" cxnId="{1FE5DF3A-32E1-41F7-9B7D-8904F43897DD}">
      <dgm:prSet/>
      <dgm:spPr/>
      <dgm:t>
        <a:bodyPr/>
        <a:lstStyle/>
        <a:p>
          <a:endParaRPr lang="en-US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7D9F0D0D-D714-4E42-88C6-21FEBBBC5A77}" type="sibTrans" cxnId="{1FE5DF3A-32E1-41F7-9B7D-8904F43897DD}">
      <dgm:prSet/>
      <dgm:spPr/>
      <dgm:t>
        <a:bodyPr/>
        <a:lstStyle/>
        <a:p>
          <a:endParaRPr lang="en-US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82C5581E-17C0-4EAB-80E1-BEC80068F1C0}">
      <dgm:prSet/>
      <dgm:spPr/>
      <dgm:t>
        <a:bodyPr/>
        <a:lstStyle/>
        <a:p>
          <a:r>
            <a:rPr lang="en-US" b="1">
              <a:latin typeface="Calibri"/>
              <a:ea typeface="Calibri"/>
              <a:cs typeface="Calibri"/>
            </a:rPr>
            <a:t>Interpretation:</a:t>
          </a:r>
          <a:endParaRPr lang="en-US">
            <a:latin typeface="Calibri"/>
            <a:ea typeface="Calibri"/>
            <a:cs typeface="Calibri"/>
          </a:endParaRPr>
        </a:p>
      </dgm:t>
    </dgm:pt>
    <dgm:pt modelId="{03A6D4E1-130C-4EC7-8255-275DFC4B95A9}" type="parTrans" cxnId="{AD842ABD-B0CF-492B-BA82-55E8A77660AE}">
      <dgm:prSet/>
      <dgm:spPr/>
      <dgm:t>
        <a:bodyPr/>
        <a:lstStyle/>
        <a:p>
          <a:endParaRPr lang="en-US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9C9D7F41-B484-45E0-AF7A-C818762A1CDB}" type="sibTrans" cxnId="{AD842ABD-B0CF-492B-BA82-55E8A77660AE}">
      <dgm:prSet/>
      <dgm:spPr/>
      <dgm:t>
        <a:bodyPr/>
        <a:lstStyle/>
        <a:p>
          <a:endParaRPr lang="en-US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9DBAA55A-47F2-4412-A29F-2669195B9066}">
      <dgm:prSet/>
      <dgm:spPr/>
      <dgm:t>
        <a:bodyPr/>
        <a:lstStyle/>
        <a:p>
          <a:r>
            <a:rPr lang="en-US">
              <a:latin typeface="Calibri"/>
              <a:ea typeface="Calibri"/>
              <a:cs typeface="Calibri"/>
            </a:rPr>
            <a:t>Experiences locked to a </a:t>
          </a:r>
          <a:r>
            <a:rPr lang="en-US" b="1">
              <a:latin typeface="Calibri"/>
              <a:ea typeface="Calibri"/>
              <a:cs typeface="Calibri"/>
            </a:rPr>
            <a:t>single showroom location</a:t>
          </a:r>
          <a:r>
            <a:rPr lang="en-US">
              <a:latin typeface="Calibri"/>
              <a:ea typeface="Calibri"/>
              <a:cs typeface="Calibri"/>
            </a:rPr>
            <a:t> have strong negative utility.</a:t>
          </a:r>
        </a:p>
      </dgm:t>
    </dgm:pt>
    <dgm:pt modelId="{8C62DD41-29BF-43E0-A15C-607982C1B5FF}" type="parTrans" cxnId="{6B877082-326C-4752-A064-D85E8AEAF1F0}">
      <dgm:prSet/>
      <dgm:spPr/>
      <dgm:t>
        <a:bodyPr/>
        <a:lstStyle/>
        <a:p>
          <a:endParaRPr lang="en-US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5A1EBC13-39A2-44A4-A752-6B3D0A6D4E26}" type="sibTrans" cxnId="{6B877082-326C-4752-A064-D85E8AEAF1F0}">
      <dgm:prSet/>
      <dgm:spPr/>
      <dgm:t>
        <a:bodyPr/>
        <a:lstStyle/>
        <a:p>
          <a:endParaRPr lang="en-US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B49231E6-16D4-4A1A-8BB7-22C037E04EE1}">
      <dgm:prSet/>
      <dgm:spPr/>
      <dgm:t>
        <a:bodyPr/>
        <a:lstStyle/>
        <a:p>
          <a:r>
            <a:rPr lang="en-US">
              <a:latin typeface="Calibri"/>
              <a:ea typeface="Calibri"/>
              <a:cs typeface="Calibri"/>
            </a:rPr>
            <a:t>Users clearly prefer XR that </a:t>
          </a:r>
          <a:r>
            <a:rPr lang="en-US" b="1">
              <a:latin typeface="Calibri"/>
              <a:ea typeface="Calibri"/>
              <a:cs typeface="Calibri"/>
            </a:rPr>
            <a:t>follows them home</a:t>
          </a:r>
          <a:r>
            <a:rPr lang="en-US">
              <a:latin typeface="Calibri"/>
              <a:ea typeface="Calibri"/>
              <a:cs typeface="Calibri"/>
            </a:rPr>
            <a:t> and extends the value of the demo.</a:t>
          </a:r>
        </a:p>
      </dgm:t>
    </dgm:pt>
    <dgm:pt modelId="{D989F1D3-FA18-45FC-945D-371846063B0E}" type="parTrans" cxnId="{A0CB04A7-E987-4FFC-86B5-B1BDDB1F5CBF}">
      <dgm:prSet/>
      <dgm:spPr/>
      <dgm:t>
        <a:bodyPr/>
        <a:lstStyle/>
        <a:p>
          <a:endParaRPr lang="en-US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0B0BDD16-7016-436F-82FF-A4DA0796D650}" type="sibTrans" cxnId="{A0CB04A7-E987-4FFC-86B5-B1BDDB1F5CBF}">
      <dgm:prSet/>
      <dgm:spPr/>
      <dgm:t>
        <a:bodyPr/>
        <a:lstStyle/>
        <a:p>
          <a:endParaRPr lang="en-US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F4565998-DD2D-4C91-84E9-3EAF3D2CD3FA}" type="pres">
      <dgm:prSet presAssocID="{B68072CB-CDDD-4F16-82B2-733EEF67DE06}" presName="linear" presStyleCnt="0">
        <dgm:presLayoutVars>
          <dgm:dir/>
          <dgm:animLvl val="lvl"/>
          <dgm:resizeHandles val="exact"/>
        </dgm:presLayoutVars>
      </dgm:prSet>
      <dgm:spPr/>
    </dgm:pt>
    <dgm:pt modelId="{2A4617B1-6D0B-424E-AF7F-C053DAD2C45C}" type="pres">
      <dgm:prSet presAssocID="{8BD9C9BE-C299-4112-94EB-E2C4011871E7}" presName="parentLin" presStyleCnt="0"/>
      <dgm:spPr/>
    </dgm:pt>
    <dgm:pt modelId="{FE837BDF-B4FD-418D-A9BC-0165819D26BF}" type="pres">
      <dgm:prSet presAssocID="{8BD9C9BE-C299-4112-94EB-E2C4011871E7}" presName="parentLeftMargin" presStyleLbl="node1" presStyleIdx="0" presStyleCnt="4"/>
      <dgm:spPr/>
    </dgm:pt>
    <dgm:pt modelId="{3D7CEE8B-0E50-4CAF-9AAA-639F10E99A99}" type="pres">
      <dgm:prSet presAssocID="{8BD9C9BE-C299-4112-94EB-E2C4011871E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18E4E8A-46E6-4626-8015-F722D61032EB}" type="pres">
      <dgm:prSet presAssocID="{8BD9C9BE-C299-4112-94EB-E2C4011871E7}" presName="negativeSpace" presStyleCnt="0"/>
      <dgm:spPr/>
    </dgm:pt>
    <dgm:pt modelId="{009861C1-DC50-43A1-8231-0D0170F1A132}" type="pres">
      <dgm:prSet presAssocID="{8BD9C9BE-C299-4112-94EB-E2C4011871E7}" presName="childText" presStyleLbl="conFgAcc1" presStyleIdx="0" presStyleCnt="4">
        <dgm:presLayoutVars>
          <dgm:bulletEnabled val="1"/>
        </dgm:presLayoutVars>
      </dgm:prSet>
      <dgm:spPr/>
    </dgm:pt>
    <dgm:pt modelId="{F65A7D64-DAD0-4B96-B513-6CE09783C91F}" type="pres">
      <dgm:prSet presAssocID="{A72727BC-2DED-4E1E-9A50-B83C1319D147}" presName="spaceBetweenRectangles" presStyleCnt="0"/>
      <dgm:spPr/>
    </dgm:pt>
    <dgm:pt modelId="{B3B38575-29D1-43DE-964B-D2F851D638EB}" type="pres">
      <dgm:prSet presAssocID="{2FBCD957-A483-46EA-83C3-6A5DDCB471D5}" presName="parentLin" presStyleCnt="0"/>
      <dgm:spPr/>
    </dgm:pt>
    <dgm:pt modelId="{E087B293-40C0-4A6D-864C-CF479DDFF183}" type="pres">
      <dgm:prSet presAssocID="{2FBCD957-A483-46EA-83C3-6A5DDCB471D5}" presName="parentLeftMargin" presStyleLbl="node1" presStyleIdx="0" presStyleCnt="4"/>
      <dgm:spPr/>
    </dgm:pt>
    <dgm:pt modelId="{B85655BE-D79E-40FD-945F-623EB669C016}" type="pres">
      <dgm:prSet presAssocID="{2FBCD957-A483-46EA-83C3-6A5DDCB471D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120949C-929E-4D73-A7A0-CBFE7211A8D6}" type="pres">
      <dgm:prSet presAssocID="{2FBCD957-A483-46EA-83C3-6A5DDCB471D5}" presName="negativeSpace" presStyleCnt="0"/>
      <dgm:spPr/>
    </dgm:pt>
    <dgm:pt modelId="{28AFC21A-DB60-449F-A4FE-5AF955B0CF9C}" type="pres">
      <dgm:prSet presAssocID="{2FBCD957-A483-46EA-83C3-6A5DDCB471D5}" presName="childText" presStyleLbl="conFgAcc1" presStyleIdx="1" presStyleCnt="4">
        <dgm:presLayoutVars>
          <dgm:bulletEnabled val="1"/>
        </dgm:presLayoutVars>
      </dgm:prSet>
      <dgm:spPr/>
    </dgm:pt>
    <dgm:pt modelId="{95E5DCA0-EA18-46EC-9851-A7ABBD4CE17C}" type="pres">
      <dgm:prSet presAssocID="{C0DFF191-CD6A-46FA-9C58-BA6B13CCD8DC}" presName="spaceBetweenRectangles" presStyleCnt="0"/>
      <dgm:spPr/>
    </dgm:pt>
    <dgm:pt modelId="{833FC681-7C1C-4968-A588-CE41BF6283BD}" type="pres">
      <dgm:prSet presAssocID="{9C98C7C3-90B3-409B-8169-6C7E84AE5B6D}" presName="parentLin" presStyleCnt="0"/>
      <dgm:spPr/>
    </dgm:pt>
    <dgm:pt modelId="{08565E2F-F700-4F06-922B-198AFF20BFD8}" type="pres">
      <dgm:prSet presAssocID="{9C98C7C3-90B3-409B-8169-6C7E84AE5B6D}" presName="parentLeftMargin" presStyleLbl="node1" presStyleIdx="1" presStyleCnt="4"/>
      <dgm:spPr/>
    </dgm:pt>
    <dgm:pt modelId="{2CB8C567-85CD-4686-9B09-873B987B3C5E}" type="pres">
      <dgm:prSet presAssocID="{9C98C7C3-90B3-409B-8169-6C7E84AE5B6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4AEB571-4959-4D2F-97E4-A48F96BA2596}" type="pres">
      <dgm:prSet presAssocID="{9C98C7C3-90B3-409B-8169-6C7E84AE5B6D}" presName="negativeSpace" presStyleCnt="0"/>
      <dgm:spPr/>
    </dgm:pt>
    <dgm:pt modelId="{7197B352-4DE8-4824-B0BC-6B5470B464F3}" type="pres">
      <dgm:prSet presAssocID="{9C98C7C3-90B3-409B-8169-6C7E84AE5B6D}" presName="childText" presStyleLbl="conFgAcc1" presStyleIdx="2" presStyleCnt="4">
        <dgm:presLayoutVars>
          <dgm:bulletEnabled val="1"/>
        </dgm:presLayoutVars>
      </dgm:prSet>
      <dgm:spPr/>
    </dgm:pt>
    <dgm:pt modelId="{D86445F7-71DE-4DA8-9546-CC9925EE533B}" type="pres">
      <dgm:prSet presAssocID="{767F651A-4E7E-4CD9-AF77-1098C84E0A87}" presName="spaceBetweenRectangles" presStyleCnt="0"/>
      <dgm:spPr/>
    </dgm:pt>
    <dgm:pt modelId="{4FAE804C-3D72-4308-A41B-096AC1444DF0}" type="pres">
      <dgm:prSet presAssocID="{82C5581E-17C0-4EAB-80E1-BEC80068F1C0}" presName="parentLin" presStyleCnt="0"/>
      <dgm:spPr/>
    </dgm:pt>
    <dgm:pt modelId="{D9DA296E-FF90-4DF6-911F-CCA8B82A4075}" type="pres">
      <dgm:prSet presAssocID="{82C5581E-17C0-4EAB-80E1-BEC80068F1C0}" presName="parentLeftMargin" presStyleLbl="node1" presStyleIdx="2" presStyleCnt="4"/>
      <dgm:spPr/>
    </dgm:pt>
    <dgm:pt modelId="{8E900084-C618-4E49-823C-B50E22E1AD5F}" type="pres">
      <dgm:prSet presAssocID="{82C5581E-17C0-4EAB-80E1-BEC80068F1C0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4E2CECF0-60C7-47B1-A9B7-C5B14FC7A157}" type="pres">
      <dgm:prSet presAssocID="{82C5581E-17C0-4EAB-80E1-BEC80068F1C0}" presName="negativeSpace" presStyleCnt="0"/>
      <dgm:spPr/>
    </dgm:pt>
    <dgm:pt modelId="{AA472D83-7A35-450D-B6C7-7287A740EAD7}" type="pres">
      <dgm:prSet presAssocID="{82C5581E-17C0-4EAB-80E1-BEC80068F1C0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ECCC4800-D417-4682-A05A-0D20BF5B9591}" srcId="{8BD9C9BE-C299-4112-94EB-E2C4011871E7}" destId="{F4716F3E-5E45-4D34-A98C-BD40100CC695}" srcOrd="2" destOrd="0" parTransId="{D7AB4B5E-44C8-4887-A914-DFFA2E69DD8E}" sibTransId="{70ADC949-F59C-46E0-92B9-350036EFEE5C}"/>
    <dgm:cxn modelId="{51D91D0D-8C8D-4FB2-8E0D-462866A38C83}" type="presOf" srcId="{B68072CB-CDDD-4F16-82B2-733EEF67DE06}" destId="{F4565998-DD2D-4C91-84E9-3EAF3D2CD3FA}" srcOrd="0" destOrd="0" presId="urn:microsoft.com/office/officeart/2005/8/layout/list1"/>
    <dgm:cxn modelId="{3182B013-467C-462D-9E22-641CC050275C}" type="presOf" srcId="{61C409B5-1A57-4965-B1E8-4FFA0F16591E}" destId="{009861C1-DC50-43A1-8231-0D0170F1A132}" srcOrd="0" destOrd="1" presId="urn:microsoft.com/office/officeart/2005/8/layout/list1"/>
    <dgm:cxn modelId="{19F1221B-C472-4B81-8A4A-8E00CCD02E08}" srcId="{8BD9C9BE-C299-4112-94EB-E2C4011871E7}" destId="{2E0653A3-691B-4751-A352-CB5525FC2A08}" srcOrd="0" destOrd="0" parTransId="{DD4EEE77-CDB2-4497-9FF3-A5633D0C9E65}" sibTransId="{7374E5D7-B992-4055-9443-A921A9766B38}"/>
    <dgm:cxn modelId="{E4EBB21B-45F7-45C4-95CD-6949032BA404}" srcId="{B68072CB-CDDD-4F16-82B2-733EEF67DE06}" destId="{9C98C7C3-90B3-409B-8169-6C7E84AE5B6D}" srcOrd="2" destOrd="0" parTransId="{25320FDB-962B-46E3-82D4-662406FB452B}" sibTransId="{767F651A-4E7E-4CD9-AF77-1098C84E0A87}"/>
    <dgm:cxn modelId="{255D6E25-E103-4CD2-BBD4-6E0F49455818}" srcId="{2FBCD957-A483-46EA-83C3-6A5DDCB471D5}" destId="{000AE195-4B94-4B81-ADE2-1D24399CB5C3}" srcOrd="0" destOrd="0" parTransId="{67F3319A-5A8F-4775-BC3F-F95197F07664}" sibTransId="{670D39A2-33DE-4BF7-BA84-764FE8B666D1}"/>
    <dgm:cxn modelId="{107C4226-D9D7-4555-98F9-F4FF5C5D4CCC}" srcId="{2FBCD957-A483-46EA-83C3-6A5DDCB471D5}" destId="{1B6FED35-A23C-4412-970D-43256DF9FFE4}" srcOrd="1" destOrd="0" parTransId="{C66D22D8-E36B-47D3-9604-14832443E4CD}" sibTransId="{181C65DC-13A5-43CB-A9F0-93689E061B6F}"/>
    <dgm:cxn modelId="{429BE92A-3B89-4689-9DFA-7EBCBE1769BB}" type="presOf" srcId="{9C98C7C3-90B3-409B-8169-6C7E84AE5B6D}" destId="{08565E2F-F700-4F06-922B-198AFF20BFD8}" srcOrd="0" destOrd="0" presId="urn:microsoft.com/office/officeart/2005/8/layout/list1"/>
    <dgm:cxn modelId="{1A52982D-EA52-47C2-9F59-8C34F562F697}" type="presOf" srcId="{E0021DCD-5872-423D-B123-ED9B385F44B7}" destId="{7197B352-4DE8-4824-B0BC-6B5470B464F3}" srcOrd="0" destOrd="0" presId="urn:microsoft.com/office/officeart/2005/8/layout/list1"/>
    <dgm:cxn modelId="{1FE5DF3A-32E1-41F7-9B7D-8904F43897DD}" srcId="{9C98C7C3-90B3-409B-8169-6C7E84AE5B6D}" destId="{73B494DB-9CD9-4CE6-8781-EF743A9804F1}" srcOrd="1" destOrd="0" parTransId="{4A3615A8-0B9C-49D9-AEE2-7564A2275F5A}" sibTransId="{7D9F0D0D-D714-4E42-88C6-21FEBBBC5A77}"/>
    <dgm:cxn modelId="{15E4B254-2409-43F3-98E6-5F619C5A1188}" srcId="{B68072CB-CDDD-4F16-82B2-733EEF67DE06}" destId="{8BD9C9BE-C299-4112-94EB-E2C4011871E7}" srcOrd="0" destOrd="0" parTransId="{F85A260D-70FC-402D-BD0C-5EA6D2785D66}" sibTransId="{A72727BC-2DED-4E1E-9A50-B83C1319D147}"/>
    <dgm:cxn modelId="{03552569-2B81-4D9B-961C-B7207B380A9E}" type="presOf" srcId="{9DBAA55A-47F2-4412-A29F-2669195B9066}" destId="{AA472D83-7A35-450D-B6C7-7287A740EAD7}" srcOrd="0" destOrd="0" presId="urn:microsoft.com/office/officeart/2005/8/layout/list1"/>
    <dgm:cxn modelId="{BFF0646C-26C2-46F8-A170-1351DC8E4789}" srcId="{9C98C7C3-90B3-409B-8169-6C7E84AE5B6D}" destId="{E0021DCD-5872-423D-B123-ED9B385F44B7}" srcOrd="0" destOrd="0" parTransId="{9D56894A-CB0A-4ABC-86A0-B1276D91C04C}" sibTransId="{51DE953A-FB2F-46FF-A120-62368D071566}"/>
    <dgm:cxn modelId="{6B877082-326C-4752-A064-D85E8AEAF1F0}" srcId="{82C5581E-17C0-4EAB-80E1-BEC80068F1C0}" destId="{9DBAA55A-47F2-4412-A29F-2669195B9066}" srcOrd="0" destOrd="0" parTransId="{8C62DD41-29BF-43E0-A15C-607982C1B5FF}" sibTransId="{5A1EBC13-39A2-44A4-A752-6B3D0A6D4E26}"/>
    <dgm:cxn modelId="{15CE2C83-2D38-4599-AACE-BC1599074B89}" type="presOf" srcId="{F4716F3E-5E45-4D34-A98C-BD40100CC695}" destId="{009861C1-DC50-43A1-8231-0D0170F1A132}" srcOrd="0" destOrd="2" presId="urn:microsoft.com/office/officeart/2005/8/layout/list1"/>
    <dgm:cxn modelId="{CDF38D95-D5EF-4ADB-A3A7-F5B5BD716D2A}" type="presOf" srcId="{000AE195-4B94-4B81-ADE2-1D24399CB5C3}" destId="{28AFC21A-DB60-449F-A4FE-5AF955B0CF9C}" srcOrd="0" destOrd="0" presId="urn:microsoft.com/office/officeart/2005/8/layout/list1"/>
    <dgm:cxn modelId="{C491A39B-7CE2-4720-9B2A-F76814206418}" type="presOf" srcId="{82C5581E-17C0-4EAB-80E1-BEC80068F1C0}" destId="{8E900084-C618-4E49-823C-B50E22E1AD5F}" srcOrd="1" destOrd="0" presId="urn:microsoft.com/office/officeart/2005/8/layout/list1"/>
    <dgm:cxn modelId="{A0CB04A7-E987-4FFC-86B5-B1BDDB1F5CBF}" srcId="{82C5581E-17C0-4EAB-80E1-BEC80068F1C0}" destId="{B49231E6-16D4-4A1A-8BB7-22C037E04EE1}" srcOrd="1" destOrd="0" parTransId="{D989F1D3-FA18-45FC-945D-371846063B0E}" sibTransId="{0B0BDD16-7016-436F-82FF-A4DA0796D650}"/>
    <dgm:cxn modelId="{1CDA8BAE-5D30-4BA2-882B-F6FD2285CA77}" type="presOf" srcId="{2FBCD957-A483-46EA-83C3-6A5DDCB471D5}" destId="{E087B293-40C0-4A6D-864C-CF479DDFF183}" srcOrd="0" destOrd="0" presId="urn:microsoft.com/office/officeart/2005/8/layout/list1"/>
    <dgm:cxn modelId="{A12B7EAF-B90B-4E22-95B7-968AE0AA436F}" type="presOf" srcId="{1B6FED35-A23C-4412-970D-43256DF9FFE4}" destId="{28AFC21A-DB60-449F-A4FE-5AF955B0CF9C}" srcOrd="0" destOrd="1" presId="urn:microsoft.com/office/officeart/2005/8/layout/list1"/>
    <dgm:cxn modelId="{F7774EB8-0537-4F83-84F7-1A2A46A2925E}" type="presOf" srcId="{8BD9C9BE-C299-4112-94EB-E2C4011871E7}" destId="{3D7CEE8B-0E50-4CAF-9AAA-639F10E99A99}" srcOrd="1" destOrd="0" presId="urn:microsoft.com/office/officeart/2005/8/layout/list1"/>
    <dgm:cxn modelId="{AD842ABD-B0CF-492B-BA82-55E8A77660AE}" srcId="{B68072CB-CDDD-4F16-82B2-733EEF67DE06}" destId="{82C5581E-17C0-4EAB-80E1-BEC80068F1C0}" srcOrd="3" destOrd="0" parTransId="{03A6D4E1-130C-4EC7-8255-275DFC4B95A9}" sibTransId="{9C9D7F41-B484-45E0-AF7A-C818762A1CDB}"/>
    <dgm:cxn modelId="{A793E6BD-DC7A-4E78-9A16-AF75CDE14959}" type="presOf" srcId="{9C98C7C3-90B3-409B-8169-6C7E84AE5B6D}" destId="{2CB8C567-85CD-4686-9B09-873B987B3C5E}" srcOrd="1" destOrd="0" presId="urn:microsoft.com/office/officeart/2005/8/layout/list1"/>
    <dgm:cxn modelId="{79D0E4E0-2D40-43F4-8C0B-89CFDF1ECA11}" type="presOf" srcId="{73B494DB-9CD9-4CE6-8781-EF743A9804F1}" destId="{7197B352-4DE8-4824-B0BC-6B5470B464F3}" srcOrd="0" destOrd="1" presId="urn:microsoft.com/office/officeart/2005/8/layout/list1"/>
    <dgm:cxn modelId="{5B6F51E4-5A4D-49FC-915E-0A5F889EEE13}" type="presOf" srcId="{2E0653A3-691B-4751-A352-CB5525FC2A08}" destId="{009861C1-DC50-43A1-8231-0D0170F1A132}" srcOrd="0" destOrd="0" presId="urn:microsoft.com/office/officeart/2005/8/layout/list1"/>
    <dgm:cxn modelId="{FE464EE8-F2AA-4F2D-B633-950CCF2376B5}" srcId="{B68072CB-CDDD-4F16-82B2-733EEF67DE06}" destId="{2FBCD957-A483-46EA-83C3-6A5DDCB471D5}" srcOrd="1" destOrd="0" parTransId="{92C105F9-C96A-485A-A104-A130577ACC5B}" sibTransId="{C0DFF191-CD6A-46FA-9C58-BA6B13CCD8DC}"/>
    <dgm:cxn modelId="{66C863EF-06D8-47A9-AAE3-A2586F74E81C}" type="presOf" srcId="{8BD9C9BE-C299-4112-94EB-E2C4011871E7}" destId="{FE837BDF-B4FD-418D-A9BC-0165819D26BF}" srcOrd="0" destOrd="0" presId="urn:microsoft.com/office/officeart/2005/8/layout/list1"/>
    <dgm:cxn modelId="{ED5D15F6-C8F9-4462-8D79-67C6B0AF5C56}" srcId="{8BD9C9BE-C299-4112-94EB-E2C4011871E7}" destId="{61C409B5-1A57-4965-B1E8-4FFA0F16591E}" srcOrd="1" destOrd="0" parTransId="{0307DA67-1467-407D-A3FC-599AEE4F02C7}" sibTransId="{77A42549-7650-420A-8A6B-521C2B7E6512}"/>
    <dgm:cxn modelId="{393C32F9-BCC4-45BE-89ED-92FD3566752A}" type="presOf" srcId="{B49231E6-16D4-4A1A-8BB7-22C037E04EE1}" destId="{AA472D83-7A35-450D-B6C7-7287A740EAD7}" srcOrd="0" destOrd="1" presId="urn:microsoft.com/office/officeart/2005/8/layout/list1"/>
    <dgm:cxn modelId="{5EBF43F9-9FE3-4022-B5F0-D2BC301463CC}" type="presOf" srcId="{82C5581E-17C0-4EAB-80E1-BEC80068F1C0}" destId="{D9DA296E-FF90-4DF6-911F-CCA8B82A4075}" srcOrd="0" destOrd="0" presId="urn:microsoft.com/office/officeart/2005/8/layout/list1"/>
    <dgm:cxn modelId="{3FBCD1FA-355C-4669-9DBB-423F4C8CE3FF}" type="presOf" srcId="{2FBCD957-A483-46EA-83C3-6A5DDCB471D5}" destId="{B85655BE-D79E-40FD-945F-623EB669C016}" srcOrd="1" destOrd="0" presId="urn:microsoft.com/office/officeart/2005/8/layout/list1"/>
    <dgm:cxn modelId="{04B1573E-3D45-4260-A008-EAF17CE4E6DD}" type="presParOf" srcId="{F4565998-DD2D-4C91-84E9-3EAF3D2CD3FA}" destId="{2A4617B1-6D0B-424E-AF7F-C053DAD2C45C}" srcOrd="0" destOrd="0" presId="urn:microsoft.com/office/officeart/2005/8/layout/list1"/>
    <dgm:cxn modelId="{1EDBB40B-47EA-4612-8A04-ADE63ACBF62D}" type="presParOf" srcId="{2A4617B1-6D0B-424E-AF7F-C053DAD2C45C}" destId="{FE837BDF-B4FD-418D-A9BC-0165819D26BF}" srcOrd="0" destOrd="0" presId="urn:microsoft.com/office/officeart/2005/8/layout/list1"/>
    <dgm:cxn modelId="{8C375B77-311B-4C47-A794-9687F649EEC6}" type="presParOf" srcId="{2A4617B1-6D0B-424E-AF7F-C053DAD2C45C}" destId="{3D7CEE8B-0E50-4CAF-9AAA-639F10E99A99}" srcOrd="1" destOrd="0" presId="urn:microsoft.com/office/officeart/2005/8/layout/list1"/>
    <dgm:cxn modelId="{6E293917-A6AF-43AD-B999-C35A6E3ADA56}" type="presParOf" srcId="{F4565998-DD2D-4C91-84E9-3EAF3D2CD3FA}" destId="{C18E4E8A-46E6-4626-8015-F722D61032EB}" srcOrd="1" destOrd="0" presId="urn:microsoft.com/office/officeart/2005/8/layout/list1"/>
    <dgm:cxn modelId="{51595B76-98E7-4793-B1F4-6ECE3AF569AD}" type="presParOf" srcId="{F4565998-DD2D-4C91-84E9-3EAF3D2CD3FA}" destId="{009861C1-DC50-43A1-8231-0D0170F1A132}" srcOrd="2" destOrd="0" presId="urn:microsoft.com/office/officeart/2005/8/layout/list1"/>
    <dgm:cxn modelId="{8F81C6A9-D394-4326-9FA3-D5AC3BBEB5FE}" type="presParOf" srcId="{F4565998-DD2D-4C91-84E9-3EAF3D2CD3FA}" destId="{F65A7D64-DAD0-4B96-B513-6CE09783C91F}" srcOrd="3" destOrd="0" presId="urn:microsoft.com/office/officeart/2005/8/layout/list1"/>
    <dgm:cxn modelId="{FE00861E-7CB8-4DF4-BAF1-C5CC51882E1D}" type="presParOf" srcId="{F4565998-DD2D-4C91-84E9-3EAF3D2CD3FA}" destId="{B3B38575-29D1-43DE-964B-D2F851D638EB}" srcOrd="4" destOrd="0" presId="urn:microsoft.com/office/officeart/2005/8/layout/list1"/>
    <dgm:cxn modelId="{94C5BC5B-26C6-4CD6-98C3-BF3BEA9C400B}" type="presParOf" srcId="{B3B38575-29D1-43DE-964B-D2F851D638EB}" destId="{E087B293-40C0-4A6D-864C-CF479DDFF183}" srcOrd="0" destOrd="0" presId="urn:microsoft.com/office/officeart/2005/8/layout/list1"/>
    <dgm:cxn modelId="{50D6E5FA-20B5-48A5-AFB5-4626F8312628}" type="presParOf" srcId="{B3B38575-29D1-43DE-964B-D2F851D638EB}" destId="{B85655BE-D79E-40FD-945F-623EB669C016}" srcOrd="1" destOrd="0" presId="urn:microsoft.com/office/officeart/2005/8/layout/list1"/>
    <dgm:cxn modelId="{DFDB1438-8B68-490E-A7EE-1C9AAE90177C}" type="presParOf" srcId="{F4565998-DD2D-4C91-84E9-3EAF3D2CD3FA}" destId="{6120949C-929E-4D73-A7A0-CBFE7211A8D6}" srcOrd="5" destOrd="0" presId="urn:microsoft.com/office/officeart/2005/8/layout/list1"/>
    <dgm:cxn modelId="{A3BE4333-3E4B-476C-A263-9D6BA36C7F4E}" type="presParOf" srcId="{F4565998-DD2D-4C91-84E9-3EAF3D2CD3FA}" destId="{28AFC21A-DB60-449F-A4FE-5AF955B0CF9C}" srcOrd="6" destOrd="0" presId="urn:microsoft.com/office/officeart/2005/8/layout/list1"/>
    <dgm:cxn modelId="{568917E1-BE28-4D14-9AF2-2F28C3ABE211}" type="presParOf" srcId="{F4565998-DD2D-4C91-84E9-3EAF3D2CD3FA}" destId="{95E5DCA0-EA18-46EC-9851-A7ABBD4CE17C}" srcOrd="7" destOrd="0" presId="urn:microsoft.com/office/officeart/2005/8/layout/list1"/>
    <dgm:cxn modelId="{43708A04-08C0-478E-9DB5-476171538B8F}" type="presParOf" srcId="{F4565998-DD2D-4C91-84E9-3EAF3D2CD3FA}" destId="{833FC681-7C1C-4968-A588-CE41BF6283BD}" srcOrd="8" destOrd="0" presId="urn:microsoft.com/office/officeart/2005/8/layout/list1"/>
    <dgm:cxn modelId="{F0BAEF85-1FC7-4691-B521-01293D3FCED5}" type="presParOf" srcId="{833FC681-7C1C-4968-A588-CE41BF6283BD}" destId="{08565E2F-F700-4F06-922B-198AFF20BFD8}" srcOrd="0" destOrd="0" presId="urn:microsoft.com/office/officeart/2005/8/layout/list1"/>
    <dgm:cxn modelId="{9BFB6C6C-41EE-409C-825D-B1FA55CE5CF1}" type="presParOf" srcId="{833FC681-7C1C-4968-A588-CE41BF6283BD}" destId="{2CB8C567-85CD-4686-9B09-873B987B3C5E}" srcOrd="1" destOrd="0" presId="urn:microsoft.com/office/officeart/2005/8/layout/list1"/>
    <dgm:cxn modelId="{C0EEC5B5-76B1-4A34-94D6-8D8B272085E8}" type="presParOf" srcId="{F4565998-DD2D-4C91-84E9-3EAF3D2CD3FA}" destId="{74AEB571-4959-4D2F-97E4-A48F96BA2596}" srcOrd="9" destOrd="0" presId="urn:microsoft.com/office/officeart/2005/8/layout/list1"/>
    <dgm:cxn modelId="{1594DC98-8610-43F5-A104-31D88A904AB1}" type="presParOf" srcId="{F4565998-DD2D-4C91-84E9-3EAF3D2CD3FA}" destId="{7197B352-4DE8-4824-B0BC-6B5470B464F3}" srcOrd="10" destOrd="0" presId="urn:microsoft.com/office/officeart/2005/8/layout/list1"/>
    <dgm:cxn modelId="{7A6EC7CA-ACA1-4F84-9C51-4CA1CB1DC2B4}" type="presParOf" srcId="{F4565998-DD2D-4C91-84E9-3EAF3D2CD3FA}" destId="{D86445F7-71DE-4DA8-9546-CC9925EE533B}" srcOrd="11" destOrd="0" presId="urn:microsoft.com/office/officeart/2005/8/layout/list1"/>
    <dgm:cxn modelId="{6CD7AA01-43A7-4A46-B1FA-6F75CD32E0A3}" type="presParOf" srcId="{F4565998-DD2D-4C91-84E9-3EAF3D2CD3FA}" destId="{4FAE804C-3D72-4308-A41B-096AC1444DF0}" srcOrd="12" destOrd="0" presId="urn:microsoft.com/office/officeart/2005/8/layout/list1"/>
    <dgm:cxn modelId="{8B58F0D7-4FD3-4FD7-973D-E16397D32A13}" type="presParOf" srcId="{4FAE804C-3D72-4308-A41B-096AC1444DF0}" destId="{D9DA296E-FF90-4DF6-911F-CCA8B82A4075}" srcOrd="0" destOrd="0" presId="urn:microsoft.com/office/officeart/2005/8/layout/list1"/>
    <dgm:cxn modelId="{A40604A9-F3F7-4D8E-979A-CDA5CC0C9E98}" type="presParOf" srcId="{4FAE804C-3D72-4308-A41B-096AC1444DF0}" destId="{8E900084-C618-4E49-823C-B50E22E1AD5F}" srcOrd="1" destOrd="0" presId="urn:microsoft.com/office/officeart/2005/8/layout/list1"/>
    <dgm:cxn modelId="{7C2039BB-8C6F-49B0-8B98-64C807565717}" type="presParOf" srcId="{F4565998-DD2D-4C91-84E9-3EAF3D2CD3FA}" destId="{4E2CECF0-60C7-47B1-A9B7-C5B14FC7A157}" srcOrd="13" destOrd="0" presId="urn:microsoft.com/office/officeart/2005/8/layout/list1"/>
    <dgm:cxn modelId="{3D0A0C1F-3240-4134-B16B-16719CD0B2CC}" type="presParOf" srcId="{F4565998-DD2D-4C91-84E9-3EAF3D2CD3FA}" destId="{AA472D83-7A35-450D-B6C7-7287A740EAD7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04C553C-C302-B143-AD40-AF016DB9E1BE}" type="doc">
      <dgm:prSet loTypeId="urn:microsoft.com/office/officeart/2005/8/layout/orgChart1" loCatId="hierarchy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B1CFF37-72E5-A942-BC63-49763565F3CE}">
      <dgm:prSet phldrT="[Text]" custT="1"/>
      <dgm:spPr/>
      <dgm:t>
        <a:bodyPr/>
        <a:lstStyle/>
        <a:p>
          <a:r>
            <a:rPr lang="en-US" sz="1400" b="0">
              <a:latin typeface="Calibri" panose="020F0502020204030204" pitchFamily="34" charset="0"/>
              <a:cs typeface="Calibri" panose="020F0502020204030204" pitchFamily="34" charset="0"/>
            </a:rPr>
            <a:t>AutoXR</a:t>
          </a:r>
        </a:p>
      </dgm:t>
    </dgm:pt>
    <dgm:pt modelId="{F7400B91-3629-3344-B3BC-4C7FCBDC073E}" type="parTrans" cxnId="{95B6ABC6-E199-0441-B639-7868263E3B7B}">
      <dgm:prSet/>
      <dgm:spPr/>
      <dgm:t>
        <a:bodyPr/>
        <a:lstStyle/>
        <a:p>
          <a:endParaRPr lang="en-US" sz="1800" b="1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3C342EC4-EDC0-3149-A448-F8010D776773}" type="sibTrans" cxnId="{95B6ABC6-E199-0441-B639-7868263E3B7B}">
      <dgm:prSet/>
      <dgm:spPr/>
      <dgm:t>
        <a:bodyPr/>
        <a:lstStyle/>
        <a:p>
          <a:endParaRPr lang="en-US" sz="1800" b="1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31CD4274-B59D-5D4A-8677-E03FBA5C26EC}">
      <dgm:prSet phldrT="[Text]" custT="1"/>
      <dgm:spPr/>
      <dgm:t>
        <a:bodyPr/>
        <a:lstStyle/>
        <a:p>
          <a:r>
            <a:rPr lang="en-US" sz="1400" b="0">
              <a:latin typeface="Calibri" panose="020F0502020204030204" pitchFamily="34" charset="0"/>
              <a:cs typeface="Calibri" panose="020F0502020204030204" pitchFamily="34" charset="0"/>
            </a:rPr>
            <a:t>OEM dealerships</a:t>
          </a:r>
        </a:p>
      </dgm:t>
    </dgm:pt>
    <dgm:pt modelId="{5CF2CB61-9749-8B4C-B824-B6ADC8BCBF4D}" type="parTrans" cxnId="{329A4426-2255-9848-AF13-8645D2C56E4E}">
      <dgm:prSet/>
      <dgm:spPr/>
      <dgm:t>
        <a:bodyPr/>
        <a:lstStyle/>
        <a:p>
          <a:endParaRPr lang="en-US" sz="1400" b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064DC012-90AE-104B-BBE6-30D96A051287}" type="sibTrans" cxnId="{329A4426-2255-9848-AF13-8645D2C56E4E}">
      <dgm:prSet/>
      <dgm:spPr/>
      <dgm:t>
        <a:bodyPr/>
        <a:lstStyle/>
        <a:p>
          <a:endParaRPr lang="en-US" sz="1800" b="1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9F61F948-42B9-F04A-A3E0-9DF74B01BECF}">
      <dgm:prSet phldrT="[Text]" custT="1"/>
      <dgm:spPr/>
      <dgm:t>
        <a:bodyPr/>
        <a:lstStyle/>
        <a:p>
          <a:r>
            <a:rPr lang="en-US" sz="1400" b="0">
              <a:latin typeface="Calibri" panose="020F0502020204030204" pitchFamily="34" charset="0"/>
              <a:cs typeface="Calibri" panose="020F0502020204030204" pitchFamily="34" charset="0"/>
            </a:rPr>
            <a:t>Large independent shops</a:t>
          </a:r>
        </a:p>
      </dgm:t>
    </dgm:pt>
    <dgm:pt modelId="{41BA44CC-4654-5541-9852-3DB4DA1D02F1}" type="parTrans" cxnId="{7403982D-5549-0543-82B7-7A335AA2401A}">
      <dgm:prSet/>
      <dgm:spPr/>
      <dgm:t>
        <a:bodyPr/>
        <a:lstStyle/>
        <a:p>
          <a:endParaRPr lang="en-US" sz="1400" b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B45CFDC6-498A-5D47-8D1B-3D1364C61444}" type="sibTrans" cxnId="{7403982D-5549-0543-82B7-7A335AA2401A}">
      <dgm:prSet/>
      <dgm:spPr/>
      <dgm:t>
        <a:bodyPr/>
        <a:lstStyle/>
        <a:p>
          <a:endParaRPr lang="en-US" sz="1800" b="1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4ED69538-21C8-014F-A5A6-0E77A9CA187F}">
      <dgm:prSet phldrT="[Text]" custT="1"/>
      <dgm:spPr/>
      <dgm:t>
        <a:bodyPr/>
        <a:lstStyle/>
        <a:p>
          <a:r>
            <a:rPr lang="en-US" sz="1400" b="0" dirty="0">
              <a:latin typeface="Calibri" panose="020F0502020204030204" pitchFamily="34" charset="0"/>
              <a:cs typeface="Calibri" panose="020F0502020204030204" pitchFamily="34" charset="0"/>
            </a:rPr>
            <a:t>Training academies</a:t>
          </a:r>
        </a:p>
      </dgm:t>
    </dgm:pt>
    <dgm:pt modelId="{688926CB-45C6-1F4F-ACA5-25D3E0365A77}" type="parTrans" cxnId="{9ECBAEC4-B903-5044-898E-E269A864DC56}">
      <dgm:prSet/>
      <dgm:spPr/>
      <dgm:t>
        <a:bodyPr/>
        <a:lstStyle/>
        <a:p>
          <a:endParaRPr lang="en-US" sz="1400" b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C8BEE6D8-DA86-C743-88FD-E7580A754D35}" type="sibTrans" cxnId="{9ECBAEC4-B903-5044-898E-E269A864DC56}">
      <dgm:prSet/>
      <dgm:spPr/>
      <dgm:t>
        <a:bodyPr/>
        <a:lstStyle/>
        <a:p>
          <a:endParaRPr lang="en-US" sz="1800" b="1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A4F826EA-761C-B34B-8504-BC32624C6A8C}">
      <dgm:prSet phldrT="[Text]" custT="1"/>
      <dgm:spPr/>
      <dgm:t>
        <a:bodyPr/>
        <a:lstStyle/>
        <a:p>
          <a:r>
            <a:rPr lang="en-US" sz="1400" b="0">
              <a:latin typeface="Calibri" panose="020F0502020204030204" pitchFamily="34" charset="0"/>
              <a:cs typeface="Calibri" panose="020F0502020204030204" pitchFamily="34" charset="0"/>
            </a:rPr>
            <a:t>enthusiast communities</a:t>
          </a:r>
        </a:p>
      </dgm:t>
    </dgm:pt>
    <dgm:pt modelId="{D1B1781F-2A65-6148-B3D5-44AAAE3C6A65}" type="parTrans" cxnId="{B640DDB7-4D63-884C-8D7B-B6E914F1F384}">
      <dgm:prSet/>
      <dgm:spPr/>
      <dgm:t>
        <a:bodyPr/>
        <a:lstStyle/>
        <a:p>
          <a:endParaRPr lang="en-US" sz="1400" b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4E5728E1-9F4F-0A4A-AD3A-E0C2BEA6781D}" type="sibTrans" cxnId="{B640DDB7-4D63-884C-8D7B-B6E914F1F384}">
      <dgm:prSet/>
      <dgm:spPr/>
      <dgm:t>
        <a:bodyPr/>
        <a:lstStyle/>
        <a:p>
          <a:endParaRPr lang="en-US" sz="1800" b="1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EA944D51-CED5-6347-BE3D-5A8BC58EF5AF}">
      <dgm:prSet phldrT="[Text]" custT="1"/>
      <dgm:spPr/>
      <dgm:t>
        <a:bodyPr/>
        <a:lstStyle/>
        <a:p>
          <a:r>
            <a:rPr lang="en-US" sz="1400" b="0">
              <a:latin typeface="Calibri" panose="020F0502020204030204" pitchFamily="34" charset="0"/>
              <a:cs typeface="Calibri" panose="020F0502020204030204" pitchFamily="34" charset="0"/>
            </a:rPr>
            <a:t>Primary Segment</a:t>
          </a:r>
        </a:p>
      </dgm:t>
    </dgm:pt>
    <dgm:pt modelId="{0DEA20CB-CDE4-B543-9661-5EF5E01B644F}" type="parTrans" cxnId="{59B39353-BBC3-9243-BC1B-3EA77DB68F90}">
      <dgm:prSet/>
      <dgm:spPr/>
      <dgm:t>
        <a:bodyPr/>
        <a:lstStyle/>
        <a:p>
          <a:endParaRPr lang="en-US" sz="1400" b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2B0992FB-4688-1840-89C7-27392F238E83}" type="sibTrans" cxnId="{59B39353-BBC3-9243-BC1B-3EA77DB68F90}">
      <dgm:prSet/>
      <dgm:spPr/>
      <dgm:t>
        <a:bodyPr/>
        <a:lstStyle/>
        <a:p>
          <a:endParaRPr lang="en-US" sz="1800" b="1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27B96864-D051-784E-B6D8-491A701C085D}">
      <dgm:prSet phldrT="[Text]" custT="1"/>
      <dgm:spPr/>
      <dgm:t>
        <a:bodyPr/>
        <a:lstStyle/>
        <a:p>
          <a:r>
            <a:rPr lang="en-US" sz="1400" b="0">
              <a:latin typeface="Calibri" panose="020F0502020204030204" pitchFamily="34" charset="0"/>
              <a:cs typeface="Calibri" panose="020F0502020204030204" pitchFamily="34" charset="0"/>
            </a:rPr>
            <a:t>Secondary Segment</a:t>
          </a:r>
        </a:p>
      </dgm:t>
    </dgm:pt>
    <dgm:pt modelId="{318D6666-D5F1-294B-BF6B-620CA704CE45}" type="parTrans" cxnId="{15FB7C05-65E8-914C-853D-E230AB95F047}">
      <dgm:prSet/>
      <dgm:spPr/>
      <dgm:t>
        <a:bodyPr/>
        <a:lstStyle/>
        <a:p>
          <a:endParaRPr lang="en-US" sz="1400" b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2C594201-A91B-F54A-89C3-BF10A5D56F53}" type="sibTrans" cxnId="{15FB7C05-65E8-914C-853D-E230AB95F047}">
      <dgm:prSet/>
      <dgm:spPr/>
      <dgm:t>
        <a:bodyPr/>
        <a:lstStyle/>
        <a:p>
          <a:endParaRPr lang="en-US" sz="1800" b="1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56E18E1C-A461-C747-8591-A93BA178501A}">
      <dgm:prSet phldrT="[Text]" custT="1"/>
      <dgm:spPr/>
      <dgm:t>
        <a:bodyPr/>
        <a:lstStyle/>
        <a:p>
          <a:r>
            <a:rPr lang="en-US" sz="1400" b="0">
              <a:latin typeface="Calibri" panose="020F0502020204030204" pitchFamily="34" charset="0"/>
              <a:cs typeface="Calibri" panose="020F0502020204030204" pitchFamily="34" charset="0"/>
            </a:rPr>
            <a:t>Not in Focus now</a:t>
          </a:r>
        </a:p>
      </dgm:t>
    </dgm:pt>
    <dgm:pt modelId="{97F4DD65-7656-DC46-833F-F01C4F4214D0}" type="parTrans" cxnId="{0304A490-F494-7C4F-9D9E-8C21050FBD4E}">
      <dgm:prSet/>
      <dgm:spPr/>
      <dgm:t>
        <a:bodyPr/>
        <a:lstStyle/>
        <a:p>
          <a:endParaRPr lang="en-US" sz="1400" b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31551D04-FFFE-A149-9BAB-6FC84BC2D12E}" type="sibTrans" cxnId="{0304A490-F494-7C4F-9D9E-8C21050FBD4E}">
      <dgm:prSet/>
      <dgm:spPr/>
      <dgm:t>
        <a:bodyPr/>
        <a:lstStyle/>
        <a:p>
          <a:endParaRPr lang="en-US" sz="1800" b="1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B3232D0B-16AF-3144-A00A-0C825FD187B9}">
      <dgm:prSet phldrT="[Text]" custT="1"/>
      <dgm:spPr/>
      <dgm:t>
        <a:bodyPr/>
        <a:lstStyle/>
        <a:p>
          <a:r>
            <a:rPr lang="en-US" sz="1400" b="0">
              <a:latin typeface="Calibri" panose="020F0502020204030204" pitchFamily="34" charset="0"/>
              <a:cs typeface="Calibri" panose="020F0502020204030204" pitchFamily="34" charset="0"/>
            </a:rPr>
            <a:t>Social/fun sharing</a:t>
          </a:r>
        </a:p>
      </dgm:t>
    </dgm:pt>
    <dgm:pt modelId="{3AE08F2B-79F1-4E4B-BC12-4385E2459770}" type="parTrans" cxnId="{B23651AA-4B9A-294D-A221-1BB0E974C40C}">
      <dgm:prSet/>
      <dgm:spPr/>
      <dgm:t>
        <a:bodyPr/>
        <a:lstStyle/>
        <a:p>
          <a:endParaRPr lang="en-US" sz="1400" b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027FB35B-EB35-6A40-88EA-BFE04057A6CE}" type="sibTrans" cxnId="{B23651AA-4B9A-294D-A221-1BB0E974C40C}">
      <dgm:prSet/>
      <dgm:spPr/>
      <dgm:t>
        <a:bodyPr/>
        <a:lstStyle/>
        <a:p>
          <a:endParaRPr lang="en-US" sz="1800" b="1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2EF7312A-4A86-DB45-8FC3-6E8ABDACABE5}">
      <dgm:prSet phldrT="[Text]" custT="1"/>
      <dgm:spPr/>
      <dgm:t>
        <a:bodyPr/>
        <a:lstStyle/>
        <a:p>
          <a:r>
            <a:rPr lang="en-US" sz="1400" b="0">
              <a:latin typeface="Calibri" panose="020F0502020204030204" pitchFamily="34" charset="0"/>
              <a:cs typeface="Calibri" panose="020F0502020204030204" pitchFamily="34" charset="0"/>
            </a:rPr>
            <a:t>Those who don’t prefer XR</a:t>
          </a:r>
        </a:p>
      </dgm:t>
    </dgm:pt>
    <dgm:pt modelId="{B0F64700-8145-2A4C-BDBF-6545910570BE}" type="parTrans" cxnId="{92C0B744-2972-D44F-AF67-B70EADFA4599}">
      <dgm:prSet/>
      <dgm:spPr/>
      <dgm:t>
        <a:bodyPr/>
        <a:lstStyle/>
        <a:p>
          <a:endParaRPr lang="en-US" sz="1400" b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179BF291-007D-C340-BA01-83B728768728}" type="sibTrans" cxnId="{92C0B744-2972-D44F-AF67-B70EADFA4599}">
      <dgm:prSet/>
      <dgm:spPr/>
      <dgm:t>
        <a:bodyPr/>
        <a:lstStyle/>
        <a:p>
          <a:endParaRPr lang="en-US" sz="1800" b="1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1C67A98E-40F6-D946-A9DB-B2FF0BED6B21}" type="pres">
      <dgm:prSet presAssocID="{E04C553C-C302-B143-AD40-AF016DB9E1B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D8A8C72-AE53-D545-B7C6-B41653F96708}" type="pres">
      <dgm:prSet presAssocID="{2B1CFF37-72E5-A942-BC63-49763565F3CE}" presName="hierRoot1" presStyleCnt="0">
        <dgm:presLayoutVars>
          <dgm:hierBranch val="init"/>
        </dgm:presLayoutVars>
      </dgm:prSet>
      <dgm:spPr/>
    </dgm:pt>
    <dgm:pt modelId="{5158F5E1-37F6-674D-AE8A-7D1037D9E69E}" type="pres">
      <dgm:prSet presAssocID="{2B1CFF37-72E5-A942-BC63-49763565F3CE}" presName="rootComposite1" presStyleCnt="0"/>
      <dgm:spPr/>
    </dgm:pt>
    <dgm:pt modelId="{C15AA742-399A-6041-8BF6-500FBCFAF978}" type="pres">
      <dgm:prSet presAssocID="{2B1CFF37-72E5-A942-BC63-49763565F3CE}" presName="rootText1" presStyleLbl="node0" presStyleIdx="0" presStyleCnt="1">
        <dgm:presLayoutVars>
          <dgm:chPref val="3"/>
        </dgm:presLayoutVars>
      </dgm:prSet>
      <dgm:spPr/>
    </dgm:pt>
    <dgm:pt modelId="{F696B025-7911-8E41-A343-83381E41CCEC}" type="pres">
      <dgm:prSet presAssocID="{2B1CFF37-72E5-A942-BC63-49763565F3CE}" presName="rootConnector1" presStyleLbl="node1" presStyleIdx="0" presStyleCnt="0"/>
      <dgm:spPr/>
    </dgm:pt>
    <dgm:pt modelId="{115226DA-4A16-5244-A32B-658171954B3F}" type="pres">
      <dgm:prSet presAssocID="{2B1CFF37-72E5-A942-BC63-49763565F3CE}" presName="hierChild2" presStyleCnt="0"/>
      <dgm:spPr/>
    </dgm:pt>
    <dgm:pt modelId="{B42D14C6-AD1E-594E-A499-E7DADEDF4FAA}" type="pres">
      <dgm:prSet presAssocID="{0DEA20CB-CDE4-B543-9661-5EF5E01B644F}" presName="Name37" presStyleLbl="parChTrans1D2" presStyleIdx="0" presStyleCnt="3"/>
      <dgm:spPr/>
    </dgm:pt>
    <dgm:pt modelId="{27BDCC63-7F66-ED45-AEBC-A0E4E16156E2}" type="pres">
      <dgm:prSet presAssocID="{EA944D51-CED5-6347-BE3D-5A8BC58EF5AF}" presName="hierRoot2" presStyleCnt="0">
        <dgm:presLayoutVars>
          <dgm:hierBranch val="init"/>
        </dgm:presLayoutVars>
      </dgm:prSet>
      <dgm:spPr/>
    </dgm:pt>
    <dgm:pt modelId="{377B9CA5-4F56-9D4B-B7E2-DE8F41518590}" type="pres">
      <dgm:prSet presAssocID="{EA944D51-CED5-6347-BE3D-5A8BC58EF5AF}" presName="rootComposite" presStyleCnt="0"/>
      <dgm:spPr/>
    </dgm:pt>
    <dgm:pt modelId="{3E648E5B-813D-D143-88A4-B86AC8FDE510}" type="pres">
      <dgm:prSet presAssocID="{EA944D51-CED5-6347-BE3D-5A8BC58EF5AF}" presName="rootText" presStyleLbl="node2" presStyleIdx="0" presStyleCnt="3">
        <dgm:presLayoutVars>
          <dgm:chPref val="3"/>
        </dgm:presLayoutVars>
      </dgm:prSet>
      <dgm:spPr/>
    </dgm:pt>
    <dgm:pt modelId="{321E7466-B312-AD4B-ACE5-37D43667AD2D}" type="pres">
      <dgm:prSet presAssocID="{EA944D51-CED5-6347-BE3D-5A8BC58EF5AF}" presName="rootConnector" presStyleLbl="node2" presStyleIdx="0" presStyleCnt="3"/>
      <dgm:spPr/>
    </dgm:pt>
    <dgm:pt modelId="{95123D1D-BB83-2249-8C07-C12A15EC94F6}" type="pres">
      <dgm:prSet presAssocID="{EA944D51-CED5-6347-BE3D-5A8BC58EF5AF}" presName="hierChild4" presStyleCnt="0"/>
      <dgm:spPr/>
    </dgm:pt>
    <dgm:pt modelId="{3B59CE90-9853-F847-A955-4CE38F30E4AB}" type="pres">
      <dgm:prSet presAssocID="{5CF2CB61-9749-8B4C-B824-B6ADC8BCBF4D}" presName="Name37" presStyleLbl="parChTrans1D3" presStyleIdx="0" presStyleCnt="6"/>
      <dgm:spPr/>
    </dgm:pt>
    <dgm:pt modelId="{88906FF8-CB31-1743-96E5-79B52E9AC71E}" type="pres">
      <dgm:prSet presAssocID="{31CD4274-B59D-5D4A-8677-E03FBA5C26EC}" presName="hierRoot2" presStyleCnt="0">
        <dgm:presLayoutVars>
          <dgm:hierBranch val="init"/>
        </dgm:presLayoutVars>
      </dgm:prSet>
      <dgm:spPr/>
    </dgm:pt>
    <dgm:pt modelId="{6BA0B239-96B6-C547-9C46-346F284A080C}" type="pres">
      <dgm:prSet presAssocID="{31CD4274-B59D-5D4A-8677-E03FBA5C26EC}" presName="rootComposite" presStyleCnt="0"/>
      <dgm:spPr/>
    </dgm:pt>
    <dgm:pt modelId="{5ECFB4D8-D4A7-0048-94C0-A663B80A1A09}" type="pres">
      <dgm:prSet presAssocID="{31CD4274-B59D-5D4A-8677-E03FBA5C26EC}" presName="rootText" presStyleLbl="node3" presStyleIdx="0" presStyleCnt="6">
        <dgm:presLayoutVars>
          <dgm:chPref val="3"/>
        </dgm:presLayoutVars>
      </dgm:prSet>
      <dgm:spPr/>
    </dgm:pt>
    <dgm:pt modelId="{710C5070-CD0C-A248-B8CE-54AFCF8B786C}" type="pres">
      <dgm:prSet presAssocID="{31CD4274-B59D-5D4A-8677-E03FBA5C26EC}" presName="rootConnector" presStyleLbl="node3" presStyleIdx="0" presStyleCnt="6"/>
      <dgm:spPr/>
    </dgm:pt>
    <dgm:pt modelId="{1F62D2FF-833F-254F-A6CD-6CE6F7BB386D}" type="pres">
      <dgm:prSet presAssocID="{31CD4274-B59D-5D4A-8677-E03FBA5C26EC}" presName="hierChild4" presStyleCnt="0"/>
      <dgm:spPr/>
    </dgm:pt>
    <dgm:pt modelId="{88CED9C4-EE86-524D-840F-AC32671B611C}" type="pres">
      <dgm:prSet presAssocID="{31CD4274-B59D-5D4A-8677-E03FBA5C26EC}" presName="hierChild5" presStyleCnt="0"/>
      <dgm:spPr/>
    </dgm:pt>
    <dgm:pt modelId="{A502B9B6-7816-3B4D-9519-2748354E2E89}" type="pres">
      <dgm:prSet presAssocID="{41BA44CC-4654-5541-9852-3DB4DA1D02F1}" presName="Name37" presStyleLbl="parChTrans1D3" presStyleIdx="1" presStyleCnt="6"/>
      <dgm:spPr/>
    </dgm:pt>
    <dgm:pt modelId="{682F7C78-8651-794E-AB5A-BE35DDDDA938}" type="pres">
      <dgm:prSet presAssocID="{9F61F948-42B9-F04A-A3E0-9DF74B01BECF}" presName="hierRoot2" presStyleCnt="0">
        <dgm:presLayoutVars>
          <dgm:hierBranch val="init"/>
        </dgm:presLayoutVars>
      </dgm:prSet>
      <dgm:spPr/>
    </dgm:pt>
    <dgm:pt modelId="{14B1AF3B-71F2-7A4A-9187-532F1A82DEF1}" type="pres">
      <dgm:prSet presAssocID="{9F61F948-42B9-F04A-A3E0-9DF74B01BECF}" presName="rootComposite" presStyleCnt="0"/>
      <dgm:spPr/>
    </dgm:pt>
    <dgm:pt modelId="{B1D68BAF-3B71-1C49-B38F-34B719484D92}" type="pres">
      <dgm:prSet presAssocID="{9F61F948-42B9-F04A-A3E0-9DF74B01BECF}" presName="rootText" presStyleLbl="node3" presStyleIdx="1" presStyleCnt="6">
        <dgm:presLayoutVars>
          <dgm:chPref val="3"/>
        </dgm:presLayoutVars>
      </dgm:prSet>
      <dgm:spPr/>
    </dgm:pt>
    <dgm:pt modelId="{33934A6B-C29E-4441-A6D6-5C26DEBB62C1}" type="pres">
      <dgm:prSet presAssocID="{9F61F948-42B9-F04A-A3E0-9DF74B01BECF}" presName="rootConnector" presStyleLbl="node3" presStyleIdx="1" presStyleCnt="6"/>
      <dgm:spPr/>
    </dgm:pt>
    <dgm:pt modelId="{019538F8-9497-1140-8D88-E7B2FA6096BB}" type="pres">
      <dgm:prSet presAssocID="{9F61F948-42B9-F04A-A3E0-9DF74B01BECF}" presName="hierChild4" presStyleCnt="0"/>
      <dgm:spPr/>
    </dgm:pt>
    <dgm:pt modelId="{1269506C-2630-9749-8BC9-427A7E2DF065}" type="pres">
      <dgm:prSet presAssocID="{9F61F948-42B9-F04A-A3E0-9DF74B01BECF}" presName="hierChild5" presStyleCnt="0"/>
      <dgm:spPr/>
    </dgm:pt>
    <dgm:pt modelId="{05A33C8F-6910-4949-BE9C-BD1C34D5F497}" type="pres">
      <dgm:prSet presAssocID="{EA944D51-CED5-6347-BE3D-5A8BC58EF5AF}" presName="hierChild5" presStyleCnt="0"/>
      <dgm:spPr/>
    </dgm:pt>
    <dgm:pt modelId="{431EF278-CB22-0A4C-B1DD-075C1B5F59BD}" type="pres">
      <dgm:prSet presAssocID="{318D6666-D5F1-294B-BF6B-620CA704CE45}" presName="Name37" presStyleLbl="parChTrans1D2" presStyleIdx="1" presStyleCnt="3"/>
      <dgm:spPr/>
    </dgm:pt>
    <dgm:pt modelId="{A5D582B3-4BE8-A245-9FEF-E5738B2F4D0D}" type="pres">
      <dgm:prSet presAssocID="{27B96864-D051-784E-B6D8-491A701C085D}" presName="hierRoot2" presStyleCnt="0">
        <dgm:presLayoutVars>
          <dgm:hierBranch val="init"/>
        </dgm:presLayoutVars>
      </dgm:prSet>
      <dgm:spPr/>
    </dgm:pt>
    <dgm:pt modelId="{1CB4B094-4997-D442-82E3-6B4817551041}" type="pres">
      <dgm:prSet presAssocID="{27B96864-D051-784E-B6D8-491A701C085D}" presName="rootComposite" presStyleCnt="0"/>
      <dgm:spPr/>
    </dgm:pt>
    <dgm:pt modelId="{B15128AA-FC43-5144-913D-8C626D41F1E4}" type="pres">
      <dgm:prSet presAssocID="{27B96864-D051-784E-B6D8-491A701C085D}" presName="rootText" presStyleLbl="node2" presStyleIdx="1" presStyleCnt="3">
        <dgm:presLayoutVars>
          <dgm:chPref val="3"/>
        </dgm:presLayoutVars>
      </dgm:prSet>
      <dgm:spPr/>
    </dgm:pt>
    <dgm:pt modelId="{0772A531-C07F-9046-9C6D-5C7F57D2FB41}" type="pres">
      <dgm:prSet presAssocID="{27B96864-D051-784E-B6D8-491A701C085D}" presName="rootConnector" presStyleLbl="node2" presStyleIdx="1" presStyleCnt="3"/>
      <dgm:spPr/>
    </dgm:pt>
    <dgm:pt modelId="{6A8DEDBC-2C85-8B42-8FBC-103A5580D3E8}" type="pres">
      <dgm:prSet presAssocID="{27B96864-D051-784E-B6D8-491A701C085D}" presName="hierChild4" presStyleCnt="0"/>
      <dgm:spPr/>
    </dgm:pt>
    <dgm:pt modelId="{61EDAC7B-56D4-DE4B-B009-311722E8237C}" type="pres">
      <dgm:prSet presAssocID="{688926CB-45C6-1F4F-ACA5-25D3E0365A77}" presName="Name37" presStyleLbl="parChTrans1D3" presStyleIdx="2" presStyleCnt="6"/>
      <dgm:spPr/>
    </dgm:pt>
    <dgm:pt modelId="{51F73BC4-4245-3243-925A-A6F82F22E508}" type="pres">
      <dgm:prSet presAssocID="{4ED69538-21C8-014F-A5A6-0E77A9CA187F}" presName="hierRoot2" presStyleCnt="0">
        <dgm:presLayoutVars>
          <dgm:hierBranch val="init"/>
        </dgm:presLayoutVars>
      </dgm:prSet>
      <dgm:spPr/>
    </dgm:pt>
    <dgm:pt modelId="{28B2F39E-7D66-4346-9CC5-0A101BAC1735}" type="pres">
      <dgm:prSet presAssocID="{4ED69538-21C8-014F-A5A6-0E77A9CA187F}" presName="rootComposite" presStyleCnt="0"/>
      <dgm:spPr/>
    </dgm:pt>
    <dgm:pt modelId="{F6394F5C-1CBB-E145-9583-B6C19B9446A7}" type="pres">
      <dgm:prSet presAssocID="{4ED69538-21C8-014F-A5A6-0E77A9CA187F}" presName="rootText" presStyleLbl="node3" presStyleIdx="2" presStyleCnt="6">
        <dgm:presLayoutVars>
          <dgm:chPref val="3"/>
        </dgm:presLayoutVars>
      </dgm:prSet>
      <dgm:spPr/>
    </dgm:pt>
    <dgm:pt modelId="{6C041A5B-5A19-0141-8D0A-4D5B5489C562}" type="pres">
      <dgm:prSet presAssocID="{4ED69538-21C8-014F-A5A6-0E77A9CA187F}" presName="rootConnector" presStyleLbl="node3" presStyleIdx="2" presStyleCnt="6"/>
      <dgm:spPr/>
    </dgm:pt>
    <dgm:pt modelId="{E51EACD6-1F96-E946-A9D0-02C38782A041}" type="pres">
      <dgm:prSet presAssocID="{4ED69538-21C8-014F-A5A6-0E77A9CA187F}" presName="hierChild4" presStyleCnt="0"/>
      <dgm:spPr/>
    </dgm:pt>
    <dgm:pt modelId="{EDC171EC-ABC4-3541-8940-F52C5BF89625}" type="pres">
      <dgm:prSet presAssocID="{4ED69538-21C8-014F-A5A6-0E77A9CA187F}" presName="hierChild5" presStyleCnt="0"/>
      <dgm:spPr/>
    </dgm:pt>
    <dgm:pt modelId="{70867682-FE38-5E4A-AFE6-228044370620}" type="pres">
      <dgm:prSet presAssocID="{D1B1781F-2A65-6148-B3D5-44AAAE3C6A65}" presName="Name37" presStyleLbl="parChTrans1D3" presStyleIdx="3" presStyleCnt="6"/>
      <dgm:spPr/>
    </dgm:pt>
    <dgm:pt modelId="{E2C4EA68-163F-1C4A-B0C4-CBA4164C4B2B}" type="pres">
      <dgm:prSet presAssocID="{A4F826EA-761C-B34B-8504-BC32624C6A8C}" presName="hierRoot2" presStyleCnt="0">
        <dgm:presLayoutVars>
          <dgm:hierBranch val="init"/>
        </dgm:presLayoutVars>
      </dgm:prSet>
      <dgm:spPr/>
    </dgm:pt>
    <dgm:pt modelId="{D6835751-1DA2-5E45-B98D-37C054986F35}" type="pres">
      <dgm:prSet presAssocID="{A4F826EA-761C-B34B-8504-BC32624C6A8C}" presName="rootComposite" presStyleCnt="0"/>
      <dgm:spPr/>
    </dgm:pt>
    <dgm:pt modelId="{5A229B8B-D512-0348-8A08-062CEAF15F18}" type="pres">
      <dgm:prSet presAssocID="{A4F826EA-761C-B34B-8504-BC32624C6A8C}" presName="rootText" presStyleLbl="node3" presStyleIdx="3" presStyleCnt="6">
        <dgm:presLayoutVars>
          <dgm:chPref val="3"/>
        </dgm:presLayoutVars>
      </dgm:prSet>
      <dgm:spPr/>
    </dgm:pt>
    <dgm:pt modelId="{A6F4CE65-C7C0-BB46-8959-AE0A9D3F577D}" type="pres">
      <dgm:prSet presAssocID="{A4F826EA-761C-B34B-8504-BC32624C6A8C}" presName="rootConnector" presStyleLbl="node3" presStyleIdx="3" presStyleCnt="6"/>
      <dgm:spPr/>
    </dgm:pt>
    <dgm:pt modelId="{C465FF04-066D-954C-8C84-0BF19CC12E10}" type="pres">
      <dgm:prSet presAssocID="{A4F826EA-761C-B34B-8504-BC32624C6A8C}" presName="hierChild4" presStyleCnt="0"/>
      <dgm:spPr/>
    </dgm:pt>
    <dgm:pt modelId="{949D4404-8DD8-EC47-9442-FF7353FFE027}" type="pres">
      <dgm:prSet presAssocID="{A4F826EA-761C-B34B-8504-BC32624C6A8C}" presName="hierChild5" presStyleCnt="0"/>
      <dgm:spPr/>
    </dgm:pt>
    <dgm:pt modelId="{B0204516-BDDA-1741-ACCA-B1E4A2DC1C6D}" type="pres">
      <dgm:prSet presAssocID="{27B96864-D051-784E-B6D8-491A701C085D}" presName="hierChild5" presStyleCnt="0"/>
      <dgm:spPr/>
    </dgm:pt>
    <dgm:pt modelId="{95A25C3F-7248-2C41-AE5F-527287328C77}" type="pres">
      <dgm:prSet presAssocID="{97F4DD65-7656-DC46-833F-F01C4F4214D0}" presName="Name37" presStyleLbl="parChTrans1D2" presStyleIdx="2" presStyleCnt="3"/>
      <dgm:spPr/>
    </dgm:pt>
    <dgm:pt modelId="{4CA7A396-AF16-DD43-8AD9-CC6EB677E418}" type="pres">
      <dgm:prSet presAssocID="{56E18E1C-A461-C747-8591-A93BA178501A}" presName="hierRoot2" presStyleCnt="0">
        <dgm:presLayoutVars>
          <dgm:hierBranch val="init"/>
        </dgm:presLayoutVars>
      </dgm:prSet>
      <dgm:spPr/>
    </dgm:pt>
    <dgm:pt modelId="{B01C327E-CB8C-A942-A475-CD9939C88083}" type="pres">
      <dgm:prSet presAssocID="{56E18E1C-A461-C747-8591-A93BA178501A}" presName="rootComposite" presStyleCnt="0"/>
      <dgm:spPr/>
    </dgm:pt>
    <dgm:pt modelId="{6EB75296-751A-024A-A2B5-BA38E4970D20}" type="pres">
      <dgm:prSet presAssocID="{56E18E1C-A461-C747-8591-A93BA178501A}" presName="rootText" presStyleLbl="node2" presStyleIdx="2" presStyleCnt="3">
        <dgm:presLayoutVars>
          <dgm:chPref val="3"/>
        </dgm:presLayoutVars>
      </dgm:prSet>
      <dgm:spPr/>
    </dgm:pt>
    <dgm:pt modelId="{56FB0142-518D-4C43-B733-2E34736C427E}" type="pres">
      <dgm:prSet presAssocID="{56E18E1C-A461-C747-8591-A93BA178501A}" presName="rootConnector" presStyleLbl="node2" presStyleIdx="2" presStyleCnt="3"/>
      <dgm:spPr/>
    </dgm:pt>
    <dgm:pt modelId="{A4AB57A4-EC1B-4147-9310-947000D4A303}" type="pres">
      <dgm:prSet presAssocID="{56E18E1C-A461-C747-8591-A93BA178501A}" presName="hierChild4" presStyleCnt="0"/>
      <dgm:spPr/>
    </dgm:pt>
    <dgm:pt modelId="{E4723AAE-B6C6-2F47-8093-4C715C4FBD07}" type="pres">
      <dgm:prSet presAssocID="{3AE08F2B-79F1-4E4B-BC12-4385E2459770}" presName="Name37" presStyleLbl="parChTrans1D3" presStyleIdx="4" presStyleCnt="6"/>
      <dgm:spPr/>
    </dgm:pt>
    <dgm:pt modelId="{6C80014A-8AC0-F04C-B2B0-39B2B90900F5}" type="pres">
      <dgm:prSet presAssocID="{B3232D0B-16AF-3144-A00A-0C825FD187B9}" presName="hierRoot2" presStyleCnt="0">
        <dgm:presLayoutVars>
          <dgm:hierBranch val="init"/>
        </dgm:presLayoutVars>
      </dgm:prSet>
      <dgm:spPr/>
    </dgm:pt>
    <dgm:pt modelId="{F180B61F-6EC8-4142-9E76-AF57E5E34CB3}" type="pres">
      <dgm:prSet presAssocID="{B3232D0B-16AF-3144-A00A-0C825FD187B9}" presName="rootComposite" presStyleCnt="0"/>
      <dgm:spPr/>
    </dgm:pt>
    <dgm:pt modelId="{82D21A25-1660-9642-B492-B6FE39CA1DC3}" type="pres">
      <dgm:prSet presAssocID="{B3232D0B-16AF-3144-A00A-0C825FD187B9}" presName="rootText" presStyleLbl="node3" presStyleIdx="4" presStyleCnt="6">
        <dgm:presLayoutVars>
          <dgm:chPref val="3"/>
        </dgm:presLayoutVars>
      </dgm:prSet>
      <dgm:spPr/>
    </dgm:pt>
    <dgm:pt modelId="{43A74D22-141C-FF43-B2E4-CD8BAD7F02BF}" type="pres">
      <dgm:prSet presAssocID="{B3232D0B-16AF-3144-A00A-0C825FD187B9}" presName="rootConnector" presStyleLbl="node3" presStyleIdx="4" presStyleCnt="6"/>
      <dgm:spPr/>
    </dgm:pt>
    <dgm:pt modelId="{8F95BA5C-A39F-284E-9FB2-FD7AF2A7C48F}" type="pres">
      <dgm:prSet presAssocID="{B3232D0B-16AF-3144-A00A-0C825FD187B9}" presName="hierChild4" presStyleCnt="0"/>
      <dgm:spPr/>
    </dgm:pt>
    <dgm:pt modelId="{537C761D-6E71-994A-AC4B-48935B7241A7}" type="pres">
      <dgm:prSet presAssocID="{B3232D0B-16AF-3144-A00A-0C825FD187B9}" presName="hierChild5" presStyleCnt="0"/>
      <dgm:spPr/>
    </dgm:pt>
    <dgm:pt modelId="{AD353964-8ED7-EB44-8209-74E8806D79A0}" type="pres">
      <dgm:prSet presAssocID="{B0F64700-8145-2A4C-BDBF-6545910570BE}" presName="Name37" presStyleLbl="parChTrans1D3" presStyleIdx="5" presStyleCnt="6"/>
      <dgm:spPr/>
    </dgm:pt>
    <dgm:pt modelId="{B6AEB7B8-2013-D24A-9DF9-ED3BF53D3879}" type="pres">
      <dgm:prSet presAssocID="{2EF7312A-4A86-DB45-8FC3-6E8ABDACABE5}" presName="hierRoot2" presStyleCnt="0">
        <dgm:presLayoutVars>
          <dgm:hierBranch val="init"/>
        </dgm:presLayoutVars>
      </dgm:prSet>
      <dgm:spPr/>
    </dgm:pt>
    <dgm:pt modelId="{4A415B9A-AC2E-6D47-9145-B7B3F0E9E64E}" type="pres">
      <dgm:prSet presAssocID="{2EF7312A-4A86-DB45-8FC3-6E8ABDACABE5}" presName="rootComposite" presStyleCnt="0"/>
      <dgm:spPr/>
    </dgm:pt>
    <dgm:pt modelId="{E24975E5-7494-AA44-B751-41ADCB5BD978}" type="pres">
      <dgm:prSet presAssocID="{2EF7312A-4A86-DB45-8FC3-6E8ABDACABE5}" presName="rootText" presStyleLbl="node3" presStyleIdx="5" presStyleCnt="6">
        <dgm:presLayoutVars>
          <dgm:chPref val="3"/>
        </dgm:presLayoutVars>
      </dgm:prSet>
      <dgm:spPr/>
    </dgm:pt>
    <dgm:pt modelId="{079D3715-AB95-034D-A0CA-D9F1BDF33AC9}" type="pres">
      <dgm:prSet presAssocID="{2EF7312A-4A86-DB45-8FC3-6E8ABDACABE5}" presName="rootConnector" presStyleLbl="node3" presStyleIdx="5" presStyleCnt="6"/>
      <dgm:spPr/>
    </dgm:pt>
    <dgm:pt modelId="{82AFA008-F951-434A-81B0-28B1127A3370}" type="pres">
      <dgm:prSet presAssocID="{2EF7312A-4A86-DB45-8FC3-6E8ABDACABE5}" presName="hierChild4" presStyleCnt="0"/>
      <dgm:spPr/>
    </dgm:pt>
    <dgm:pt modelId="{07D29ED8-5A3B-544D-9964-87135D2F231C}" type="pres">
      <dgm:prSet presAssocID="{2EF7312A-4A86-DB45-8FC3-6E8ABDACABE5}" presName="hierChild5" presStyleCnt="0"/>
      <dgm:spPr/>
    </dgm:pt>
    <dgm:pt modelId="{17C1A403-C0DC-F34A-9E5B-13AF91C1994C}" type="pres">
      <dgm:prSet presAssocID="{56E18E1C-A461-C747-8591-A93BA178501A}" presName="hierChild5" presStyleCnt="0"/>
      <dgm:spPr/>
    </dgm:pt>
    <dgm:pt modelId="{4BDFB8C3-60AE-1F43-A1DC-373F7B5CF89C}" type="pres">
      <dgm:prSet presAssocID="{2B1CFF37-72E5-A942-BC63-49763565F3CE}" presName="hierChild3" presStyleCnt="0"/>
      <dgm:spPr/>
    </dgm:pt>
  </dgm:ptLst>
  <dgm:cxnLst>
    <dgm:cxn modelId="{15FB7C05-65E8-914C-853D-E230AB95F047}" srcId="{2B1CFF37-72E5-A942-BC63-49763565F3CE}" destId="{27B96864-D051-784E-B6D8-491A701C085D}" srcOrd="1" destOrd="0" parTransId="{318D6666-D5F1-294B-BF6B-620CA704CE45}" sibTransId="{2C594201-A91B-F54A-89C3-BF10A5D56F53}"/>
    <dgm:cxn modelId="{B636B607-6429-9B4F-8D8A-E1CAA8899CAE}" type="presOf" srcId="{2B1CFF37-72E5-A942-BC63-49763565F3CE}" destId="{F696B025-7911-8E41-A343-83381E41CCEC}" srcOrd="1" destOrd="0" presId="urn:microsoft.com/office/officeart/2005/8/layout/orgChart1"/>
    <dgm:cxn modelId="{9AE8330E-7ACF-894D-A589-63A896876480}" type="presOf" srcId="{97F4DD65-7656-DC46-833F-F01C4F4214D0}" destId="{95A25C3F-7248-2C41-AE5F-527287328C77}" srcOrd="0" destOrd="0" presId="urn:microsoft.com/office/officeart/2005/8/layout/orgChart1"/>
    <dgm:cxn modelId="{22EB7412-1BEA-2E40-97CE-AF4E5FC73BE3}" type="presOf" srcId="{EA944D51-CED5-6347-BE3D-5A8BC58EF5AF}" destId="{321E7466-B312-AD4B-ACE5-37D43667AD2D}" srcOrd="1" destOrd="0" presId="urn:microsoft.com/office/officeart/2005/8/layout/orgChart1"/>
    <dgm:cxn modelId="{9387E912-3464-6C46-83E7-1F3DDED11322}" type="presOf" srcId="{27B96864-D051-784E-B6D8-491A701C085D}" destId="{0772A531-C07F-9046-9C6D-5C7F57D2FB41}" srcOrd="1" destOrd="0" presId="urn:microsoft.com/office/officeart/2005/8/layout/orgChart1"/>
    <dgm:cxn modelId="{73C19D15-F1DF-D545-A61E-0F1DEF45057D}" type="presOf" srcId="{5CF2CB61-9749-8B4C-B824-B6ADC8BCBF4D}" destId="{3B59CE90-9853-F847-A955-4CE38F30E4AB}" srcOrd="0" destOrd="0" presId="urn:microsoft.com/office/officeart/2005/8/layout/orgChart1"/>
    <dgm:cxn modelId="{329A4426-2255-9848-AF13-8645D2C56E4E}" srcId="{EA944D51-CED5-6347-BE3D-5A8BC58EF5AF}" destId="{31CD4274-B59D-5D4A-8677-E03FBA5C26EC}" srcOrd="0" destOrd="0" parTransId="{5CF2CB61-9749-8B4C-B824-B6ADC8BCBF4D}" sibTransId="{064DC012-90AE-104B-BBE6-30D96A051287}"/>
    <dgm:cxn modelId="{3CB7A928-6533-654C-A55E-E1789A34E34B}" type="presOf" srcId="{E04C553C-C302-B143-AD40-AF016DB9E1BE}" destId="{1C67A98E-40F6-D946-A9DB-B2FF0BED6B21}" srcOrd="0" destOrd="0" presId="urn:microsoft.com/office/officeart/2005/8/layout/orgChart1"/>
    <dgm:cxn modelId="{BF8D9529-8F61-D84C-BA07-2BAAC91F3764}" type="presOf" srcId="{2EF7312A-4A86-DB45-8FC3-6E8ABDACABE5}" destId="{079D3715-AB95-034D-A0CA-D9F1BDF33AC9}" srcOrd="1" destOrd="0" presId="urn:microsoft.com/office/officeart/2005/8/layout/orgChart1"/>
    <dgm:cxn modelId="{4B4B002B-55AC-F84E-930A-653FC939E22E}" type="presOf" srcId="{A4F826EA-761C-B34B-8504-BC32624C6A8C}" destId="{A6F4CE65-C7C0-BB46-8959-AE0A9D3F577D}" srcOrd="1" destOrd="0" presId="urn:microsoft.com/office/officeart/2005/8/layout/orgChart1"/>
    <dgm:cxn modelId="{7403982D-5549-0543-82B7-7A335AA2401A}" srcId="{EA944D51-CED5-6347-BE3D-5A8BC58EF5AF}" destId="{9F61F948-42B9-F04A-A3E0-9DF74B01BECF}" srcOrd="1" destOrd="0" parTransId="{41BA44CC-4654-5541-9852-3DB4DA1D02F1}" sibTransId="{B45CFDC6-498A-5D47-8D1B-3D1364C61444}"/>
    <dgm:cxn modelId="{677FE234-C238-AB42-8908-3F90413D6964}" type="presOf" srcId="{B3232D0B-16AF-3144-A00A-0C825FD187B9}" destId="{43A74D22-141C-FF43-B2E4-CD8BAD7F02BF}" srcOrd="1" destOrd="0" presId="urn:microsoft.com/office/officeart/2005/8/layout/orgChart1"/>
    <dgm:cxn modelId="{5B88BF36-77EF-2844-9E34-773426382D9C}" type="presOf" srcId="{EA944D51-CED5-6347-BE3D-5A8BC58EF5AF}" destId="{3E648E5B-813D-D143-88A4-B86AC8FDE510}" srcOrd="0" destOrd="0" presId="urn:microsoft.com/office/officeart/2005/8/layout/orgChart1"/>
    <dgm:cxn modelId="{0CB4373C-A47B-904E-8CC5-A34B16E6F364}" type="presOf" srcId="{2B1CFF37-72E5-A942-BC63-49763565F3CE}" destId="{C15AA742-399A-6041-8BF6-500FBCFAF978}" srcOrd="0" destOrd="0" presId="urn:microsoft.com/office/officeart/2005/8/layout/orgChart1"/>
    <dgm:cxn modelId="{D106FB40-15C0-B743-8D51-9BD941012155}" type="presOf" srcId="{4ED69538-21C8-014F-A5A6-0E77A9CA187F}" destId="{F6394F5C-1CBB-E145-9583-B6C19B9446A7}" srcOrd="0" destOrd="0" presId="urn:microsoft.com/office/officeart/2005/8/layout/orgChart1"/>
    <dgm:cxn modelId="{92C0B744-2972-D44F-AF67-B70EADFA4599}" srcId="{56E18E1C-A461-C747-8591-A93BA178501A}" destId="{2EF7312A-4A86-DB45-8FC3-6E8ABDACABE5}" srcOrd="1" destOrd="0" parTransId="{B0F64700-8145-2A4C-BDBF-6545910570BE}" sibTransId="{179BF291-007D-C340-BA01-83B728768728}"/>
    <dgm:cxn modelId="{47D06947-E842-2D48-9A3B-2790DB6AA8A4}" type="presOf" srcId="{31CD4274-B59D-5D4A-8677-E03FBA5C26EC}" destId="{5ECFB4D8-D4A7-0048-94C0-A663B80A1A09}" srcOrd="0" destOrd="0" presId="urn:microsoft.com/office/officeart/2005/8/layout/orgChart1"/>
    <dgm:cxn modelId="{02ED4D4A-625C-184C-91C1-D689B37246C2}" type="presOf" srcId="{9F61F948-42B9-F04A-A3E0-9DF74B01BECF}" destId="{33934A6B-C29E-4441-A6D6-5C26DEBB62C1}" srcOrd="1" destOrd="0" presId="urn:microsoft.com/office/officeart/2005/8/layout/orgChart1"/>
    <dgm:cxn modelId="{5B316951-BC98-164C-A477-62018BAD2C99}" type="presOf" srcId="{27B96864-D051-784E-B6D8-491A701C085D}" destId="{B15128AA-FC43-5144-913D-8C626D41F1E4}" srcOrd="0" destOrd="0" presId="urn:microsoft.com/office/officeart/2005/8/layout/orgChart1"/>
    <dgm:cxn modelId="{59B39353-BBC3-9243-BC1B-3EA77DB68F90}" srcId="{2B1CFF37-72E5-A942-BC63-49763565F3CE}" destId="{EA944D51-CED5-6347-BE3D-5A8BC58EF5AF}" srcOrd="0" destOrd="0" parTransId="{0DEA20CB-CDE4-B543-9661-5EF5E01B644F}" sibTransId="{2B0992FB-4688-1840-89C7-27392F238E83}"/>
    <dgm:cxn modelId="{5DA95759-320A-544A-B661-9FA8BA106EFA}" type="presOf" srcId="{0DEA20CB-CDE4-B543-9661-5EF5E01B644F}" destId="{B42D14C6-AD1E-594E-A499-E7DADEDF4FAA}" srcOrd="0" destOrd="0" presId="urn:microsoft.com/office/officeart/2005/8/layout/orgChart1"/>
    <dgm:cxn modelId="{930A865F-6D06-134E-983F-97F5521A0EC5}" type="presOf" srcId="{B3232D0B-16AF-3144-A00A-0C825FD187B9}" destId="{82D21A25-1660-9642-B492-B6FE39CA1DC3}" srcOrd="0" destOrd="0" presId="urn:microsoft.com/office/officeart/2005/8/layout/orgChart1"/>
    <dgm:cxn modelId="{61F00D72-06AF-7A4B-9575-80CED7DE8E62}" type="presOf" srcId="{688926CB-45C6-1F4F-ACA5-25D3E0365A77}" destId="{61EDAC7B-56D4-DE4B-B009-311722E8237C}" srcOrd="0" destOrd="0" presId="urn:microsoft.com/office/officeart/2005/8/layout/orgChart1"/>
    <dgm:cxn modelId="{6A93DC79-AC33-D14B-8C55-2515E83EEE25}" type="presOf" srcId="{318D6666-D5F1-294B-BF6B-620CA704CE45}" destId="{431EF278-CB22-0A4C-B1DD-075C1B5F59BD}" srcOrd="0" destOrd="0" presId="urn:microsoft.com/office/officeart/2005/8/layout/orgChart1"/>
    <dgm:cxn modelId="{46F0D37D-7833-B441-BCD8-B4F513B5EAF3}" type="presOf" srcId="{41BA44CC-4654-5541-9852-3DB4DA1D02F1}" destId="{A502B9B6-7816-3B4D-9519-2748354E2E89}" srcOrd="0" destOrd="0" presId="urn:microsoft.com/office/officeart/2005/8/layout/orgChart1"/>
    <dgm:cxn modelId="{369E1C89-1ABE-4945-A53C-8F8F5394735C}" type="presOf" srcId="{9F61F948-42B9-F04A-A3E0-9DF74B01BECF}" destId="{B1D68BAF-3B71-1C49-B38F-34B719484D92}" srcOrd="0" destOrd="0" presId="urn:microsoft.com/office/officeart/2005/8/layout/orgChart1"/>
    <dgm:cxn modelId="{AB9E3B8C-2284-3344-890D-5EAA24D43AD5}" type="presOf" srcId="{D1B1781F-2A65-6148-B3D5-44AAAE3C6A65}" destId="{70867682-FE38-5E4A-AFE6-228044370620}" srcOrd="0" destOrd="0" presId="urn:microsoft.com/office/officeart/2005/8/layout/orgChart1"/>
    <dgm:cxn modelId="{0304A490-F494-7C4F-9D9E-8C21050FBD4E}" srcId="{2B1CFF37-72E5-A942-BC63-49763565F3CE}" destId="{56E18E1C-A461-C747-8591-A93BA178501A}" srcOrd="2" destOrd="0" parTransId="{97F4DD65-7656-DC46-833F-F01C4F4214D0}" sibTransId="{31551D04-FFFE-A149-9BAB-6FC84BC2D12E}"/>
    <dgm:cxn modelId="{F0EE0399-4AE3-DD4E-83DD-AC00C573A685}" type="presOf" srcId="{2EF7312A-4A86-DB45-8FC3-6E8ABDACABE5}" destId="{E24975E5-7494-AA44-B751-41ADCB5BD978}" srcOrd="0" destOrd="0" presId="urn:microsoft.com/office/officeart/2005/8/layout/orgChart1"/>
    <dgm:cxn modelId="{E4270D99-E459-9B49-94AF-B69FA7D2A00C}" type="presOf" srcId="{56E18E1C-A461-C747-8591-A93BA178501A}" destId="{56FB0142-518D-4C43-B733-2E34736C427E}" srcOrd="1" destOrd="0" presId="urn:microsoft.com/office/officeart/2005/8/layout/orgChart1"/>
    <dgm:cxn modelId="{E0D0BF9A-0A8A-FA4D-A5DA-BDE1622A1433}" type="presOf" srcId="{3AE08F2B-79F1-4E4B-BC12-4385E2459770}" destId="{E4723AAE-B6C6-2F47-8093-4C715C4FBD07}" srcOrd="0" destOrd="0" presId="urn:microsoft.com/office/officeart/2005/8/layout/orgChart1"/>
    <dgm:cxn modelId="{B23651AA-4B9A-294D-A221-1BB0E974C40C}" srcId="{56E18E1C-A461-C747-8591-A93BA178501A}" destId="{B3232D0B-16AF-3144-A00A-0C825FD187B9}" srcOrd="0" destOrd="0" parTransId="{3AE08F2B-79F1-4E4B-BC12-4385E2459770}" sibTransId="{027FB35B-EB35-6A40-88EA-BFE04057A6CE}"/>
    <dgm:cxn modelId="{939E63AC-B822-FF46-BA3D-FF91D171A269}" type="presOf" srcId="{A4F826EA-761C-B34B-8504-BC32624C6A8C}" destId="{5A229B8B-D512-0348-8A08-062CEAF15F18}" srcOrd="0" destOrd="0" presId="urn:microsoft.com/office/officeart/2005/8/layout/orgChart1"/>
    <dgm:cxn modelId="{14823DAF-BBBA-5941-98A2-5F5E769FFBAB}" type="presOf" srcId="{4ED69538-21C8-014F-A5A6-0E77A9CA187F}" destId="{6C041A5B-5A19-0141-8D0A-4D5B5489C562}" srcOrd="1" destOrd="0" presId="urn:microsoft.com/office/officeart/2005/8/layout/orgChart1"/>
    <dgm:cxn modelId="{B640DDB7-4D63-884C-8D7B-B6E914F1F384}" srcId="{27B96864-D051-784E-B6D8-491A701C085D}" destId="{A4F826EA-761C-B34B-8504-BC32624C6A8C}" srcOrd="1" destOrd="0" parTransId="{D1B1781F-2A65-6148-B3D5-44AAAE3C6A65}" sibTransId="{4E5728E1-9F4F-0A4A-AD3A-E0C2BEA6781D}"/>
    <dgm:cxn modelId="{9ECBAEC4-B903-5044-898E-E269A864DC56}" srcId="{27B96864-D051-784E-B6D8-491A701C085D}" destId="{4ED69538-21C8-014F-A5A6-0E77A9CA187F}" srcOrd="0" destOrd="0" parTransId="{688926CB-45C6-1F4F-ACA5-25D3E0365A77}" sibTransId="{C8BEE6D8-DA86-C743-88FD-E7580A754D35}"/>
    <dgm:cxn modelId="{95B6ABC6-E199-0441-B639-7868263E3B7B}" srcId="{E04C553C-C302-B143-AD40-AF016DB9E1BE}" destId="{2B1CFF37-72E5-A942-BC63-49763565F3CE}" srcOrd="0" destOrd="0" parTransId="{F7400B91-3629-3344-B3BC-4C7FCBDC073E}" sibTransId="{3C342EC4-EDC0-3149-A448-F8010D776773}"/>
    <dgm:cxn modelId="{8ACDB0E9-670B-B24E-AF7C-7EA0A223EB80}" type="presOf" srcId="{B0F64700-8145-2A4C-BDBF-6545910570BE}" destId="{AD353964-8ED7-EB44-8209-74E8806D79A0}" srcOrd="0" destOrd="0" presId="urn:microsoft.com/office/officeart/2005/8/layout/orgChart1"/>
    <dgm:cxn modelId="{61ACF1F1-9DCA-4642-8F0B-ED0AF4308D3E}" type="presOf" srcId="{31CD4274-B59D-5D4A-8677-E03FBA5C26EC}" destId="{710C5070-CD0C-A248-B8CE-54AFCF8B786C}" srcOrd="1" destOrd="0" presId="urn:microsoft.com/office/officeart/2005/8/layout/orgChart1"/>
    <dgm:cxn modelId="{C98740FD-9AB8-B748-8836-5B749D0D2D3C}" type="presOf" srcId="{56E18E1C-A461-C747-8591-A93BA178501A}" destId="{6EB75296-751A-024A-A2B5-BA38E4970D20}" srcOrd="0" destOrd="0" presId="urn:microsoft.com/office/officeart/2005/8/layout/orgChart1"/>
    <dgm:cxn modelId="{13DC4183-FDC8-974F-9BE7-961C0274B343}" type="presParOf" srcId="{1C67A98E-40F6-D946-A9DB-B2FF0BED6B21}" destId="{3D8A8C72-AE53-D545-B7C6-B41653F96708}" srcOrd="0" destOrd="0" presId="urn:microsoft.com/office/officeart/2005/8/layout/orgChart1"/>
    <dgm:cxn modelId="{5BEA0D99-0B6A-754F-9A78-4DA3D622DA1D}" type="presParOf" srcId="{3D8A8C72-AE53-D545-B7C6-B41653F96708}" destId="{5158F5E1-37F6-674D-AE8A-7D1037D9E69E}" srcOrd="0" destOrd="0" presId="urn:microsoft.com/office/officeart/2005/8/layout/orgChart1"/>
    <dgm:cxn modelId="{B8524EF3-10E2-AE4E-86F8-EDC3EDA745DA}" type="presParOf" srcId="{5158F5E1-37F6-674D-AE8A-7D1037D9E69E}" destId="{C15AA742-399A-6041-8BF6-500FBCFAF978}" srcOrd="0" destOrd="0" presId="urn:microsoft.com/office/officeart/2005/8/layout/orgChart1"/>
    <dgm:cxn modelId="{B9D3D66F-5439-3E4D-AB94-C792A3860705}" type="presParOf" srcId="{5158F5E1-37F6-674D-AE8A-7D1037D9E69E}" destId="{F696B025-7911-8E41-A343-83381E41CCEC}" srcOrd="1" destOrd="0" presId="urn:microsoft.com/office/officeart/2005/8/layout/orgChart1"/>
    <dgm:cxn modelId="{781BFD13-9602-5644-BF3D-4D3659ED61EE}" type="presParOf" srcId="{3D8A8C72-AE53-D545-B7C6-B41653F96708}" destId="{115226DA-4A16-5244-A32B-658171954B3F}" srcOrd="1" destOrd="0" presId="urn:microsoft.com/office/officeart/2005/8/layout/orgChart1"/>
    <dgm:cxn modelId="{5E97ABB7-9EFB-084E-BDE1-7D4545626891}" type="presParOf" srcId="{115226DA-4A16-5244-A32B-658171954B3F}" destId="{B42D14C6-AD1E-594E-A499-E7DADEDF4FAA}" srcOrd="0" destOrd="0" presId="urn:microsoft.com/office/officeart/2005/8/layout/orgChart1"/>
    <dgm:cxn modelId="{C543E768-2570-8B4F-9989-4B30E58808EC}" type="presParOf" srcId="{115226DA-4A16-5244-A32B-658171954B3F}" destId="{27BDCC63-7F66-ED45-AEBC-A0E4E16156E2}" srcOrd="1" destOrd="0" presId="urn:microsoft.com/office/officeart/2005/8/layout/orgChart1"/>
    <dgm:cxn modelId="{02544D70-70BD-D54F-B490-B4356D999BB6}" type="presParOf" srcId="{27BDCC63-7F66-ED45-AEBC-A0E4E16156E2}" destId="{377B9CA5-4F56-9D4B-B7E2-DE8F41518590}" srcOrd="0" destOrd="0" presId="urn:microsoft.com/office/officeart/2005/8/layout/orgChart1"/>
    <dgm:cxn modelId="{919BE10A-8A1D-9042-AE4C-5F2CFEABBB88}" type="presParOf" srcId="{377B9CA5-4F56-9D4B-B7E2-DE8F41518590}" destId="{3E648E5B-813D-D143-88A4-B86AC8FDE510}" srcOrd="0" destOrd="0" presId="urn:microsoft.com/office/officeart/2005/8/layout/orgChart1"/>
    <dgm:cxn modelId="{07C120DE-51DD-314E-B746-7AF84BDC160B}" type="presParOf" srcId="{377B9CA5-4F56-9D4B-B7E2-DE8F41518590}" destId="{321E7466-B312-AD4B-ACE5-37D43667AD2D}" srcOrd="1" destOrd="0" presId="urn:microsoft.com/office/officeart/2005/8/layout/orgChart1"/>
    <dgm:cxn modelId="{345D4ED2-61A2-BA4D-949B-6930C9BCAF51}" type="presParOf" srcId="{27BDCC63-7F66-ED45-AEBC-A0E4E16156E2}" destId="{95123D1D-BB83-2249-8C07-C12A15EC94F6}" srcOrd="1" destOrd="0" presId="urn:microsoft.com/office/officeart/2005/8/layout/orgChart1"/>
    <dgm:cxn modelId="{5386AD5D-8C56-3649-AA56-31C8C0D79F36}" type="presParOf" srcId="{95123D1D-BB83-2249-8C07-C12A15EC94F6}" destId="{3B59CE90-9853-F847-A955-4CE38F30E4AB}" srcOrd="0" destOrd="0" presId="urn:microsoft.com/office/officeart/2005/8/layout/orgChart1"/>
    <dgm:cxn modelId="{E916D823-1DB6-184B-91D2-6D1512E10448}" type="presParOf" srcId="{95123D1D-BB83-2249-8C07-C12A15EC94F6}" destId="{88906FF8-CB31-1743-96E5-79B52E9AC71E}" srcOrd="1" destOrd="0" presId="urn:microsoft.com/office/officeart/2005/8/layout/orgChart1"/>
    <dgm:cxn modelId="{75C9A5D5-AAD2-834D-9A14-99A10FA8CAEF}" type="presParOf" srcId="{88906FF8-CB31-1743-96E5-79B52E9AC71E}" destId="{6BA0B239-96B6-C547-9C46-346F284A080C}" srcOrd="0" destOrd="0" presId="urn:microsoft.com/office/officeart/2005/8/layout/orgChart1"/>
    <dgm:cxn modelId="{3214706F-7E1A-A448-9757-912D0A55CE31}" type="presParOf" srcId="{6BA0B239-96B6-C547-9C46-346F284A080C}" destId="{5ECFB4D8-D4A7-0048-94C0-A663B80A1A09}" srcOrd="0" destOrd="0" presId="urn:microsoft.com/office/officeart/2005/8/layout/orgChart1"/>
    <dgm:cxn modelId="{AC2F402A-8318-8E49-9663-2DEF36F2C89C}" type="presParOf" srcId="{6BA0B239-96B6-C547-9C46-346F284A080C}" destId="{710C5070-CD0C-A248-B8CE-54AFCF8B786C}" srcOrd="1" destOrd="0" presId="urn:microsoft.com/office/officeart/2005/8/layout/orgChart1"/>
    <dgm:cxn modelId="{EB04D493-4B1E-1241-B873-AB5395DB5E09}" type="presParOf" srcId="{88906FF8-CB31-1743-96E5-79B52E9AC71E}" destId="{1F62D2FF-833F-254F-A6CD-6CE6F7BB386D}" srcOrd="1" destOrd="0" presId="urn:microsoft.com/office/officeart/2005/8/layout/orgChart1"/>
    <dgm:cxn modelId="{FD7D980E-247C-E544-B45E-25290FFB16D1}" type="presParOf" srcId="{88906FF8-CB31-1743-96E5-79B52E9AC71E}" destId="{88CED9C4-EE86-524D-840F-AC32671B611C}" srcOrd="2" destOrd="0" presId="urn:microsoft.com/office/officeart/2005/8/layout/orgChart1"/>
    <dgm:cxn modelId="{517056CF-134B-9541-ACED-638D88F60379}" type="presParOf" srcId="{95123D1D-BB83-2249-8C07-C12A15EC94F6}" destId="{A502B9B6-7816-3B4D-9519-2748354E2E89}" srcOrd="2" destOrd="0" presId="urn:microsoft.com/office/officeart/2005/8/layout/orgChart1"/>
    <dgm:cxn modelId="{EA3EA053-6011-E64D-A722-23E2D71C1084}" type="presParOf" srcId="{95123D1D-BB83-2249-8C07-C12A15EC94F6}" destId="{682F7C78-8651-794E-AB5A-BE35DDDDA938}" srcOrd="3" destOrd="0" presId="urn:microsoft.com/office/officeart/2005/8/layout/orgChart1"/>
    <dgm:cxn modelId="{44FE8869-658D-6344-8E14-E167C01589E8}" type="presParOf" srcId="{682F7C78-8651-794E-AB5A-BE35DDDDA938}" destId="{14B1AF3B-71F2-7A4A-9187-532F1A82DEF1}" srcOrd="0" destOrd="0" presId="urn:microsoft.com/office/officeart/2005/8/layout/orgChart1"/>
    <dgm:cxn modelId="{4878C00A-97F8-F846-9E47-5B6EF9017FCF}" type="presParOf" srcId="{14B1AF3B-71F2-7A4A-9187-532F1A82DEF1}" destId="{B1D68BAF-3B71-1C49-B38F-34B719484D92}" srcOrd="0" destOrd="0" presId="urn:microsoft.com/office/officeart/2005/8/layout/orgChart1"/>
    <dgm:cxn modelId="{32954CA9-2239-A244-AECB-F440F36C7FAD}" type="presParOf" srcId="{14B1AF3B-71F2-7A4A-9187-532F1A82DEF1}" destId="{33934A6B-C29E-4441-A6D6-5C26DEBB62C1}" srcOrd="1" destOrd="0" presId="urn:microsoft.com/office/officeart/2005/8/layout/orgChart1"/>
    <dgm:cxn modelId="{61FF27C9-D27F-904E-A5C9-CE8704B4AF68}" type="presParOf" srcId="{682F7C78-8651-794E-AB5A-BE35DDDDA938}" destId="{019538F8-9497-1140-8D88-E7B2FA6096BB}" srcOrd="1" destOrd="0" presId="urn:microsoft.com/office/officeart/2005/8/layout/orgChart1"/>
    <dgm:cxn modelId="{FD0DA659-416D-B844-BB98-E381DD6FB866}" type="presParOf" srcId="{682F7C78-8651-794E-AB5A-BE35DDDDA938}" destId="{1269506C-2630-9749-8BC9-427A7E2DF065}" srcOrd="2" destOrd="0" presId="urn:microsoft.com/office/officeart/2005/8/layout/orgChart1"/>
    <dgm:cxn modelId="{9DBF5E85-6B1A-5840-B689-C1A4C678B02E}" type="presParOf" srcId="{27BDCC63-7F66-ED45-AEBC-A0E4E16156E2}" destId="{05A33C8F-6910-4949-BE9C-BD1C34D5F497}" srcOrd="2" destOrd="0" presId="urn:microsoft.com/office/officeart/2005/8/layout/orgChart1"/>
    <dgm:cxn modelId="{B2E6A2CE-638A-F849-AC2B-E2ED9EA4B801}" type="presParOf" srcId="{115226DA-4A16-5244-A32B-658171954B3F}" destId="{431EF278-CB22-0A4C-B1DD-075C1B5F59BD}" srcOrd="2" destOrd="0" presId="urn:microsoft.com/office/officeart/2005/8/layout/orgChart1"/>
    <dgm:cxn modelId="{36BB717F-EE50-1945-A238-91CEF81055FD}" type="presParOf" srcId="{115226DA-4A16-5244-A32B-658171954B3F}" destId="{A5D582B3-4BE8-A245-9FEF-E5738B2F4D0D}" srcOrd="3" destOrd="0" presId="urn:microsoft.com/office/officeart/2005/8/layout/orgChart1"/>
    <dgm:cxn modelId="{FE07B400-1D10-1B41-804B-4A39D21A0BCA}" type="presParOf" srcId="{A5D582B3-4BE8-A245-9FEF-E5738B2F4D0D}" destId="{1CB4B094-4997-D442-82E3-6B4817551041}" srcOrd="0" destOrd="0" presId="urn:microsoft.com/office/officeart/2005/8/layout/orgChart1"/>
    <dgm:cxn modelId="{A9867EF1-BEC8-A249-A3EE-CA4EDB20AE8F}" type="presParOf" srcId="{1CB4B094-4997-D442-82E3-6B4817551041}" destId="{B15128AA-FC43-5144-913D-8C626D41F1E4}" srcOrd="0" destOrd="0" presId="urn:microsoft.com/office/officeart/2005/8/layout/orgChart1"/>
    <dgm:cxn modelId="{17661B00-25AC-4644-A0C2-8D2C3E976671}" type="presParOf" srcId="{1CB4B094-4997-D442-82E3-6B4817551041}" destId="{0772A531-C07F-9046-9C6D-5C7F57D2FB41}" srcOrd="1" destOrd="0" presId="urn:microsoft.com/office/officeart/2005/8/layout/orgChart1"/>
    <dgm:cxn modelId="{D3F5CE28-95FE-0E4B-BE27-FDDDEDD7E27D}" type="presParOf" srcId="{A5D582B3-4BE8-A245-9FEF-E5738B2F4D0D}" destId="{6A8DEDBC-2C85-8B42-8FBC-103A5580D3E8}" srcOrd="1" destOrd="0" presId="urn:microsoft.com/office/officeart/2005/8/layout/orgChart1"/>
    <dgm:cxn modelId="{DD06B67B-5228-D94F-AF45-80E52393E47A}" type="presParOf" srcId="{6A8DEDBC-2C85-8B42-8FBC-103A5580D3E8}" destId="{61EDAC7B-56D4-DE4B-B009-311722E8237C}" srcOrd="0" destOrd="0" presId="urn:microsoft.com/office/officeart/2005/8/layout/orgChart1"/>
    <dgm:cxn modelId="{392F7F6A-C8E3-BC4B-805E-D8400344149A}" type="presParOf" srcId="{6A8DEDBC-2C85-8B42-8FBC-103A5580D3E8}" destId="{51F73BC4-4245-3243-925A-A6F82F22E508}" srcOrd="1" destOrd="0" presId="urn:microsoft.com/office/officeart/2005/8/layout/orgChart1"/>
    <dgm:cxn modelId="{FB9FE1A3-555C-834D-8A50-F1729A0919FC}" type="presParOf" srcId="{51F73BC4-4245-3243-925A-A6F82F22E508}" destId="{28B2F39E-7D66-4346-9CC5-0A101BAC1735}" srcOrd="0" destOrd="0" presId="urn:microsoft.com/office/officeart/2005/8/layout/orgChart1"/>
    <dgm:cxn modelId="{44AE7DA7-7745-C343-9892-3378E81EE2BE}" type="presParOf" srcId="{28B2F39E-7D66-4346-9CC5-0A101BAC1735}" destId="{F6394F5C-1CBB-E145-9583-B6C19B9446A7}" srcOrd="0" destOrd="0" presId="urn:microsoft.com/office/officeart/2005/8/layout/orgChart1"/>
    <dgm:cxn modelId="{614DDDEA-440B-4E42-AADF-F7AFFD95A0C9}" type="presParOf" srcId="{28B2F39E-7D66-4346-9CC5-0A101BAC1735}" destId="{6C041A5B-5A19-0141-8D0A-4D5B5489C562}" srcOrd="1" destOrd="0" presId="urn:microsoft.com/office/officeart/2005/8/layout/orgChart1"/>
    <dgm:cxn modelId="{711DE102-F525-0342-B0CB-84D408CE90B7}" type="presParOf" srcId="{51F73BC4-4245-3243-925A-A6F82F22E508}" destId="{E51EACD6-1F96-E946-A9D0-02C38782A041}" srcOrd="1" destOrd="0" presId="urn:microsoft.com/office/officeart/2005/8/layout/orgChart1"/>
    <dgm:cxn modelId="{A34E00BB-1E7D-8A42-8F3C-B0276037558D}" type="presParOf" srcId="{51F73BC4-4245-3243-925A-A6F82F22E508}" destId="{EDC171EC-ABC4-3541-8940-F52C5BF89625}" srcOrd="2" destOrd="0" presId="urn:microsoft.com/office/officeart/2005/8/layout/orgChart1"/>
    <dgm:cxn modelId="{44945999-188A-694B-AB64-8793371FBFCB}" type="presParOf" srcId="{6A8DEDBC-2C85-8B42-8FBC-103A5580D3E8}" destId="{70867682-FE38-5E4A-AFE6-228044370620}" srcOrd="2" destOrd="0" presId="urn:microsoft.com/office/officeart/2005/8/layout/orgChart1"/>
    <dgm:cxn modelId="{EFDAF8A3-12D3-6540-A297-12979ABC8C19}" type="presParOf" srcId="{6A8DEDBC-2C85-8B42-8FBC-103A5580D3E8}" destId="{E2C4EA68-163F-1C4A-B0C4-CBA4164C4B2B}" srcOrd="3" destOrd="0" presId="urn:microsoft.com/office/officeart/2005/8/layout/orgChart1"/>
    <dgm:cxn modelId="{11026FE0-0FCF-C142-BA77-BA2C38848474}" type="presParOf" srcId="{E2C4EA68-163F-1C4A-B0C4-CBA4164C4B2B}" destId="{D6835751-1DA2-5E45-B98D-37C054986F35}" srcOrd="0" destOrd="0" presId="urn:microsoft.com/office/officeart/2005/8/layout/orgChart1"/>
    <dgm:cxn modelId="{BDB104FB-EC6B-1647-8B4A-B29D2E1EFCB2}" type="presParOf" srcId="{D6835751-1DA2-5E45-B98D-37C054986F35}" destId="{5A229B8B-D512-0348-8A08-062CEAF15F18}" srcOrd="0" destOrd="0" presId="urn:microsoft.com/office/officeart/2005/8/layout/orgChart1"/>
    <dgm:cxn modelId="{DF5FBC18-F6A4-FF4E-AD80-92D7C8FE66B3}" type="presParOf" srcId="{D6835751-1DA2-5E45-B98D-37C054986F35}" destId="{A6F4CE65-C7C0-BB46-8959-AE0A9D3F577D}" srcOrd="1" destOrd="0" presId="urn:microsoft.com/office/officeart/2005/8/layout/orgChart1"/>
    <dgm:cxn modelId="{1DA49669-5812-3740-BF45-E6E1BFB1AECE}" type="presParOf" srcId="{E2C4EA68-163F-1C4A-B0C4-CBA4164C4B2B}" destId="{C465FF04-066D-954C-8C84-0BF19CC12E10}" srcOrd="1" destOrd="0" presId="urn:microsoft.com/office/officeart/2005/8/layout/orgChart1"/>
    <dgm:cxn modelId="{D39B2215-DE2C-B34C-BB6C-AE1E96465021}" type="presParOf" srcId="{E2C4EA68-163F-1C4A-B0C4-CBA4164C4B2B}" destId="{949D4404-8DD8-EC47-9442-FF7353FFE027}" srcOrd="2" destOrd="0" presId="urn:microsoft.com/office/officeart/2005/8/layout/orgChart1"/>
    <dgm:cxn modelId="{8646DE2F-F55F-CA40-B5C7-CE1F80681F07}" type="presParOf" srcId="{A5D582B3-4BE8-A245-9FEF-E5738B2F4D0D}" destId="{B0204516-BDDA-1741-ACCA-B1E4A2DC1C6D}" srcOrd="2" destOrd="0" presId="urn:microsoft.com/office/officeart/2005/8/layout/orgChart1"/>
    <dgm:cxn modelId="{14D39512-82D5-DE48-B030-4145E809A8CA}" type="presParOf" srcId="{115226DA-4A16-5244-A32B-658171954B3F}" destId="{95A25C3F-7248-2C41-AE5F-527287328C77}" srcOrd="4" destOrd="0" presId="urn:microsoft.com/office/officeart/2005/8/layout/orgChart1"/>
    <dgm:cxn modelId="{14A9A322-11FE-3148-8B03-97567A3B0668}" type="presParOf" srcId="{115226DA-4A16-5244-A32B-658171954B3F}" destId="{4CA7A396-AF16-DD43-8AD9-CC6EB677E418}" srcOrd="5" destOrd="0" presId="urn:microsoft.com/office/officeart/2005/8/layout/orgChart1"/>
    <dgm:cxn modelId="{35C0BCBD-4697-F947-BB60-689B707C9DE8}" type="presParOf" srcId="{4CA7A396-AF16-DD43-8AD9-CC6EB677E418}" destId="{B01C327E-CB8C-A942-A475-CD9939C88083}" srcOrd="0" destOrd="0" presId="urn:microsoft.com/office/officeart/2005/8/layout/orgChart1"/>
    <dgm:cxn modelId="{59565A5B-1791-E746-82F0-A8E76290719D}" type="presParOf" srcId="{B01C327E-CB8C-A942-A475-CD9939C88083}" destId="{6EB75296-751A-024A-A2B5-BA38E4970D20}" srcOrd="0" destOrd="0" presId="urn:microsoft.com/office/officeart/2005/8/layout/orgChart1"/>
    <dgm:cxn modelId="{1E0E4561-B3E6-0848-8208-AF1D24CAC3BA}" type="presParOf" srcId="{B01C327E-CB8C-A942-A475-CD9939C88083}" destId="{56FB0142-518D-4C43-B733-2E34736C427E}" srcOrd="1" destOrd="0" presId="urn:microsoft.com/office/officeart/2005/8/layout/orgChart1"/>
    <dgm:cxn modelId="{DE52133D-FB83-A344-838A-694835880FC8}" type="presParOf" srcId="{4CA7A396-AF16-DD43-8AD9-CC6EB677E418}" destId="{A4AB57A4-EC1B-4147-9310-947000D4A303}" srcOrd="1" destOrd="0" presId="urn:microsoft.com/office/officeart/2005/8/layout/orgChart1"/>
    <dgm:cxn modelId="{C7598AEC-0017-EB4A-AD92-564D41C98E21}" type="presParOf" srcId="{A4AB57A4-EC1B-4147-9310-947000D4A303}" destId="{E4723AAE-B6C6-2F47-8093-4C715C4FBD07}" srcOrd="0" destOrd="0" presId="urn:microsoft.com/office/officeart/2005/8/layout/orgChart1"/>
    <dgm:cxn modelId="{178274A3-1746-1E44-B93C-DE96BF759251}" type="presParOf" srcId="{A4AB57A4-EC1B-4147-9310-947000D4A303}" destId="{6C80014A-8AC0-F04C-B2B0-39B2B90900F5}" srcOrd="1" destOrd="0" presId="urn:microsoft.com/office/officeart/2005/8/layout/orgChart1"/>
    <dgm:cxn modelId="{8D114CE8-5653-EF4D-9FB3-C93168EDB6EC}" type="presParOf" srcId="{6C80014A-8AC0-F04C-B2B0-39B2B90900F5}" destId="{F180B61F-6EC8-4142-9E76-AF57E5E34CB3}" srcOrd="0" destOrd="0" presId="urn:microsoft.com/office/officeart/2005/8/layout/orgChart1"/>
    <dgm:cxn modelId="{194802A7-CE01-D648-9A2C-18B87C52DE06}" type="presParOf" srcId="{F180B61F-6EC8-4142-9E76-AF57E5E34CB3}" destId="{82D21A25-1660-9642-B492-B6FE39CA1DC3}" srcOrd="0" destOrd="0" presId="urn:microsoft.com/office/officeart/2005/8/layout/orgChart1"/>
    <dgm:cxn modelId="{A7C13D1F-1EC3-2B45-84AD-67B69CFDB0B9}" type="presParOf" srcId="{F180B61F-6EC8-4142-9E76-AF57E5E34CB3}" destId="{43A74D22-141C-FF43-B2E4-CD8BAD7F02BF}" srcOrd="1" destOrd="0" presId="urn:microsoft.com/office/officeart/2005/8/layout/orgChart1"/>
    <dgm:cxn modelId="{F8F67B32-C0B9-9F4B-984B-84D48E4BD89C}" type="presParOf" srcId="{6C80014A-8AC0-F04C-B2B0-39B2B90900F5}" destId="{8F95BA5C-A39F-284E-9FB2-FD7AF2A7C48F}" srcOrd="1" destOrd="0" presId="urn:microsoft.com/office/officeart/2005/8/layout/orgChart1"/>
    <dgm:cxn modelId="{04F4F5B5-CF21-3B43-84CE-17AEDD6A04EA}" type="presParOf" srcId="{6C80014A-8AC0-F04C-B2B0-39B2B90900F5}" destId="{537C761D-6E71-994A-AC4B-48935B7241A7}" srcOrd="2" destOrd="0" presId="urn:microsoft.com/office/officeart/2005/8/layout/orgChart1"/>
    <dgm:cxn modelId="{DFE3BD0F-505A-A343-BBAC-A790689E2AAE}" type="presParOf" srcId="{A4AB57A4-EC1B-4147-9310-947000D4A303}" destId="{AD353964-8ED7-EB44-8209-74E8806D79A0}" srcOrd="2" destOrd="0" presId="urn:microsoft.com/office/officeart/2005/8/layout/orgChart1"/>
    <dgm:cxn modelId="{56866D87-7B06-4148-B602-3CC37D34FDAF}" type="presParOf" srcId="{A4AB57A4-EC1B-4147-9310-947000D4A303}" destId="{B6AEB7B8-2013-D24A-9DF9-ED3BF53D3879}" srcOrd="3" destOrd="0" presId="urn:microsoft.com/office/officeart/2005/8/layout/orgChart1"/>
    <dgm:cxn modelId="{BD76B0CE-D7E0-0B4D-B3E6-B55EF0AB714A}" type="presParOf" srcId="{B6AEB7B8-2013-D24A-9DF9-ED3BF53D3879}" destId="{4A415B9A-AC2E-6D47-9145-B7B3F0E9E64E}" srcOrd="0" destOrd="0" presId="urn:microsoft.com/office/officeart/2005/8/layout/orgChart1"/>
    <dgm:cxn modelId="{3E17BE7A-1ECC-C04B-B57C-8709000B78E4}" type="presParOf" srcId="{4A415B9A-AC2E-6D47-9145-B7B3F0E9E64E}" destId="{E24975E5-7494-AA44-B751-41ADCB5BD978}" srcOrd="0" destOrd="0" presId="urn:microsoft.com/office/officeart/2005/8/layout/orgChart1"/>
    <dgm:cxn modelId="{40DCCCD2-6A1C-2546-8895-E85A2C89413C}" type="presParOf" srcId="{4A415B9A-AC2E-6D47-9145-B7B3F0E9E64E}" destId="{079D3715-AB95-034D-A0CA-D9F1BDF33AC9}" srcOrd="1" destOrd="0" presId="urn:microsoft.com/office/officeart/2005/8/layout/orgChart1"/>
    <dgm:cxn modelId="{045D1607-ECA0-804B-865D-2F6566FBE4C8}" type="presParOf" srcId="{B6AEB7B8-2013-D24A-9DF9-ED3BF53D3879}" destId="{82AFA008-F951-434A-81B0-28B1127A3370}" srcOrd="1" destOrd="0" presId="urn:microsoft.com/office/officeart/2005/8/layout/orgChart1"/>
    <dgm:cxn modelId="{9D3A3664-A92C-DD43-A50F-116395844BA6}" type="presParOf" srcId="{B6AEB7B8-2013-D24A-9DF9-ED3BF53D3879}" destId="{07D29ED8-5A3B-544D-9964-87135D2F231C}" srcOrd="2" destOrd="0" presId="urn:microsoft.com/office/officeart/2005/8/layout/orgChart1"/>
    <dgm:cxn modelId="{DA70C2CE-9DE4-E747-A717-B9662219EC0F}" type="presParOf" srcId="{4CA7A396-AF16-DD43-8AD9-CC6EB677E418}" destId="{17C1A403-C0DC-F34A-9E5B-13AF91C1994C}" srcOrd="2" destOrd="0" presId="urn:microsoft.com/office/officeart/2005/8/layout/orgChart1"/>
    <dgm:cxn modelId="{792080A1-E76C-A14E-9969-3AEF80D0DB76}" type="presParOf" srcId="{3D8A8C72-AE53-D545-B7C6-B41653F96708}" destId="{4BDFB8C3-60AE-1F43-A1DC-373F7B5CF89C}" srcOrd="2" destOrd="0" presId="urn:microsoft.com/office/officeart/2005/8/layout/orgChart1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D90C2A4-923D-463B-9F3E-454EFB8AD9F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AEFBE17-9D82-4E81-AAC1-AAA4DB8D1FB4}">
      <dgm:prSet custT="1"/>
      <dgm:spPr/>
      <dgm:t>
        <a:bodyPr/>
        <a:lstStyle/>
        <a:p>
          <a:r>
            <a:rPr lang="en-US" sz="1400" b="1">
              <a:latin typeface="Calibri" panose="020F0502020204030204" pitchFamily="34" charset="0"/>
              <a:cs typeface="Calibri" panose="020F0502020204030204" pitchFamily="34" charset="0"/>
            </a:rPr>
            <a:t>Dealer annotations: </a:t>
          </a:r>
          <a:r>
            <a:rPr lang="en-US" sz="1400">
              <a:latin typeface="Calibri" panose="020F0502020204030204" pitchFamily="34" charset="0"/>
              <a:cs typeface="Calibri" panose="020F0502020204030204" pitchFamily="34" charset="0"/>
            </a:rPr>
            <a:t>+20.30 utils </a:t>
          </a:r>
        </a:p>
      </dgm:t>
    </dgm:pt>
    <dgm:pt modelId="{4DBD07D6-81B3-44BF-ABE2-95687FE83EA9}" type="parTrans" cxnId="{6C05907C-3160-4D37-8AFE-65FA4335830D}">
      <dgm:prSet/>
      <dgm:spPr/>
      <dgm:t>
        <a:bodyPr/>
        <a:lstStyle/>
        <a:p>
          <a:endParaRPr lang="en-US" sz="14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C7CBCAA8-4CA0-4762-BD98-AF11E5E1A22C}" type="sibTrans" cxnId="{6C05907C-3160-4D37-8AFE-65FA4335830D}">
      <dgm:prSet/>
      <dgm:spPr/>
      <dgm:t>
        <a:bodyPr/>
        <a:lstStyle/>
        <a:p>
          <a:endParaRPr lang="en-US" sz="14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1A4127E9-0D76-471F-B416-75E0F31878CA}">
      <dgm:prSet custT="1"/>
      <dgm:spPr/>
      <dgm:t>
        <a:bodyPr/>
        <a:lstStyle/>
        <a:p>
          <a:r>
            <a:rPr lang="en-US" sz="1400" b="1">
              <a:latin typeface="Calibri" panose="020F0502020204030204" pitchFamily="34" charset="0"/>
              <a:cs typeface="Calibri" panose="020F0502020204030204" pitchFamily="34" charset="0"/>
            </a:rPr>
            <a:t>Friends/family sharing</a:t>
          </a:r>
          <a:r>
            <a:rPr lang="en-US" sz="1400">
              <a:latin typeface="Calibri" panose="020F0502020204030204" pitchFamily="34" charset="0"/>
              <a:cs typeface="Calibri" panose="020F0502020204030204" pitchFamily="34" charset="0"/>
            </a:rPr>
            <a:t>: +6.70 utils </a:t>
          </a:r>
        </a:p>
      </dgm:t>
    </dgm:pt>
    <dgm:pt modelId="{5125FA5A-5A32-453A-A0FC-ABD85FD0A6B4}" type="parTrans" cxnId="{47C8996D-BEF5-4038-9F88-AD706135D697}">
      <dgm:prSet/>
      <dgm:spPr/>
      <dgm:t>
        <a:bodyPr/>
        <a:lstStyle/>
        <a:p>
          <a:endParaRPr lang="en-US" sz="14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150B5C1C-66C1-4C3D-BB91-7590A49084E1}" type="sibTrans" cxnId="{47C8996D-BEF5-4038-9F88-AD706135D697}">
      <dgm:prSet/>
      <dgm:spPr/>
      <dgm:t>
        <a:bodyPr/>
        <a:lstStyle/>
        <a:p>
          <a:endParaRPr lang="en-US" sz="14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9E32E328-2485-4B50-BC8C-3F7E9B9C6420}">
      <dgm:prSet custT="1"/>
      <dgm:spPr/>
      <dgm:t>
        <a:bodyPr/>
        <a:lstStyle/>
        <a:p>
          <a:r>
            <a:rPr lang="en-US" sz="1400" b="1">
              <a:latin typeface="Calibri" panose="020F0502020204030204" pitchFamily="34" charset="0"/>
              <a:cs typeface="Calibri" panose="020F0502020204030204" pitchFamily="34" charset="0"/>
            </a:rPr>
            <a:t>No collaboration: </a:t>
          </a:r>
          <a:r>
            <a:rPr lang="en-US" sz="1400" b="0">
              <a:latin typeface="Calibri" panose="020F0502020204030204" pitchFamily="34" charset="0"/>
              <a:cs typeface="Calibri" panose="020F0502020204030204" pitchFamily="34" charset="0"/>
            </a:rPr>
            <a:t>-27.00 utils</a:t>
          </a:r>
        </a:p>
      </dgm:t>
    </dgm:pt>
    <dgm:pt modelId="{6BC39A8A-9874-4E7B-A85D-496BF22CA66A}" type="parTrans" cxnId="{F89E44A1-FB98-4D24-8117-6B2BAFD38753}">
      <dgm:prSet/>
      <dgm:spPr/>
      <dgm:t>
        <a:bodyPr/>
        <a:lstStyle/>
        <a:p>
          <a:endParaRPr lang="en-US" sz="14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27010B2D-08D6-48C3-8CC4-D326C2DE4267}" type="sibTrans" cxnId="{F89E44A1-FB98-4D24-8117-6B2BAFD38753}">
      <dgm:prSet/>
      <dgm:spPr/>
      <dgm:t>
        <a:bodyPr/>
        <a:lstStyle/>
        <a:p>
          <a:endParaRPr lang="en-US" sz="14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DE464CFE-C2BD-4501-83E1-6B2B2216F646}">
      <dgm:prSet custT="1"/>
      <dgm:spPr/>
      <dgm:t>
        <a:bodyPr/>
        <a:lstStyle/>
        <a:p>
          <a:r>
            <a:rPr lang="en-US" sz="1400" b="1">
              <a:latin typeface="Calibri" panose="020F0502020204030204" pitchFamily="34" charset="0"/>
              <a:cs typeface="Calibri" panose="020F0502020204030204" pitchFamily="34" charset="0"/>
            </a:rPr>
            <a:t>Interpretation:</a:t>
          </a:r>
          <a:endParaRPr lang="en-US" sz="14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5FEA62CB-4830-4F15-BAE7-C49C41632804}" type="parTrans" cxnId="{6F8175D0-5DCC-4F2D-BF2B-EBF3E5EDCBFD}">
      <dgm:prSet/>
      <dgm:spPr/>
      <dgm:t>
        <a:bodyPr/>
        <a:lstStyle/>
        <a:p>
          <a:endParaRPr lang="en-US" sz="14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B49A522C-9614-4705-A4A2-B805645BEF67}" type="sibTrans" cxnId="{6F8175D0-5DCC-4F2D-BF2B-EBF3E5EDCBFD}">
      <dgm:prSet/>
      <dgm:spPr/>
      <dgm:t>
        <a:bodyPr/>
        <a:lstStyle/>
        <a:p>
          <a:endParaRPr lang="en-US" sz="14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D0D39F3E-155C-4AF0-B46F-1F9745D904C9}">
      <dgm:prSet custT="1"/>
      <dgm:spPr/>
      <dgm:t>
        <a:bodyPr/>
        <a:lstStyle/>
        <a:p>
          <a:r>
            <a:rPr lang="en-US" sz="1400">
              <a:latin typeface="Calibri" panose="020F0502020204030204" pitchFamily="34" charset="0"/>
              <a:cs typeface="Calibri" panose="020F0502020204030204" pitchFamily="34" charset="0"/>
            </a:rPr>
            <a:t>Customers </a:t>
          </a:r>
          <a:r>
            <a:rPr lang="en-US" sz="1400" b="1">
              <a:latin typeface="Calibri" panose="020F0502020204030204" pitchFamily="34" charset="0"/>
              <a:cs typeface="Calibri" panose="020F0502020204030204" pitchFamily="34" charset="0"/>
            </a:rPr>
            <a:t>strongly dislike having no collaboration</a:t>
          </a:r>
          <a:r>
            <a:rPr lang="en-US" sz="1400">
              <a:latin typeface="Calibri" panose="020F0502020204030204" pitchFamily="34" charset="0"/>
              <a:cs typeface="Calibri" panose="020F0502020204030204" pitchFamily="34" charset="0"/>
            </a:rPr>
            <a:t>.</a:t>
          </a:r>
        </a:p>
      </dgm:t>
    </dgm:pt>
    <dgm:pt modelId="{022B408C-B4B9-4C5F-B745-C84E0098A1F7}" type="parTrans" cxnId="{816AD4D5-C682-4DB5-935E-585D5CF61401}">
      <dgm:prSet/>
      <dgm:spPr/>
      <dgm:t>
        <a:bodyPr/>
        <a:lstStyle/>
        <a:p>
          <a:endParaRPr lang="en-US" sz="14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814AAE8C-50E8-439C-93EF-BC73CDBF2EE1}" type="sibTrans" cxnId="{816AD4D5-C682-4DB5-935E-585D5CF61401}">
      <dgm:prSet/>
      <dgm:spPr/>
      <dgm:t>
        <a:bodyPr/>
        <a:lstStyle/>
        <a:p>
          <a:endParaRPr lang="en-US" sz="14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39BB5DDD-2276-4D43-B85C-294EF52B171E}">
      <dgm:prSet custT="1"/>
      <dgm:spPr/>
      <dgm:t>
        <a:bodyPr/>
        <a:lstStyle/>
        <a:p>
          <a:r>
            <a:rPr lang="en-US" sz="1400">
              <a:latin typeface="Calibri" panose="020F0502020204030204" pitchFamily="34" charset="0"/>
              <a:cs typeface="Calibri" panose="020F0502020204030204" pitchFamily="34" charset="0"/>
            </a:rPr>
            <a:t>They value </a:t>
          </a:r>
          <a:r>
            <a:rPr lang="en-US" sz="1400" b="1">
              <a:latin typeface="Calibri" panose="020F0502020204030204" pitchFamily="34" charset="0"/>
              <a:cs typeface="Calibri" panose="020F0502020204030204" pitchFamily="34" charset="0"/>
            </a:rPr>
            <a:t>dealer annotations</a:t>
          </a:r>
          <a:r>
            <a:rPr lang="en-US" sz="1400">
              <a:latin typeface="Calibri" panose="020F0502020204030204" pitchFamily="34" charset="0"/>
              <a:cs typeface="Calibri" panose="020F0502020204030204" pitchFamily="34" charset="0"/>
            </a:rPr>
            <a:t> much more than simple social sharing, which fits a </a:t>
          </a:r>
          <a:r>
            <a:rPr lang="en-US" sz="1400" b="1">
              <a:latin typeface="Calibri" panose="020F0502020204030204" pitchFamily="34" charset="0"/>
              <a:cs typeface="Calibri" panose="020F0502020204030204" pitchFamily="34" charset="0"/>
            </a:rPr>
            <a:t>professional, sales-oriented</a:t>
          </a:r>
          <a:r>
            <a:rPr lang="en-US" sz="1400">
              <a:latin typeface="Calibri" panose="020F0502020204030204" pitchFamily="34" charset="0"/>
              <a:cs typeface="Calibri" panose="020F0502020204030204" pitchFamily="34" charset="0"/>
            </a:rPr>
            <a:t> workflow rather than casual hobby use.</a:t>
          </a:r>
        </a:p>
      </dgm:t>
    </dgm:pt>
    <dgm:pt modelId="{E6BDDABA-165E-4C53-8505-4CBF0C1B1E43}" type="parTrans" cxnId="{E71686B6-0F65-472F-B118-7F2B7D0FB555}">
      <dgm:prSet/>
      <dgm:spPr/>
      <dgm:t>
        <a:bodyPr/>
        <a:lstStyle/>
        <a:p>
          <a:endParaRPr lang="en-US" sz="14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A44F8D6D-EE5D-4068-BD5C-9562979E0842}" type="sibTrans" cxnId="{E71686B6-0F65-472F-B118-7F2B7D0FB555}">
      <dgm:prSet/>
      <dgm:spPr/>
      <dgm:t>
        <a:bodyPr/>
        <a:lstStyle/>
        <a:p>
          <a:endParaRPr lang="en-US" sz="14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1FFCE599-DEC8-4715-B009-DB40A4E50633}">
      <dgm:prSet custT="1"/>
      <dgm:spPr/>
      <dgm:t>
        <a:bodyPr/>
        <a:lstStyle/>
        <a:p>
          <a:r>
            <a:rPr lang="en-US" sz="1400" b="1">
              <a:latin typeface="Calibri" panose="020F0502020204030204" pitchFamily="34" charset="0"/>
              <a:cs typeface="Calibri" panose="020F0502020204030204" pitchFamily="34" charset="0"/>
            </a:rPr>
            <a:t>Primary target segment:</a:t>
          </a:r>
          <a:endParaRPr lang="en-US" sz="14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7B6FCBEE-7ECE-46B7-9591-4AFFF4F985BB}" type="parTrans" cxnId="{AE7DB3FB-796D-47B8-95B3-70AD0E98F334}">
      <dgm:prSet/>
      <dgm:spPr/>
      <dgm:t>
        <a:bodyPr/>
        <a:lstStyle/>
        <a:p>
          <a:endParaRPr lang="en-US" sz="14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34958545-25C5-4ED0-8706-B80EEB867B80}" type="sibTrans" cxnId="{AE7DB3FB-796D-47B8-95B3-70AD0E98F334}">
      <dgm:prSet/>
      <dgm:spPr/>
      <dgm:t>
        <a:bodyPr/>
        <a:lstStyle/>
        <a:p>
          <a:endParaRPr lang="en-US" sz="14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3E63402C-19FC-4E82-9ED7-FFAC7F284B70}">
      <dgm:prSet custT="1"/>
      <dgm:spPr/>
      <dgm:t>
        <a:bodyPr/>
        <a:lstStyle/>
        <a:p>
          <a:r>
            <a:rPr lang="en-US" sz="1400" b="1">
              <a:latin typeface="Calibri" panose="020F0502020204030204" pitchFamily="34" charset="0"/>
              <a:cs typeface="Calibri" panose="020F0502020204030204" pitchFamily="34" charset="0"/>
            </a:rPr>
            <a:t>OEM dealerships and larger independent shops</a:t>
          </a:r>
          <a:r>
            <a:rPr lang="en-US" sz="1400">
              <a:latin typeface="Calibri" panose="020F0502020204030204" pitchFamily="34" charset="0"/>
              <a:cs typeface="Calibri" panose="020F0502020204030204" pitchFamily="34" charset="0"/>
            </a:rPr>
            <a:t> that:</a:t>
          </a:r>
        </a:p>
      </dgm:t>
    </dgm:pt>
    <dgm:pt modelId="{9AC2C46C-9087-4335-95EF-F8B482AB6664}" type="parTrans" cxnId="{338DD1CA-335D-43EF-A995-38FBC9C83AD1}">
      <dgm:prSet/>
      <dgm:spPr/>
      <dgm:t>
        <a:bodyPr/>
        <a:lstStyle/>
        <a:p>
          <a:endParaRPr lang="en-US" sz="14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9B942433-88B5-4F47-B031-F2601EA2AE94}" type="sibTrans" cxnId="{338DD1CA-335D-43EF-A995-38FBC9C83AD1}">
      <dgm:prSet/>
      <dgm:spPr/>
      <dgm:t>
        <a:bodyPr/>
        <a:lstStyle/>
        <a:p>
          <a:endParaRPr lang="en-US" sz="14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FC4F03BB-42F8-4932-B81E-D955482D5239}">
      <dgm:prSet custT="1"/>
      <dgm:spPr/>
      <dgm:t>
        <a:bodyPr/>
        <a:lstStyle/>
        <a:p>
          <a:r>
            <a:rPr lang="en-US" sz="1400">
              <a:latin typeface="Calibri" panose="020F0502020204030204" pitchFamily="34" charset="0"/>
              <a:cs typeface="Calibri" panose="020F0502020204030204" pitchFamily="34" charset="0"/>
            </a:rPr>
            <a:t>Need clear feature explanations and delivery walkthroughs. </a:t>
          </a:r>
        </a:p>
      </dgm:t>
    </dgm:pt>
    <dgm:pt modelId="{C4A7E09D-146A-4153-986E-56992E8F9D12}" type="parTrans" cxnId="{55BD4097-09B2-47E2-ADBB-E2FC90881487}">
      <dgm:prSet/>
      <dgm:spPr/>
      <dgm:t>
        <a:bodyPr/>
        <a:lstStyle/>
        <a:p>
          <a:endParaRPr lang="en-US" sz="14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4D75A15E-2792-48C8-92BA-297CECE136FD}" type="sibTrans" cxnId="{55BD4097-09B2-47E2-ADBB-E2FC90881487}">
      <dgm:prSet/>
      <dgm:spPr/>
      <dgm:t>
        <a:bodyPr/>
        <a:lstStyle/>
        <a:p>
          <a:endParaRPr lang="en-US" sz="14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E11730E5-EA75-4DCB-9AA5-4967D1645227}">
      <dgm:prSet custT="1"/>
      <dgm:spPr/>
      <dgm:t>
        <a:bodyPr/>
        <a:lstStyle/>
        <a:p>
          <a:r>
            <a:rPr lang="en-US" sz="1400">
              <a:latin typeface="Calibri" panose="020F0502020204030204" pitchFamily="34" charset="0"/>
              <a:cs typeface="Calibri" panose="020F0502020204030204" pitchFamily="34" charset="0"/>
            </a:rPr>
            <a:t>Dealer-annotation feature matches their sales and service workflow.</a:t>
          </a:r>
        </a:p>
      </dgm:t>
    </dgm:pt>
    <dgm:pt modelId="{FCE00672-15EA-411E-809B-A2C94C3C77E5}" type="parTrans" cxnId="{59BF9C71-5236-4A21-8049-3D71B39A916F}">
      <dgm:prSet/>
      <dgm:spPr/>
      <dgm:t>
        <a:bodyPr/>
        <a:lstStyle/>
        <a:p>
          <a:endParaRPr lang="en-US" sz="14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C9A9AEB7-5744-48E0-874A-2A4F68CE0BEB}" type="sibTrans" cxnId="{59BF9C71-5236-4A21-8049-3D71B39A916F}">
      <dgm:prSet/>
      <dgm:spPr/>
      <dgm:t>
        <a:bodyPr/>
        <a:lstStyle/>
        <a:p>
          <a:endParaRPr lang="en-US" sz="14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4F22F241-8EDA-49DD-ACCD-BFA873F6FE91}">
      <dgm:prSet custT="1"/>
      <dgm:spPr/>
      <dgm:t>
        <a:bodyPr/>
        <a:lstStyle/>
        <a:p>
          <a:r>
            <a:rPr lang="en-US" sz="1400" b="1">
              <a:latin typeface="Calibri" panose="020F0502020204030204" pitchFamily="34" charset="0"/>
              <a:cs typeface="Calibri" panose="020F0502020204030204" pitchFamily="34" charset="0"/>
            </a:rPr>
            <a:t>Secondary segment (later): </a:t>
          </a:r>
          <a:r>
            <a:rPr lang="en-US" sz="1400">
              <a:latin typeface="Calibri" panose="020F0502020204030204" pitchFamily="34" charset="0"/>
              <a:cs typeface="Calibri" panose="020F0502020204030204" pitchFamily="34" charset="0"/>
            </a:rPr>
            <a:t>Training academies or enthusiast communities where “share with friends/family” is more important.</a:t>
          </a:r>
        </a:p>
      </dgm:t>
    </dgm:pt>
    <dgm:pt modelId="{BA8FA2D3-2514-4B71-B8C0-EAF6AF400825}" type="parTrans" cxnId="{2DBA6A7F-D99D-4DA9-81DB-73E7B86905AA}">
      <dgm:prSet/>
      <dgm:spPr/>
      <dgm:t>
        <a:bodyPr/>
        <a:lstStyle/>
        <a:p>
          <a:endParaRPr lang="en-US" sz="14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B2574528-C41D-4D17-97D0-D9310CBD44E3}" type="sibTrans" cxnId="{2DBA6A7F-D99D-4DA9-81DB-73E7B86905AA}">
      <dgm:prSet/>
      <dgm:spPr/>
      <dgm:t>
        <a:bodyPr/>
        <a:lstStyle/>
        <a:p>
          <a:endParaRPr lang="en-US" sz="14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E016882E-5AF1-4365-AC0D-4C588F7DB993}">
      <dgm:prSet custT="1"/>
      <dgm:spPr/>
      <dgm:t>
        <a:bodyPr/>
        <a:lstStyle/>
        <a:p>
          <a:r>
            <a:rPr lang="en-US" sz="1400" b="1" dirty="0">
              <a:latin typeface="Calibri" panose="020F0502020204030204" pitchFamily="34" charset="0"/>
              <a:cs typeface="Calibri" panose="020F0502020204030204" pitchFamily="34" charset="0"/>
            </a:rPr>
            <a:t>Not in Focus now: </a:t>
          </a:r>
          <a:r>
            <a:rPr lang="en-US" sz="1400" dirty="0">
              <a:latin typeface="Calibri" panose="020F0502020204030204" pitchFamily="34" charset="0"/>
              <a:cs typeface="Calibri" panose="020F0502020204030204" pitchFamily="34" charset="0"/>
            </a:rPr>
            <a:t>Social / fun sharing only (friends &amp; family), Users who prefer </a:t>
          </a:r>
          <a:r>
            <a:rPr lang="en-US" sz="1400" b="1" dirty="0">
              <a:latin typeface="Calibri" panose="020F0502020204030204" pitchFamily="34" charset="0"/>
              <a:cs typeface="Calibri" panose="020F0502020204030204" pitchFamily="34" charset="0"/>
            </a:rPr>
            <a:t>no XR solution</a:t>
          </a:r>
          <a:endParaRPr lang="en-US" sz="14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15092ADE-B2BF-4479-B2D5-EEE1C15A5750}" type="parTrans" cxnId="{B224D5BF-2D67-4F3B-B805-EFDAA4E1321B}">
      <dgm:prSet/>
      <dgm:spPr/>
      <dgm:t>
        <a:bodyPr/>
        <a:lstStyle/>
        <a:p>
          <a:endParaRPr lang="en-US" sz="14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2543776E-AF07-4E93-9677-AC86277D61FC}" type="sibTrans" cxnId="{B224D5BF-2D67-4F3B-B805-EFDAA4E1321B}">
      <dgm:prSet/>
      <dgm:spPr/>
      <dgm:t>
        <a:bodyPr/>
        <a:lstStyle/>
        <a:p>
          <a:endParaRPr lang="en-US" sz="14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FF6A16D1-21AD-4A9B-B1DF-2242CF882B58}">
      <dgm:prSet custT="1"/>
      <dgm:spPr/>
      <dgm:t>
        <a:bodyPr/>
        <a:lstStyle/>
        <a:p>
          <a:r>
            <a:rPr lang="en-US" sz="1400" b="1">
              <a:latin typeface="Calibri" panose="020F0502020204030204" pitchFamily="34" charset="0"/>
              <a:cs typeface="Calibri" panose="020F0502020204030204" pitchFamily="34" charset="0"/>
            </a:rPr>
            <a:t>Collaboration features:</a:t>
          </a:r>
          <a:endParaRPr lang="en-US" sz="14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7A1D612A-7682-4944-95FD-20C5B24C8F02}" type="sibTrans" cxnId="{54924D08-A1D9-4E5A-8EEC-00E000159217}">
      <dgm:prSet/>
      <dgm:spPr/>
      <dgm:t>
        <a:bodyPr/>
        <a:lstStyle/>
        <a:p>
          <a:endParaRPr lang="en-US" sz="14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87005CE0-D44B-4ED4-807F-BF11CB950475}" type="parTrans" cxnId="{54924D08-A1D9-4E5A-8EEC-00E000159217}">
      <dgm:prSet/>
      <dgm:spPr/>
      <dgm:t>
        <a:bodyPr/>
        <a:lstStyle/>
        <a:p>
          <a:endParaRPr lang="en-US" sz="14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896C8646-28CA-4325-B2A6-22175282BDC2}" type="pres">
      <dgm:prSet presAssocID="{9D90C2A4-923D-463B-9F3E-454EFB8AD9F5}" presName="linear" presStyleCnt="0">
        <dgm:presLayoutVars>
          <dgm:animLvl val="lvl"/>
          <dgm:resizeHandles val="exact"/>
        </dgm:presLayoutVars>
      </dgm:prSet>
      <dgm:spPr/>
    </dgm:pt>
    <dgm:pt modelId="{6F90D799-4AF5-450C-8704-31C69A5B47FB}" type="pres">
      <dgm:prSet presAssocID="{FF6A16D1-21AD-4A9B-B1DF-2242CF882B58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F1AC4FDE-4775-4524-936F-D15F6EDFC1D9}" type="pres">
      <dgm:prSet presAssocID="{FF6A16D1-21AD-4A9B-B1DF-2242CF882B58}" presName="childText" presStyleLbl="revTx" presStyleIdx="0" presStyleCnt="3">
        <dgm:presLayoutVars>
          <dgm:bulletEnabled val="1"/>
        </dgm:presLayoutVars>
      </dgm:prSet>
      <dgm:spPr/>
    </dgm:pt>
    <dgm:pt modelId="{AE6BE6FD-2F6A-4611-A2AB-3462F3E80E8C}" type="pres">
      <dgm:prSet presAssocID="{DE464CFE-C2BD-4501-83E1-6B2B2216F646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72F36BDD-1F1F-4F04-92FD-7F40E76310C9}" type="pres">
      <dgm:prSet presAssocID="{DE464CFE-C2BD-4501-83E1-6B2B2216F646}" presName="childText" presStyleLbl="revTx" presStyleIdx="1" presStyleCnt="3">
        <dgm:presLayoutVars>
          <dgm:bulletEnabled val="1"/>
        </dgm:presLayoutVars>
      </dgm:prSet>
      <dgm:spPr/>
    </dgm:pt>
    <dgm:pt modelId="{174891FE-A982-4D4A-BC66-0F05BD8CAE51}" type="pres">
      <dgm:prSet presAssocID="{1FFCE599-DEC8-4715-B009-DB40A4E5063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B87BCF5D-E931-46AE-9470-F67F111FA574}" type="pres">
      <dgm:prSet presAssocID="{1FFCE599-DEC8-4715-B009-DB40A4E50633}" presName="childText" presStyleLbl="revTx" presStyleIdx="2" presStyleCnt="3">
        <dgm:presLayoutVars>
          <dgm:bulletEnabled val="1"/>
        </dgm:presLayoutVars>
      </dgm:prSet>
      <dgm:spPr/>
    </dgm:pt>
    <dgm:pt modelId="{B72EDE02-35F1-4A6E-B74A-740C46716D2E}" type="pres">
      <dgm:prSet presAssocID="{4F22F241-8EDA-49DD-ACCD-BFA873F6FE91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E5D13944-0031-4799-87A2-2D40F326A945}" type="pres">
      <dgm:prSet presAssocID="{B2574528-C41D-4D17-97D0-D9310CBD44E3}" presName="spacer" presStyleCnt="0"/>
      <dgm:spPr/>
    </dgm:pt>
    <dgm:pt modelId="{38B85F69-487C-4BC2-83D3-4BB84F76632E}" type="pres">
      <dgm:prSet presAssocID="{E016882E-5AF1-4365-AC0D-4C588F7DB993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54924D08-A1D9-4E5A-8EEC-00E000159217}" srcId="{9D90C2A4-923D-463B-9F3E-454EFB8AD9F5}" destId="{FF6A16D1-21AD-4A9B-B1DF-2242CF882B58}" srcOrd="0" destOrd="0" parTransId="{87005CE0-D44B-4ED4-807F-BF11CB950475}" sibTransId="{7A1D612A-7682-4944-95FD-20C5B24C8F02}"/>
    <dgm:cxn modelId="{FD59190A-01A9-4B74-8A03-CB389D9D6058}" type="presOf" srcId="{9E32E328-2485-4B50-BC8C-3F7E9B9C6420}" destId="{F1AC4FDE-4775-4524-936F-D15F6EDFC1D9}" srcOrd="0" destOrd="2" presId="urn:microsoft.com/office/officeart/2005/8/layout/vList2"/>
    <dgm:cxn modelId="{AEC77922-4CA4-4B25-8D32-D7A92175C891}" type="presOf" srcId="{1A4127E9-0D76-471F-B416-75E0F31878CA}" destId="{F1AC4FDE-4775-4524-936F-D15F6EDFC1D9}" srcOrd="0" destOrd="1" presId="urn:microsoft.com/office/officeart/2005/8/layout/vList2"/>
    <dgm:cxn modelId="{EE11622F-B519-4C20-B8C5-6DC30495EC76}" type="presOf" srcId="{8AEFBE17-9D82-4E81-AAC1-AAA4DB8D1FB4}" destId="{F1AC4FDE-4775-4524-936F-D15F6EDFC1D9}" srcOrd="0" destOrd="0" presId="urn:microsoft.com/office/officeart/2005/8/layout/vList2"/>
    <dgm:cxn modelId="{16E32338-92DA-4C13-8A5C-2766408262DC}" type="presOf" srcId="{4F22F241-8EDA-49DD-ACCD-BFA873F6FE91}" destId="{B72EDE02-35F1-4A6E-B74A-740C46716D2E}" srcOrd="0" destOrd="0" presId="urn:microsoft.com/office/officeart/2005/8/layout/vList2"/>
    <dgm:cxn modelId="{09CE3C3D-AE08-43E4-915B-C75A48249998}" type="presOf" srcId="{DE464CFE-C2BD-4501-83E1-6B2B2216F646}" destId="{AE6BE6FD-2F6A-4611-A2AB-3462F3E80E8C}" srcOrd="0" destOrd="0" presId="urn:microsoft.com/office/officeart/2005/8/layout/vList2"/>
    <dgm:cxn modelId="{E0E88D41-B53E-4F7F-B13A-6992A46989B8}" type="presOf" srcId="{3E63402C-19FC-4E82-9ED7-FFAC7F284B70}" destId="{B87BCF5D-E931-46AE-9470-F67F111FA574}" srcOrd="0" destOrd="0" presId="urn:microsoft.com/office/officeart/2005/8/layout/vList2"/>
    <dgm:cxn modelId="{3EC37C45-CE4D-49CC-B021-F002A7B02EBD}" type="presOf" srcId="{FF6A16D1-21AD-4A9B-B1DF-2242CF882B58}" destId="{6F90D799-4AF5-450C-8704-31C69A5B47FB}" srcOrd="0" destOrd="0" presId="urn:microsoft.com/office/officeart/2005/8/layout/vList2"/>
    <dgm:cxn modelId="{5B1C2C6A-7E31-4AB8-9E6B-4B6CDD7453F4}" type="presOf" srcId="{1FFCE599-DEC8-4715-B009-DB40A4E50633}" destId="{174891FE-A982-4D4A-BC66-0F05BD8CAE51}" srcOrd="0" destOrd="0" presId="urn:microsoft.com/office/officeart/2005/8/layout/vList2"/>
    <dgm:cxn modelId="{E9236E6C-63D6-44FF-8FD1-57B00C040DA5}" type="presOf" srcId="{9D90C2A4-923D-463B-9F3E-454EFB8AD9F5}" destId="{896C8646-28CA-4325-B2A6-22175282BDC2}" srcOrd="0" destOrd="0" presId="urn:microsoft.com/office/officeart/2005/8/layout/vList2"/>
    <dgm:cxn modelId="{47C8996D-BEF5-4038-9F88-AD706135D697}" srcId="{FF6A16D1-21AD-4A9B-B1DF-2242CF882B58}" destId="{1A4127E9-0D76-471F-B416-75E0F31878CA}" srcOrd="1" destOrd="0" parTransId="{5125FA5A-5A32-453A-A0FC-ABD85FD0A6B4}" sibTransId="{150B5C1C-66C1-4C3D-BB91-7590A49084E1}"/>
    <dgm:cxn modelId="{59BF9C71-5236-4A21-8049-3D71B39A916F}" srcId="{3E63402C-19FC-4E82-9ED7-FFAC7F284B70}" destId="{E11730E5-EA75-4DCB-9AA5-4967D1645227}" srcOrd="1" destOrd="0" parTransId="{FCE00672-15EA-411E-809B-A2C94C3C77E5}" sibTransId="{C9A9AEB7-5744-48E0-874A-2A4F68CE0BEB}"/>
    <dgm:cxn modelId="{6C05907C-3160-4D37-8AFE-65FA4335830D}" srcId="{FF6A16D1-21AD-4A9B-B1DF-2242CF882B58}" destId="{8AEFBE17-9D82-4E81-AAC1-AAA4DB8D1FB4}" srcOrd="0" destOrd="0" parTransId="{4DBD07D6-81B3-44BF-ABE2-95687FE83EA9}" sibTransId="{C7CBCAA8-4CA0-4762-BD98-AF11E5E1A22C}"/>
    <dgm:cxn modelId="{ECDB3F7E-F04A-4EF2-A43F-2987E7FDCECD}" type="presOf" srcId="{E11730E5-EA75-4DCB-9AA5-4967D1645227}" destId="{B87BCF5D-E931-46AE-9470-F67F111FA574}" srcOrd="0" destOrd="2" presId="urn:microsoft.com/office/officeart/2005/8/layout/vList2"/>
    <dgm:cxn modelId="{2DBA6A7F-D99D-4DA9-81DB-73E7B86905AA}" srcId="{9D90C2A4-923D-463B-9F3E-454EFB8AD9F5}" destId="{4F22F241-8EDA-49DD-ACCD-BFA873F6FE91}" srcOrd="3" destOrd="0" parTransId="{BA8FA2D3-2514-4B71-B8C0-EAF6AF400825}" sibTransId="{B2574528-C41D-4D17-97D0-D9310CBD44E3}"/>
    <dgm:cxn modelId="{C08A2B8E-AEEB-4B82-901D-A8686A2BB346}" type="presOf" srcId="{39BB5DDD-2276-4D43-B85C-294EF52B171E}" destId="{72F36BDD-1F1F-4F04-92FD-7F40E76310C9}" srcOrd="0" destOrd="1" presId="urn:microsoft.com/office/officeart/2005/8/layout/vList2"/>
    <dgm:cxn modelId="{55BD4097-09B2-47E2-ADBB-E2FC90881487}" srcId="{3E63402C-19FC-4E82-9ED7-FFAC7F284B70}" destId="{FC4F03BB-42F8-4932-B81E-D955482D5239}" srcOrd="0" destOrd="0" parTransId="{C4A7E09D-146A-4153-986E-56992E8F9D12}" sibTransId="{4D75A15E-2792-48C8-92BA-297CECE136FD}"/>
    <dgm:cxn modelId="{4C48E19D-4CB5-4B22-8086-67990BFDDC19}" type="presOf" srcId="{FC4F03BB-42F8-4932-B81E-D955482D5239}" destId="{B87BCF5D-E931-46AE-9470-F67F111FA574}" srcOrd="0" destOrd="1" presId="urn:microsoft.com/office/officeart/2005/8/layout/vList2"/>
    <dgm:cxn modelId="{F89E44A1-FB98-4D24-8117-6B2BAFD38753}" srcId="{FF6A16D1-21AD-4A9B-B1DF-2242CF882B58}" destId="{9E32E328-2485-4B50-BC8C-3F7E9B9C6420}" srcOrd="2" destOrd="0" parTransId="{6BC39A8A-9874-4E7B-A85D-496BF22CA66A}" sibTransId="{27010B2D-08D6-48C3-8CC4-D326C2DE4267}"/>
    <dgm:cxn modelId="{B7D79AA3-CF2A-4212-ACE0-2F7285CDFADA}" type="presOf" srcId="{D0D39F3E-155C-4AF0-B46F-1F9745D904C9}" destId="{72F36BDD-1F1F-4F04-92FD-7F40E76310C9}" srcOrd="0" destOrd="0" presId="urn:microsoft.com/office/officeart/2005/8/layout/vList2"/>
    <dgm:cxn modelId="{E71686B6-0F65-472F-B118-7F2B7D0FB555}" srcId="{DE464CFE-C2BD-4501-83E1-6B2B2216F646}" destId="{39BB5DDD-2276-4D43-B85C-294EF52B171E}" srcOrd="1" destOrd="0" parTransId="{E6BDDABA-165E-4C53-8505-4CBF0C1B1E43}" sibTransId="{A44F8D6D-EE5D-4068-BD5C-9562979E0842}"/>
    <dgm:cxn modelId="{B224D5BF-2D67-4F3B-B805-EFDAA4E1321B}" srcId="{9D90C2A4-923D-463B-9F3E-454EFB8AD9F5}" destId="{E016882E-5AF1-4365-AC0D-4C588F7DB993}" srcOrd="4" destOrd="0" parTransId="{15092ADE-B2BF-4479-B2D5-EEE1C15A5750}" sibTransId="{2543776E-AF07-4E93-9677-AC86277D61FC}"/>
    <dgm:cxn modelId="{338DD1CA-335D-43EF-A995-38FBC9C83AD1}" srcId="{1FFCE599-DEC8-4715-B009-DB40A4E50633}" destId="{3E63402C-19FC-4E82-9ED7-FFAC7F284B70}" srcOrd="0" destOrd="0" parTransId="{9AC2C46C-9087-4335-95EF-F8B482AB6664}" sibTransId="{9B942433-88B5-4F47-B031-F2601EA2AE94}"/>
    <dgm:cxn modelId="{6F8175D0-5DCC-4F2D-BF2B-EBF3E5EDCBFD}" srcId="{9D90C2A4-923D-463B-9F3E-454EFB8AD9F5}" destId="{DE464CFE-C2BD-4501-83E1-6B2B2216F646}" srcOrd="1" destOrd="0" parTransId="{5FEA62CB-4830-4F15-BAE7-C49C41632804}" sibTransId="{B49A522C-9614-4705-A4A2-B805645BEF67}"/>
    <dgm:cxn modelId="{305554D4-12FC-46EA-AC37-A07BF85C626A}" type="presOf" srcId="{E016882E-5AF1-4365-AC0D-4C588F7DB993}" destId="{38B85F69-487C-4BC2-83D3-4BB84F76632E}" srcOrd="0" destOrd="0" presId="urn:microsoft.com/office/officeart/2005/8/layout/vList2"/>
    <dgm:cxn modelId="{816AD4D5-C682-4DB5-935E-585D5CF61401}" srcId="{DE464CFE-C2BD-4501-83E1-6B2B2216F646}" destId="{D0D39F3E-155C-4AF0-B46F-1F9745D904C9}" srcOrd="0" destOrd="0" parTransId="{022B408C-B4B9-4C5F-B745-C84E0098A1F7}" sibTransId="{814AAE8C-50E8-439C-93EF-BC73CDBF2EE1}"/>
    <dgm:cxn modelId="{AE7DB3FB-796D-47B8-95B3-70AD0E98F334}" srcId="{9D90C2A4-923D-463B-9F3E-454EFB8AD9F5}" destId="{1FFCE599-DEC8-4715-B009-DB40A4E50633}" srcOrd="2" destOrd="0" parTransId="{7B6FCBEE-7ECE-46B7-9591-4AFFF4F985BB}" sibTransId="{34958545-25C5-4ED0-8706-B80EEB867B80}"/>
    <dgm:cxn modelId="{BF2F4668-BE82-4177-A937-89B2B2FFF6CA}" type="presParOf" srcId="{896C8646-28CA-4325-B2A6-22175282BDC2}" destId="{6F90D799-4AF5-450C-8704-31C69A5B47FB}" srcOrd="0" destOrd="0" presId="urn:microsoft.com/office/officeart/2005/8/layout/vList2"/>
    <dgm:cxn modelId="{8BE6F431-7BCF-48DB-A3A6-264053FD8093}" type="presParOf" srcId="{896C8646-28CA-4325-B2A6-22175282BDC2}" destId="{F1AC4FDE-4775-4524-936F-D15F6EDFC1D9}" srcOrd="1" destOrd="0" presId="urn:microsoft.com/office/officeart/2005/8/layout/vList2"/>
    <dgm:cxn modelId="{4F10EB6D-701B-494B-B137-52AFE7F2C087}" type="presParOf" srcId="{896C8646-28CA-4325-B2A6-22175282BDC2}" destId="{AE6BE6FD-2F6A-4611-A2AB-3462F3E80E8C}" srcOrd="2" destOrd="0" presId="urn:microsoft.com/office/officeart/2005/8/layout/vList2"/>
    <dgm:cxn modelId="{87D35799-7BB1-482D-BE20-29DEAC041141}" type="presParOf" srcId="{896C8646-28CA-4325-B2A6-22175282BDC2}" destId="{72F36BDD-1F1F-4F04-92FD-7F40E76310C9}" srcOrd="3" destOrd="0" presId="urn:microsoft.com/office/officeart/2005/8/layout/vList2"/>
    <dgm:cxn modelId="{4B9C232A-8062-4AB8-AEC7-898D29B73F91}" type="presParOf" srcId="{896C8646-28CA-4325-B2A6-22175282BDC2}" destId="{174891FE-A982-4D4A-BC66-0F05BD8CAE51}" srcOrd="4" destOrd="0" presId="urn:microsoft.com/office/officeart/2005/8/layout/vList2"/>
    <dgm:cxn modelId="{B3A2696B-24A6-4B06-A5D0-23CE904DEA18}" type="presParOf" srcId="{896C8646-28CA-4325-B2A6-22175282BDC2}" destId="{B87BCF5D-E931-46AE-9470-F67F111FA574}" srcOrd="5" destOrd="0" presId="urn:microsoft.com/office/officeart/2005/8/layout/vList2"/>
    <dgm:cxn modelId="{9D4AC415-07D2-4EE6-A15A-750771ED85A4}" type="presParOf" srcId="{896C8646-28CA-4325-B2A6-22175282BDC2}" destId="{B72EDE02-35F1-4A6E-B74A-740C46716D2E}" srcOrd="6" destOrd="0" presId="urn:microsoft.com/office/officeart/2005/8/layout/vList2"/>
    <dgm:cxn modelId="{65B16D1C-23A9-444C-8FA2-2AE6538E3C6E}" type="presParOf" srcId="{896C8646-28CA-4325-B2A6-22175282BDC2}" destId="{E5D13944-0031-4799-87A2-2D40F326A945}" srcOrd="7" destOrd="0" presId="urn:microsoft.com/office/officeart/2005/8/layout/vList2"/>
    <dgm:cxn modelId="{FA5946BD-422B-4C5C-AD40-5BEA671A6E10}" type="presParOf" srcId="{896C8646-28CA-4325-B2A6-22175282BDC2}" destId="{38B85F69-487C-4BC2-83D3-4BB84F76632E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2AF68BD-ADA7-4532-A3B5-E62A52A430BF}" type="doc">
      <dgm:prSet loTypeId="urn:microsoft.com/office/officeart/2005/8/layout/chevron1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8A3DB10E-E735-41E1-9602-BB97E34F344C}">
      <dgm:prSet/>
      <dgm:spPr/>
      <dgm:t>
        <a:bodyPr/>
        <a:lstStyle/>
        <a:p>
          <a:pPr>
            <a:defRPr b="1"/>
          </a:pPr>
          <a:r>
            <a:rPr lang="en-US"/>
            <a:t>Why CBC?</a:t>
          </a:r>
        </a:p>
      </dgm:t>
    </dgm:pt>
    <dgm:pt modelId="{A2DBB392-B263-4C61-B2AA-EDD9151C21D4}" type="parTrans" cxnId="{E8DCFB22-C969-4511-9DAB-9BA2AA2E4563}">
      <dgm:prSet/>
      <dgm:spPr/>
      <dgm:t>
        <a:bodyPr/>
        <a:lstStyle/>
        <a:p>
          <a:endParaRPr lang="en-US"/>
        </a:p>
      </dgm:t>
    </dgm:pt>
    <dgm:pt modelId="{14578FA2-E410-4202-BA7C-D54510668EC6}" type="sibTrans" cxnId="{E8DCFB22-C969-4511-9DAB-9BA2AA2E4563}">
      <dgm:prSet/>
      <dgm:spPr/>
      <dgm:t>
        <a:bodyPr/>
        <a:lstStyle/>
        <a:p>
          <a:endParaRPr lang="en-US"/>
        </a:p>
      </dgm:t>
    </dgm:pt>
    <dgm:pt modelId="{821752F0-A90C-4744-B867-6A4D7D6BEC3E}">
      <dgm:prSet/>
      <dgm:spPr/>
      <dgm:t>
        <a:bodyPr/>
        <a:lstStyle/>
        <a:p>
          <a:r>
            <a:rPr lang="en-US"/>
            <a:t>Find Trade-offs between features and cost</a:t>
          </a:r>
        </a:p>
      </dgm:t>
    </dgm:pt>
    <dgm:pt modelId="{F076BA9C-2CE2-43B2-B1D1-FA05F62D7B78}" type="parTrans" cxnId="{8647F578-7556-4378-9AF1-4906A2FE11F1}">
      <dgm:prSet/>
      <dgm:spPr/>
      <dgm:t>
        <a:bodyPr/>
        <a:lstStyle/>
        <a:p>
          <a:endParaRPr lang="en-US"/>
        </a:p>
      </dgm:t>
    </dgm:pt>
    <dgm:pt modelId="{5BED1960-8335-4377-885C-B60FE64C85B7}" type="sibTrans" cxnId="{8647F578-7556-4378-9AF1-4906A2FE11F1}">
      <dgm:prSet/>
      <dgm:spPr/>
      <dgm:t>
        <a:bodyPr/>
        <a:lstStyle/>
        <a:p>
          <a:endParaRPr lang="en-US"/>
        </a:p>
      </dgm:t>
    </dgm:pt>
    <dgm:pt modelId="{9558949A-6378-400E-862D-35B23CFF4D4E}">
      <dgm:prSet/>
      <dgm:spPr/>
      <dgm:t>
        <a:bodyPr/>
        <a:lstStyle/>
        <a:p>
          <a:r>
            <a:rPr lang="en-US"/>
            <a:t>Calculate MVP</a:t>
          </a:r>
        </a:p>
      </dgm:t>
    </dgm:pt>
    <dgm:pt modelId="{512DA425-171B-4175-97A3-1042C09359D3}" type="parTrans" cxnId="{7B4F2DB8-E039-46B6-AEBA-E719A88D1774}">
      <dgm:prSet/>
      <dgm:spPr/>
      <dgm:t>
        <a:bodyPr/>
        <a:lstStyle/>
        <a:p>
          <a:endParaRPr lang="en-US"/>
        </a:p>
      </dgm:t>
    </dgm:pt>
    <dgm:pt modelId="{F78A5D60-A1C6-4A1F-896B-0107A6B90709}" type="sibTrans" cxnId="{7B4F2DB8-E039-46B6-AEBA-E719A88D1774}">
      <dgm:prSet/>
      <dgm:spPr/>
      <dgm:t>
        <a:bodyPr/>
        <a:lstStyle/>
        <a:p>
          <a:endParaRPr lang="en-US"/>
        </a:p>
      </dgm:t>
    </dgm:pt>
    <dgm:pt modelId="{42EECF85-5B9F-477C-B15D-644ABACB22B9}">
      <dgm:prSet/>
      <dgm:spPr/>
      <dgm:t>
        <a:bodyPr/>
        <a:lstStyle/>
        <a:p>
          <a:r>
            <a:rPr lang="en-US"/>
            <a:t>Calculate Price Elasticity and WTP</a:t>
          </a:r>
        </a:p>
      </dgm:t>
    </dgm:pt>
    <dgm:pt modelId="{FF59FE74-61CB-4DF8-AEE6-EA1A82D38C47}" type="parTrans" cxnId="{C64B0A47-B984-49DE-8C1E-2FF099A52C2A}">
      <dgm:prSet/>
      <dgm:spPr/>
      <dgm:t>
        <a:bodyPr/>
        <a:lstStyle/>
        <a:p>
          <a:endParaRPr lang="en-US"/>
        </a:p>
      </dgm:t>
    </dgm:pt>
    <dgm:pt modelId="{5257F15B-05F7-4E5D-B78F-91BCBEC405BB}" type="sibTrans" cxnId="{C64B0A47-B984-49DE-8C1E-2FF099A52C2A}">
      <dgm:prSet/>
      <dgm:spPr/>
      <dgm:t>
        <a:bodyPr/>
        <a:lstStyle/>
        <a:p>
          <a:endParaRPr lang="en-US"/>
        </a:p>
      </dgm:t>
    </dgm:pt>
    <dgm:pt modelId="{CEF3688D-8613-4A36-B13C-EA01B4771D15}">
      <dgm:prSet/>
      <dgm:spPr/>
      <dgm:t>
        <a:bodyPr/>
        <a:lstStyle/>
        <a:p>
          <a:pPr>
            <a:defRPr b="1"/>
          </a:pPr>
          <a:r>
            <a:rPr lang="en-US"/>
            <a:t>Key Attributes:</a:t>
          </a:r>
        </a:p>
      </dgm:t>
    </dgm:pt>
    <dgm:pt modelId="{E25D786E-6D75-4E6C-968C-57AC145EAB68}" type="parTrans" cxnId="{B5ACF463-0722-422B-84C0-5820E8F20943}">
      <dgm:prSet/>
      <dgm:spPr/>
      <dgm:t>
        <a:bodyPr/>
        <a:lstStyle/>
        <a:p>
          <a:endParaRPr lang="en-US"/>
        </a:p>
      </dgm:t>
    </dgm:pt>
    <dgm:pt modelId="{40183AE0-0BDB-42F1-9948-BE6A69E03C24}" type="sibTrans" cxnId="{B5ACF463-0722-422B-84C0-5820E8F20943}">
      <dgm:prSet/>
      <dgm:spPr/>
      <dgm:t>
        <a:bodyPr/>
        <a:lstStyle/>
        <a:p>
          <a:endParaRPr lang="en-US"/>
        </a:p>
      </dgm:t>
    </dgm:pt>
    <dgm:pt modelId="{B4FC43A5-A9B9-494D-960D-064AC13A8A08}">
      <dgm:prSet/>
      <dgm:spPr/>
      <dgm:t>
        <a:bodyPr/>
        <a:lstStyle/>
        <a:p>
          <a:r>
            <a:rPr lang="en-US" b="1"/>
            <a:t>XR Realism:</a:t>
          </a:r>
          <a:r>
            <a:rPr lang="en-US"/>
            <a:t> </a:t>
          </a:r>
          <a:r>
            <a:rPr lang="en-US" i="1"/>
            <a:t>Basic Overlay</a:t>
          </a:r>
          <a:r>
            <a:rPr lang="en-US"/>
            <a:t> vs. </a:t>
          </a:r>
          <a:r>
            <a:rPr lang="en-US" i="1"/>
            <a:t>High-Fidelity Reflections</a:t>
          </a:r>
          <a:endParaRPr lang="en-US"/>
        </a:p>
      </dgm:t>
    </dgm:pt>
    <dgm:pt modelId="{C5659119-F12A-4D67-84E4-950B1739CE03}" type="parTrans" cxnId="{559D0CC4-C432-42E7-9CEC-D2AF7E5D3318}">
      <dgm:prSet/>
      <dgm:spPr/>
      <dgm:t>
        <a:bodyPr/>
        <a:lstStyle/>
        <a:p>
          <a:endParaRPr lang="en-US"/>
        </a:p>
      </dgm:t>
    </dgm:pt>
    <dgm:pt modelId="{2F8D43A7-4DBE-4F16-86D7-272255BDADD2}" type="sibTrans" cxnId="{559D0CC4-C432-42E7-9CEC-D2AF7E5D3318}">
      <dgm:prSet/>
      <dgm:spPr/>
      <dgm:t>
        <a:bodyPr/>
        <a:lstStyle/>
        <a:p>
          <a:endParaRPr lang="en-US"/>
        </a:p>
      </dgm:t>
    </dgm:pt>
    <dgm:pt modelId="{09820443-0F85-472B-ADA3-23978BDF70C8}">
      <dgm:prSet/>
      <dgm:spPr/>
      <dgm:t>
        <a:bodyPr/>
        <a:lstStyle/>
        <a:p>
          <a:r>
            <a:rPr lang="en-US" b="1"/>
            <a:t>Usage Location:</a:t>
          </a:r>
          <a:r>
            <a:rPr lang="en-US"/>
            <a:t> </a:t>
          </a:r>
          <a:r>
            <a:rPr lang="en-US" i="1"/>
            <a:t>Showroom Only</a:t>
          </a:r>
          <a:r>
            <a:rPr lang="en-US"/>
            <a:t> vs. </a:t>
          </a:r>
          <a:r>
            <a:rPr lang="en-US" i="1"/>
            <a:t>+ At Home</a:t>
          </a:r>
          <a:endParaRPr lang="en-US"/>
        </a:p>
      </dgm:t>
    </dgm:pt>
    <dgm:pt modelId="{D41FE0E1-DDB4-4C07-8EB4-43AD5515303C}" type="parTrans" cxnId="{ABAEA215-7501-493D-A82D-084BBC04ACFD}">
      <dgm:prSet/>
      <dgm:spPr/>
      <dgm:t>
        <a:bodyPr/>
        <a:lstStyle/>
        <a:p>
          <a:endParaRPr lang="en-US"/>
        </a:p>
      </dgm:t>
    </dgm:pt>
    <dgm:pt modelId="{5CDF1FBB-C3D7-412B-9033-ECDE7F074A3B}" type="sibTrans" cxnId="{ABAEA215-7501-493D-A82D-084BBC04ACFD}">
      <dgm:prSet/>
      <dgm:spPr/>
      <dgm:t>
        <a:bodyPr/>
        <a:lstStyle/>
        <a:p>
          <a:endParaRPr lang="en-US"/>
        </a:p>
      </dgm:t>
    </dgm:pt>
    <dgm:pt modelId="{E5518BAF-B4E4-4FE1-BD36-450D533F939D}">
      <dgm:prSet/>
      <dgm:spPr/>
      <dgm:t>
        <a:bodyPr/>
        <a:lstStyle/>
        <a:p>
          <a:r>
            <a:rPr lang="en-US" b="1"/>
            <a:t>Save Configuration:</a:t>
          </a:r>
          <a:r>
            <a:rPr lang="en-US"/>
            <a:t> </a:t>
          </a:r>
          <a:r>
            <a:rPr lang="en-US" i="1"/>
            <a:t>3 Setups</a:t>
          </a:r>
          <a:r>
            <a:rPr lang="en-US"/>
            <a:t> vs. </a:t>
          </a:r>
          <a:r>
            <a:rPr lang="en-US" i="1"/>
            <a:t>10 Setups</a:t>
          </a:r>
          <a:r>
            <a:rPr lang="en-US"/>
            <a:t> </a:t>
          </a:r>
        </a:p>
      </dgm:t>
    </dgm:pt>
    <dgm:pt modelId="{5450AD5E-DB8A-45C5-A62B-3DF8F5FF96BD}" type="parTrans" cxnId="{D511F259-7D10-4F44-9B3D-AC91D612DC99}">
      <dgm:prSet/>
      <dgm:spPr/>
      <dgm:t>
        <a:bodyPr/>
        <a:lstStyle/>
        <a:p>
          <a:endParaRPr lang="en-US"/>
        </a:p>
      </dgm:t>
    </dgm:pt>
    <dgm:pt modelId="{34276AC9-2D8D-4CF9-AEA5-94B8A6C62F7E}" type="sibTrans" cxnId="{D511F259-7D10-4F44-9B3D-AC91D612DC99}">
      <dgm:prSet/>
      <dgm:spPr/>
      <dgm:t>
        <a:bodyPr/>
        <a:lstStyle/>
        <a:p>
          <a:endParaRPr lang="en-US"/>
        </a:p>
      </dgm:t>
    </dgm:pt>
    <dgm:pt modelId="{E40D96AE-1F34-412D-AA45-707C8EA7D325}">
      <dgm:prSet/>
      <dgm:spPr/>
      <dgm:t>
        <a:bodyPr/>
        <a:lstStyle/>
        <a:p>
          <a:r>
            <a:rPr lang="en-US" b="1"/>
            <a:t>Monthly Price:</a:t>
          </a:r>
          <a:r>
            <a:rPr lang="en-US"/>
            <a:t> </a:t>
          </a:r>
          <a:r>
            <a:rPr lang="en-US" i="1"/>
            <a:t>$5, $10, $20</a:t>
          </a:r>
          <a:r>
            <a:rPr lang="en-US"/>
            <a:t> </a:t>
          </a:r>
        </a:p>
      </dgm:t>
    </dgm:pt>
    <dgm:pt modelId="{1BFB450D-2FF3-4573-9EF9-7A2A6901EA90}" type="parTrans" cxnId="{5A926DCA-219D-48E7-A166-B1545ADAA15B}">
      <dgm:prSet/>
      <dgm:spPr/>
      <dgm:t>
        <a:bodyPr/>
        <a:lstStyle/>
        <a:p>
          <a:endParaRPr lang="en-US"/>
        </a:p>
      </dgm:t>
    </dgm:pt>
    <dgm:pt modelId="{D2BB1282-40D9-416A-8A45-E9B273B8155C}" type="sibTrans" cxnId="{5A926DCA-219D-48E7-A166-B1545ADAA15B}">
      <dgm:prSet/>
      <dgm:spPr/>
      <dgm:t>
        <a:bodyPr/>
        <a:lstStyle/>
        <a:p>
          <a:endParaRPr lang="en-US"/>
        </a:p>
      </dgm:t>
    </dgm:pt>
    <dgm:pt modelId="{F99FAD8E-9163-487B-92C8-D3918AC3BA4C}">
      <dgm:prSet/>
      <dgm:spPr/>
      <dgm:t>
        <a:bodyPr/>
        <a:lstStyle/>
        <a:p>
          <a:pPr>
            <a:defRPr b="1"/>
          </a:pPr>
          <a:r>
            <a:rPr lang="en-US"/>
            <a:t>Sampling &amp; Estimation</a:t>
          </a:r>
        </a:p>
      </dgm:t>
    </dgm:pt>
    <dgm:pt modelId="{93A16AA9-D9CB-4E70-A812-CE01616E5248}" type="parTrans" cxnId="{824D8289-2DFE-47AF-90DC-C8A4E567BD72}">
      <dgm:prSet/>
      <dgm:spPr/>
      <dgm:t>
        <a:bodyPr/>
        <a:lstStyle/>
        <a:p>
          <a:endParaRPr lang="en-US"/>
        </a:p>
      </dgm:t>
    </dgm:pt>
    <dgm:pt modelId="{BA277376-BD83-4671-9519-82D78219B29D}" type="sibTrans" cxnId="{824D8289-2DFE-47AF-90DC-C8A4E567BD72}">
      <dgm:prSet/>
      <dgm:spPr/>
      <dgm:t>
        <a:bodyPr/>
        <a:lstStyle/>
        <a:p>
          <a:endParaRPr lang="en-US"/>
        </a:p>
      </dgm:t>
    </dgm:pt>
    <dgm:pt modelId="{83C8B7E6-EA16-443E-B9BC-DC3BCF46A002}">
      <dgm:prSet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Mixed Population of Digital and Traditional Users, mainly students.</a:t>
          </a:r>
        </a:p>
      </dgm:t>
    </dgm:pt>
    <dgm:pt modelId="{58B10592-AB50-4465-ADFD-3CBD2501FD44}" type="parTrans" cxnId="{28FE0D87-5FC2-439A-B1C6-6A10B4A2030C}">
      <dgm:prSet/>
      <dgm:spPr/>
      <dgm:t>
        <a:bodyPr/>
        <a:lstStyle/>
        <a:p>
          <a:endParaRPr lang="en-US"/>
        </a:p>
      </dgm:t>
    </dgm:pt>
    <dgm:pt modelId="{49A5A5FB-434E-4F6C-A689-13A9B0F54948}" type="sibTrans" cxnId="{28FE0D87-5FC2-439A-B1C6-6A10B4A2030C}">
      <dgm:prSet/>
      <dgm:spPr/>
      <dgm:t>
        <a:bodyPr/>
        <a:lstStyle/>
        <a:p>
          <a:endParaRPr lang="en-US"/>
        </a:p>
      </dgm:t>
    </dgm:pt>
    <dgm:pt modelId="{015C5832-0C6A-4F62-AF7F-CA042F34087E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Utility Scores to WTP</a:t>
          </a:r>
        </a:p>
      </dgm:t>
    </dgm:pt>
    <dgm:pt modelId="{67826DF9-532B-44AB-AD94-86034A034F09}" type="parTrans" cxnId="{53B171F7-ED1A-4817-9829-4DD809D5D6EF}">
      <dgm:prSet/>
      <dgm:spPr/>
      <dgm:t>
        <a:bodyPr/>
        <a:lstStyle/>
        <a:p>
          <a:endParaRPr lang="en-US"/>
        </a:p>
      </dgm:t>
    </dgm:pt>
    <dgm:pt modelId="{066CFFD8-BF36-4A5E-938D-4A08AFEB9BBE}" type="sibTrans" cxnId="{53B171F7-ED1A-4817-9829-4DD809D5D6EF}">
      <dgm:prSet/>
      <dgm:spPr/>
      <dgm:t>
        <a:bodyPr/>
        <a:lstStyle/>
        <a:p>
          <a:endParaRPr lang="en-US"/>
        </a:p>
      </dgm:t>
    </dgm:pt>
    <dgm:pt modelId="{4A904FA1-41FB-41A9-81D5-2CBA14D1ACDA}" type="pres">
      <dgm:prSet presAssocID="{72AF68BD-ADA7-4532-A3B5-E62A52A430BF}" presName="Name0" presStyleCnt="0">
        <dgm:presLayoutVars>
          <dgm:dir/>
          <dgm:animLvl val="lvl"/>
          <dgm:resizeHandles val="exact"/>
        </dgm:presLayoutVars>
      </dgm:prSet>
      <dgm:spPr/>
    </dgm:pt>
    <dgm:pt modelId="{7F929D59-F8EA-41A2-A9E5-D84952C143D6}" type="pres">
      <dgm:prSet presAssocID="{8A3DB10E-E735-41E1-9602-BB97E34F344C}" presName="composite" presStyleCnt="0"/>
      <dgm:spPr/>
    </dgm:pt>
    <dgm:pt modelId="{51E1ADEF-D3A5-451B-84A2-9F5F5B205D8A}" type="pres">
      <dgm:prSet presAssocID="{8A3DB10E-E735-41E1-9602-BB97E34F344C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7BE9ED25-7E6A-4370-8118-0F79EA64C3F0}" type="pres">
      <dgm:prSet presAssocID="{8A3DB10E-E735-41E1-9602-BB97E34F344C}" presName="desTx" presStyleLbl="revTx" presStyleIdx="0" presStyleCnt="3">
        <dgm:presLayoutVars>
          <dgm:bulletEnabled val="1"/>
        </dgm:presLayoutVars>
      </dgm:prSet>
      <dgm:spPr/>
    </dgm:pt>
    <dgm:pt modelId="{A833081C-759A-40E1-A590-3F249422CBB0}" type="pres">
      <dgm:prSet presAssocID="{14578FA2-E410-4202-BA7C-D54510668EC6}" presName="space" presStyleCnt="0"/>
      <dgm:spPr/>
    </dgm:pt>
    <dgm:pt modelId="{25B0DDE9-49B2-40B8-A650-39EB1994441A}" type="pres">
      <dgm:prSet presAssocID="{CEF3688D-8613-4A36-B13C-EA01B4771D15}" presName="composite" presStyleCnt="0"/>
      <dgm:spPr/>
    </dgm:pt>
    <dgm:pt modelId="{6E743F1D-4475-41D1-9F03-9D43B3A23561}" type="pres">
      <dgm:prSet presAssocID="{CEF3688D-8613-4A36-B13C-EA01B4771D15}" presName="par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8AF27663-8E5C-4091-8A69-227E2915239A}" type="pres">
      <dgm:prSet presAssocID="{CEF3688D-8613-4A36-B13C-EA01B4771D15}" presName="desTx" presStyleLbl="revTx" presStyleIdx="1" presStyleCnt="3">
        <dgm:presLayoutVars>
          <dgm:bulletEnabled val="1"/>
        </dgm:presLayoutVars>
      </dgm:prSet>
      <dgm:spPr/>
    </dgm:pt>
    <dgm:pt modelId="{BAE4F708-1010-4BA6-8CB7-E414A2EBA4B3}" type="pres">
      <dgm:prSet presAssocID="{40183AE0-0BDB-42F1-9948-BE6A69E03C24}" presName="space" presStyleCnt="0"/>
      <dgm:spPr/>
    </dgm:pt>
    <dgm:pt modelId="{AA22C922-882D-4DB4-99B0-286F0F40E02C}" type="pres">
      <dgm:prSet presAssocID="{F99FAD8E-9163-487B-92C8-D3918AC3BA4C}" presName="composite" presStyleCnt="0"/>
      <dgm:spPr/>
    </dgm:pt>
    <dgm:pt modelId="{1DBD0689-F13E-4B0C-B7D2-BE36EBDABD4A}" type="pres">
      <dgm:prSet presAssocID="{F99FAD8E-9163-487B-92C8-D3918AC3BA4C}" presName="parTx" presStyleLbl="node1" presStyleIdx="2" presStyleCnt="3">
        <dgm:presLayoutVars>
          <dgm:chMax val="0"/>
          <dgm:chPref val="0"/>
          <dgm:bulletEnabled val="1"/>
        </dgm:presLayoutVars>
      </dgm:prSet>
      <dgm:spPr/>
    </dgm:pt>
    <dgm:pt modelId="{E5621580-DDFF-4B92-BF8C-04CDD0723396}" type="pres">
      <dgm:prSet presAssocID="{F99FAD8E-9163-487B-92C8-D3918AC3BA4C}" presName="desTx" presStyleLbl="revTx" presStyleIdx="2" presStyleCnt="3">
        <dgm:presLayoutVars>
          <dgm:bulletEnabled val="1"/>
        </dgm:presLayoutVars>
      </dgm:prSet>
      <dgm:spPr/>
    </dgm:pt>
  </dgm:ptLst>
  <dgm:cxnLst>
    <dgm:cxn modelId="{04890C0A-08B8-4D73-919C-9C8BD3CB4626}" type="presOf" srcId="{B4FC43A5-A9B9-494D-960D-064AC13A8A08}" destId="{8AF27663-8E5C-4091-8A69-227E2915239A}" srcOrd="0" destOrd="0" presId="urn:microsoft.com/office/officeart/2005/8/layout/chevron1"/>
    <dgm:cxn modelId="{08E63A12-AB8B-404F-A5E6-B7150A343C43}" type="presOf" srcId="{09820443-0F85-472B-ADA3-23978BDF70C8}" destId="{8AF27663-8E5C-4091-8A69-227E2915239A}" srcOrd="0" destOrd="1" presId="urn:microsoft.com/office/officeart/2005/8/layout/chevron1"/>
    <dgm:cxn modelId="{ABAEA215-7501-493D-A82D-084BBC04ACFD}" srcId="{CEF3688D-8613-4A36-B13C-EA01B4771D15}" destId="{09820443-0F85-472B-ADA3-23978BDF70C8}" srcOrd="1" destOrd="0" parTransId="{D41FE0E1-DDB4-4C07-8EB4-43AD5515303C}" sibTransId="{5CDF1FBB-C3D7-412B-9033-ECDE7F074A3B}"/>
    <dgm:cxn modelId="{E8DCFB22-C969-4511-9DAB-9BA2AA2E4563}" srcId="{72AF68BD-ADA7-4532-A3B5-E62A52A430BF}" destId="{8A3DB10E-E735-41E1-9602-BB97E34F344C}" srcOrd="0" destOrd="0" parTransId="{A2DBB392-B263-4C61-B2AA-EDD9151C21D4}" sibTransId="{14578FA2-E410-4202-BA7C-D54510668EC6}"/>
    <dgm:cxn modelId="{C64B0A47-B984-49DE-8C1E-2FF099A52C2A}" srcId="{8A3DB10E-E735-41E1-9602-BB97E34F344C}" destId="{42EECF85-5B9F-477C-B15D-644ABACB22B9}" srcOrd="2" destOrd="0" parTransId="{FF59FE74-61CB-4DF8-AEE6-EA1A82D38C47}" sibTransId="{5257F15B-05F7-4E5D-B78F-91BCBEC405BB}"/>
    <dgm:cxn modelId="{555C9952-9644-4105-A63C-5A0E862BDD6C}" type="presOf" srcId="{8A3DB10E-E735-41E1-9602-BB97E34F344C}" destId="{51E1ADEF-D3A5-451B-84A2-9F5F5B205D8A}" srcOrd="0" destOrd="0" presId="urn:microsoft.com/office/officeart/2005/8/layout/chevron1"/>
    <dgm:cxn modelId="{D511F259-7D10-4F44-9B3D-AC91D612DC99}" srcId="{CEF3688D-8613-4A36-B13C-EA01B4771D15}" destId="{E5518BAF-B4E4-4FE1-BD36-450D533F939D}" srcOrd="2" destOrd="0" parTransId="{5450AD5E-DB8A-45C5-A62B-3DF8F5FF96BD}" sibTransId="{34276AC9-2D8D-4CF9-AEA5-94B8A6C62F7E}"/>
    <dgm:cxn modelId="{7A0B3A5E-C6B7-4B2F-949C-FBF9B8252B81}" type="presOf" srcId="{E5518BAF-B4E4-4FE1-BD36-450D533F939D}" destId="{8AF27663-8E5C-4091-8A69-227E2915239A}" srcOrd="0" destOrd="2" presId="urn:microsoft.com/office/officeart/2005/8/layout/chevron1"/>
    <dgm:cxn modelId="{B5ACF463-0722-422B-84C0-5820E8F20943}" srcId="{72AF68BD-ADA7-4532-A3B5-E62A52A430BF}" destId="{CEF3688D-8613-4A36-B13C-EA01B4771D15}" srcOrd="1" destOrd="0" parTransId="{E25D786E-6D75-4E6C-968C-57AC145EAB68}" sibTransId="{40183AE0-0BDB-42F1-9948-BE6A69E03C24}"/>
    <dgm:cxn modelId="{940E1264-86A1-440E-A262-5EC52CA23C3B}" type="presOf" srcId="{F99FAD8E-9163-487B-92C8-D3918AC3BA4C}" destId="{1DBD0689-F13E-4B0C-B7D2-BE36EBDABD4A}" srcOrd="0" destOrd="0" presId="urn:microsoft.com/office/officeart/2005/8/layout/chevron1"/>
    <dgm:cxn modelId="{8D96EF72-D3DA-40D7-871E-A4591F0ED183}" type="presOf" srcId="{83C8B7E6-EA16-443E-B9BC-DC3BCF46A002}" destId="{E5621580-DDFF-4B92-BF8C-04CDD0723396}" srcOrd="0" destOrd="0" presId="urn:microsoft.com/office/officeart/2005/8/layout/chevron1"/>
    <dgm:cxn modelId="{8647F578-7556-4378-9AF1-4906A2FE11F1}" srcId="{8A3DB10E-E735-41E1-9602-BB97E34F344C}" destId="{821752F0-A90C-4744-B867-6A4D7D6BEC3E}" srcOrd="0" destOrd="0" parTransId="{F076BA9C-2CE2-43B2-B1D1-FA05F62D7B78}" sibTransId="{5BED1960-8335-4377-885C-B60FE64C85B7}"/>
    <dgm:cxn modelId="{A6352082-293E-4E79-9CFD-DB554320BEAE}" type="presOf" srcId="{72AF68BD-ADA7-4532-A3B5-E62A52A430BF}" destId="{4A904FA1-41FB-41A9-81D5-2CBA14D1ACDA}" srcOrd="0" destOrd="0" presId="urn:microsoft.com/office/officeart/2005/8/layout/chevron1"/>
    <dgm:cxn modelId="{301A1986-ADF5-4BE1-B5EA-9DE1CFBD59B3}" type="presOf" srcId="{E40D96AE-1F34-412D-AA45-707C8EA7D325}" destId="{8AF27663-8E5C-4091-8A69-227E2915239A}" srcOrd="0" destOrd="3" presId="urn:microsoft.com/office/officeart/2005/8/layout/chevron1"/>
    <dgm:cxn modelId="{28FE0D87-5FC2-439A-B1C6-6A10B4A2030C}" srcId="{F99FAD8E-9163-487B-92C8-D3918AC3BA4C}" destId="{83C8B7E6-EA16-443E-B9BC-DC3BCF46A002}" srcOrd="0" destOrd="0" parTransId="{58B10592-AB50-4465-ADFD-3CBD2501FD44}" sibTransId="{49A5A5FB-434E-4F6C-A689-13A9B0F54948}"/>
    <dgm:cxn modelId="{824D8289-2DFE-47AF-90DC-C8A4E567BD72}" srcId="{72AF68BD-ADA7-4532-A3B5-E62A52A430BF}" destId="{F99FAD8E-9163-487B-92C8-D3918AC3BA4C}" srcOrd="2" destOrd="0" parTransId="{93A16AA9-D9CB-4E70-A812-CE01616E5248}" sibTransId="{BA277376-BD83-4671-9519-82D78219B29D}"/>
    <dgm:cxn modelId="{CE79F99B-5E59-41F7-A17F-807981A9F129}" type="presOf" srcId="{CEF3688D-8613-4A36-B13C-EA01B4771D15}" destId="{6E743F1D-4475-41D1-9F03-9D43B3A23561}" srcOrd="0" destOrd="0" presId="urn:microsoft.com/office/officeart/2005/8/layout/chevron1"/>
    <dgm:cxn modelId="{7B4F2DB8-E039-46B6-AEBA-E719A88D1774}" srcId="{8A3DB10E-E735-41E1-9602-BB97E34F344C}" destId="{9558949A-6378-400E-862D-35B23CFF4D4E}" srcOrd="1" destOrd="0" parTransId="{512DA425-171B-4175-97A3-1042C09359D3}" sibTransId="{F78A5D60-A1C6-4A1F-896B-0107A6B90709}"/>
    <dgm:cxn modelId="{25368BBD-00D4-4AEB-A24D-E39DA3BE0EB9}" type="presOf" srcId="{9558949A-6378-400E-862D-35B23CFF4D4E}" destId="{7BE9ED25-7E6A-4370-8118-0F79EA64C3F0}" srcOrd="0" destOrd="1" presId="urn:microsoft.com/office/officeart/2005/8/layout/chevron1"/>
    <dgm:cxn modelId="{439A2DC1-88B6-40C8-A9BC-69CEA2343BF5}" type="presOf" srcId="{015C5832-0C6A-4F62-AF7F-CA042F34087E}" destId="{E5621580-DDFF-4B92-BF8C-04CDD0723396}" srcOrd="0" destOrd="1" presId="urn:microsoft.com/office/officeart/2005/8/layout/chevron1"/>
    <dgm:cxn modelId="{559D0CC4-C432-42E7-9CEC-D2AF7E5D3318}" srcId="{CEF3688D-8613-4A36-B13C-EA01B4771D15}" destId="{B4FC43A5-A9B9-494D-960D-064AC13A8A08}" srcOrd="0" destOrd="0" parTransId="{C5659119-F12A-4D67-84E4-950B1739CE03}" sibTransId="{2F8D43A7-4DBE-4F16-86D7-272255BDADD2}"/>
    <dgm:cxn modelId="{5A926DCA-219D-48E7-A166-B1545ADAA15B}" srcId="{CEF3688D-8613-4A36-B13C-EA01B4771D15}" destId="{E40D96AE-1F34-412D-AA45-707C8EA7D325}" srcOrd="3" destOrd="0" parTransId="{1BFB450D-2FF3-4573-9EF9-7A2A6901EA90}" sibTransId="{D2BB1282-40D9-416A-8A45-E9B273B8155C}"/>
    <dgm:cxn modelId="{4E6D2FDD-9754-463F-B58F-E76FB3FB960F}" type="presOf" srcId="{42EECF85-5B9F-477C-B15D-644ABACB22B9}" destId="{7BE9ED25-7E6A-4370-8118-0F79EA64C3F0}" srcOrd="0" destOrd="2" presId="urn:microsoft.com/office/officeart/2005/8/layout/chevron1"/>
    <dgm:cxn modelId="{53B171F7-ED1A-4817-9829-4DD809D5D6EF}" srcId="{F99FAD8E-9163-487B-92C8-D3918AC3BA4C}" destId="{015C5832-0C6A-4F62-AF7F-CA042F34087E}" srcOrd="1" destOrd="0" parTransId="{67826DF9-532B-44AB-AD94-86034A034F09}" sibTransId="{066CFFD8-BF36-4A5E-938D-4A08AFEB9BBE}"/>
    <dgm:cxn modelId="{67C16CFE-2827-4AD1-9CB6-553EAC680BD0}" type="presOf" srcId="{821752F0-A90C-4744-B867-6A4D7D6BEC3E}" destId="{7BE9ED25-7E6A-4370-8118-0F79EA64C3F0}" srcOrd="0" destOrd="0" presId="urn:microsoft.com/office/officeart/2005/8/layout/chevron1"/>
    <dgm:cxn modelId="{47ADFDEE-D273-4B04-A14C-DA7EF01A5355}" type="presParOf" srcId="{4A904FA1-41FB-41A9-81D5-2CBA14D1ACDA}" destId="{7F929D59-F8EA-41A2-A9E5-D84952C143D6}" srcOrd="0" destOrd="0" presId="urn:microsoft.com/office/officeart/2005/8/layout/chevron1"/>
    <dgm:cxn modelId="{AF5DC754-A67F-465E-B48F-0C3F7F5A8605}" type="presParOf" srcId="{7F929D59-F8EA-41A2-A9E5-D84952C143D6}" destId="{51E1ADEF-D3A5-451B-84A2-9F5F5B205D8A}" srcOrd="0" destOrd="0" presId="urn:microsoft.com/office/officeart/2005/8/layout/chevron1"/>
    <dgm:cxn modelId="{A5568CC6-A2F6-40B9-A952-D63FCD0AD96D}" type="presParOf" srcId="{7F929D59-F8EA-41A2-A9E5-D84952C143D6}" destId="{7BE9ED25-7E6A-4370-8118-0F79EA64C3F0}" srcOrd="1" destOrd="0" presId="urn:microsoft.com/office/officeart/2005/8/layout/chevron1"/>
    <dgm:cxn modelId="{B55F84D1-2ECB-4AA3-95A9-79F342F7D6C5}" type="presParOf" srcId="{4A904FA1-41FB-41A9-81D5-2CBA14D1ACDA}" destId="{A833081C-759A-40E1-A590-3F249422CBB0}" srcOrd="1" destOrd="0" presId="urn:microsoft.com/office/officeart/2005/8/layout/chevron1"/>
    <dgm:cxn modelId="{5051A588-3848-490D-AA90-9ADCA87B7075}" type="presParOf" srcId="{4A904FA1-41FB-41A9-81D5-2CBA14D1ACDA}" destId="{25B0DDE9-49B2-40B8-A650-39EB1994441A}" srcOrd="2" destOrd="0" presId="urn:microsoft.com/office/officeart/2005/8/layout/chevron1"/>
    <dgm:cxn modelId="{301E9A0E-E16E-4302-81F1-4193233C4CD3}" type="presParOf" srcId="{25B0DDE9-49B2-40B8-A650-39EB1994441A}" destId="{6E743F1D-4475-41D1-9F03-9D43B3A23561}" srcOrd="0" destOrd="0" presId="urn:microsoft.com/office/officeart/2005/8/layout/chevron1"/>
    <dgm:cxn modelId="{7BB6AACC-2DB5-4D1C-AB16-028D2B5906F5}" type="presParOf" srcId="{25B0DDE9-49B2-40B8-A650-39EB1994441A}" destId="{8AF27663-8E5C-4091-8A69-227E2915239A}" srcOrd="1" destOrd="0" presId="urn:microsoft.com/office/officeart/2005/8/layout/chevron1"/>
    <dgm:cxn modelId="{91FA804F-3267-476E-80E0-B913192BCB5B}" type="presParOf" srcId="{4A904FA1-41FB-41A9-81D5-2CBA14D1ACDA}" destId="{BAE4F708-1010-4BA6-8CB7-E414A2EBA4B3}" srcOrd="3" destOrd="0" presId="urn:microsoft.com/office/officeart/2005/8/layout/chevron1"/>
    <dgm:cxn modelId="{305423D0-15CE-4347-A68A-84563D630990}" type="presParOf" srcId="{4A904FA1-41FB-41A9-81D5-2CBA14D1ACDA}" destId="{AA22C922-882D-4DB4-99B0-286F0F40E02C}" srcOrd="4" destOrd="0" presId="urn:microsoft.com/office/officeart/2005/8/layout/chevron1"/>
    <dgm:cxn modelId="{39C54A74-A619-4D37-988E-6060216A37C4}" type="presParOf" srcId="{AA22C922-882D-4DB4-99B0-286F0F40E02C}" destId="{1DBD0689-F13E-4B0C-B7D2-BE36EBDABD4A}" srcOrd="0" destOrd="0" presId="urn:microsoft.com/office/officeart/2005/8/layout/chevron1"/>
    <dgm:cxn modelId="{7D20E98A-18EA-4181-8109-F282EDAE87BE}" type="presParOf" srcId="{AA22C922-882D-4DB4-99B0-286F0F40E02C}" destId="{E5621580-DDFF-4B92-BF8C-04CDD0723396}" srcOrd="1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55581FE-3377-44FF-B56B-8FD1A349E3A0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11F57CB-8933-4EA4-B768-270B5BD038B0}">
      <dgm:prSet custT="1"/>
      <dgm:spPr/>
      <dgm:t>
        <a:bodyPr/>
        <a:lstStyle/>
        <a:p>
          <a:r>
            <a:rPr lang="en-US" sz="14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Key segment split (Q1):</a:t>
          </a:r>
          <a:endParaRPr lang="en-US" sz="14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F6C40745-A790-479B-A44C-871C03BD7BEF}" type="parTrans" cxnId="{942EAE09-930C-4C30-A038-17524C028A5B}">
      <dgm:prSet/>
      <dgm:spPr/>
      <dgm:t>
        <a:bodyPr/>
        <a:lstStyle/>
        <a:p>
          <a:endParaRPr lang="en-US"/>
        </a:p>
      </dgm:t>
    </dgm:pt>
    <dgm:pt modelId="{EA58199B-BBB0-49FA-8CC8-73051EF77EBC}" type="sibTrans" cxnId="{942EAE09-930C-4C30-A038-17524C028A5B}">
      <dgm:prSet custT="1"/>
      <dgm:spPr/>
      <dgm:t>
        <a:bodyPr/>
        <a:lstStyle/>
        <a:p>
          <a:endParaRPr lang="en-US" sz="14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F3EF9710-E4B2-473B-B6CC-FE698AF6EA58}">
      <dgm:prSet custT="1"/>
      <dgm:spPr/>
      <dgm:t>
        <a:bodyPr/>
        <a:lstStyle/>
        <a:p>
          <a:r>
            <a:rPr lang="en-US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Customized before: online, showroom, or both</a:t>
          </a:r>
        </a:p>
      </dgm:t>
    </dgm:pt>
    <dgm:pt modelId="{DE36B90E-1F27-4F22-8749-23B1952E1F0F}" type="parTrans" cxnId="{08F07723-D160-4E32-A91D-64F9704FC17C}">
      <dgm:prSet/>
      <dgm:spPr/>
      <dgm:t>
        <a:bodyPr/>
        <a:lstStyle/>
        <a:p>
          <a:endParaRPr lang="en-US"/>
        </a:p>
      </dgm:t>
    </dgm:pt>
    <dgm:pt modelId="{50E7A320-A828-4D33-A5F6-A25EEF9BB0ED}" type="sibTrans" cxnId="{08F07723-D160-4E32-A91D-64F9704FC17C}">
      <dgm:prSet custT="1"/>
      <dgm:spPr/>
      <dgm:t>
        <a:bodyPr/>
        <a:lstStyle/>
        <a:p>
          <a:endParaRPr lang="en-US" sz="14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12320B61-8B9C-498B-8A04-1099C8341A2A}">
      <dgm:prSet custT="1"/>
      <dgm:spPr/>
      <dgm:t>
        <a:bodyPr/>
        <a:lstStyle/>
        <a:p>
          <a:r>
            <a:rPr lang="en-US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Never customized: first-time customizers</a:t>
          </a:r>
        </a:p>
      </dgm:t>
    </dgm:pt>
    <dgm:pt modelId="{18AE1341-1FD7-4134-A34A-B4CDD356D945}" type="parTrans" cxnId="{E4542292-4DA1-4FD1-9AD0-5551D921D37F}">
      <dgm:prSet/>
      <dgm:spPr/>
      <dgm:t>
        <a:bodyPr/>
        <a:lstStyle/>
        <a:p>
          <a:endParaRPr lang="en-US"/>
        </a:p>
      </dgm:t>
    </dgm:pt>
    <dgm:pt modelId="{4F027D5E-4449-4C6F-ACEC-C6D2C918CC6A}" type="sibTrans" cxnId="{E4542292-4DA1-4FD1-9AD0-5551D921D37F}">
      <dgm:prSet custT="1"/>
      <dgm:spPr/>
      <dgm:t>
        <a:bodyPr/>
        <a:lstStyle/>
        <a:p>
          <a:endParaRPr lang="en-US" sz="14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82EF4038-2D1E-4615-A920-834CA215C276}">
      <dgm:prSet custT="1"/>
      <dgm:spPr/>
      <dgm:t>
        <a:bodyPr/>
        <a:lstStyle/>
        <a:p>
          <a:r>
            <a:rPr lang="en-US" sz="14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Observed behavior in CBC (None choices):</a:t>
          </a:r>
          <a:endParaRPr lang="en-US" sz="14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48C212CB-BF54-44F1-9550-9CD2D5194E39}" type="parTrans" cxnId="{24C039FA-579C-41E4-B839-47D58B8F596D}">
      <dgm:prSet/>
      <dgm:spPr/>
      <dgm:t>
        <a:bodyPr/>
        <a:lstStyle/>
        <a:p>
          <a:endParaRPr lang="en-US"/>
        </a:p>
      </dgm:t>
    </dgm:pt>
    <dgm:pt modelId="{FCF7B0AD-D572-4A75-8F2B-B508465F1113}" type="sibTrans" cxnId="{24C039FA-579C-41E4-B839-47D58B8F596D}">
      <dgm:prSet custT="1"/>
      <dgm:spPr/>
      <dgm:t>
        <a:bodyPr/>
        <a:lstStyle/>
        <a:p>
          <a:endParaRPr lang="en-US" sz="14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01EEF01B-F99D-42F0-97BC-FCAD814EB217}">
      <dgm:prSet custT="1"/>
      <dgm:spPr/>
      <dgm:t>
        <a:bodyPr/>
        <a:lstStyle/>
        <a:p>
          <a:r>
            <a:rPr lang="en-US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Overall, None rate: 18.3%</a:t>
          </a:r>
        </a:p>
      </dgm:t>
    </dgm:pt>
    <dgm:pt modelId="{E8D9A961-7AF9-42FB-8A1A-887F6EF67BF5}" type="parTrans" cxnId="{3E4B0BBD-1962-40DF-B07A-D7C19EFDD648}">
      <dgm:prSet/>
      <dgm:spPr/>
      <dgm:t>
        <a:bodyPr/>
        <a:lstStyle/>
        <a:p>
          <a:endParaRPr lang="en-US"/>
        </a:p>
      </dgm:t>
    </dgm:pt>
    <dgm:pt modelId="{0E8417BB-D31B-4D10-812E-352F34F9D1A0}" type="sibTrans" cxnId="{3E4B0BBD-1962-40DF-B07A-D7C19EFDD648}">
      <dgm:prSet custT="1"/>
      <dgm:spPr/>
      <dgm:t>
        <a:bodyPr/>
        <a:lstStyle/>
        <a:p>
          <a:endParaRPr lang="en-US" sz="14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AC68E81C-432F-448E-9959-17E9D3797599}">
      <dgm:prSet custT="1"/>
      <dgm:spPr/>
      <dgm:t>
        <a:bodyPr/>
        <a:lstStyle/>
        <a:p>
          <a:r>
            <a:rPr lang="en-US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Customized before: ~10.4% None</a:t>
          </a:r>
        </a:p>
      </dgm:t>
    </dgm:pt>
    <dgm:pt modelId="{29CA749A-EAFB-4FEF-9EBD-E13D348C3B06}" type="parTrans" cxnId="{55298D87-41C8-4087-BB23-20A4481C37A6}">
      <dgm:prSet/>
      <dgm:spPr/>
      <dgm:t>
        <a:bodyPr/>
        <a:lstStyle/>
        <a:p>
          <a:endParaRPr lang="en-US"/>
        </a:p>
      </dgm:t>
    </dgm:pt>
    <dgm:pt modelId="{BFA7FEAE-1C07-4268-8123-FF720771FFB0}" type="sibTrans" cxnId="{55298D87-41C8-4087-BB23-20A4481C37A6}">
      <dgm:prSet custT="1"/>
      <dgm:spPr/>
      <dgm:t>
        <a:bodyPr/>
        <a:lstStyle/>
        <a:p>
          <a:endParaRPr lang="en-US" sz="14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79E7C647-0F9B-43D2-BE7B-BD3B7D2F5D2F}">
      <dgm:prSet custT="1"/>
      <dgm:spPr/>
      <dgm:t>
        <a:bodyPr/>
        <a:lstStyle/>
        <a:p>
          <a:r>
            <a:rPr lang="en-US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Never customized: ~42.2% None</a:t>
          </a:r>
        </a:p>
      </dgm:t>
    </dgm:pt>
    <dgm:pt modelId="{5663399D-417F-4A37-A9D2-E54CF2E9DDA0}" type="parTrans" cxnId="{5A50834A-E478-4ABD-9F4A-45523E33E93C}">
      <dgm:prSet/>
      <dgm:spPr/>
      <dgm:t>
        <a:bodyPr/>
        <a:lstStyle/>
        <a:p>
          <a:endParaRPr lang="en-US"/>
        </a:p>
      </dgm:t>
    </dgm:pt>
    <dgm:pt modelId="{7AEFFF50-3440-4FE8-A1E7-9691000F6A0D}" type="sibTrans" cxnId="{5A50834A-E478-4ABD-9F4A-45523E33E93C}">
      <dgm:prSet custT="1"/>
      <dgm:spPr/>
      <dgm:t>
        <a:bodyPr/>
        <a:lstStyle/>
        <a:p>
          <a:endParaRPr lang="en-US" sz="14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893A5406-0166-4523-BB3E-608FA70AF802}">
      <dgm:prSet custT="1"/>
      <dgm:spPr/>
      <dgm:t>
        <a:bodyPr/>
        <a:lstStyle/>
        <a:p>
          <a:r>
            <a:rPr lang="en-US" sz="14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Simulation at $15/month Premium:</a:t>
          </a:r>
          <a:endParaRPr lang="en-US" sz="14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5F9FD23E-4EFA-4084-9E85-EEA880945B22}" type="parTrans" cxnId="{7756CD09-DEF9-4833-85CF-F26A09E10983}">
      <dgm:prSet/>
      <dgm:spPr/>
      <dgm:t>
        <a:bodyPr/>
        <a:lstStyle/>
        <a:p>
          <a:endParaRPr lang="en-US"/>
        </a:p>
      </dgm:t>
    </dgm:pt>
    <dgm:pt modelId="{8A3C8408-A881-4BB9-A02E-C942845A3153}" type="sibTrans" cxnId="{7756CD09-DEF9-4833-85CF-F26A09E10983}">
      <dgm:prSet/>
      <dgm:spPr/>
      <dgm:t>
        <a:bodyPr/>
        <a:lstStyle/>
        <a:p>
          <a:endParaRPr lang="en-US"/>
        </a:p>
      </dgm:t>
    </dgm:pt>
    <dgm:pt modelId="{53E02868-B901-49BB-A846-03876D8D1E75}">
      <dgm:prSet custT="1"/>
      <dgm:spPr/>
      <dgm:t>
        <a:bodyPr/>
        <a:lstStyle/>
        <a:p>
          <a:r>
            <a:rPr lang="en-US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The Premium bundle at $15/month is strongly attractive for experienced customizers</a:t>
          </a:r>
        </a:p>
      </dgm:t>
    </dgm:pt>
    <dgm:pt modelId="{6A631B7F-896A-4173-9F18-FD5C31BA9CEB}" type="parTrans" cxnId="{D2E1C737-3B94-45C3-8B16-6711E1BF71BA}">
      <dgm:prSet/>
      <dgm:spPr/>
      <dgm:t>
        <a:bodyPr/>
        <a:lstStyle/>
        <a:p>
          <a:endParaRPr lang="en-US"/>
        </a:p>
      </dgm:t>
    </dgm:pt>
    <dgm:pt modelId="{B0B0D0B5-28DC-4BDA-B053-7B8AE7426DA2}" type="sibTrans" cxnId="{D2E1C737-3B94-45C3-8B16-6711E1BF71BA}">
      <dgm:prSet/>
      <dgm:spPr/>
      <dgm:t>
        <a:bodyPr/>
        <a:lstStyle/>
        <a:p>
          <a:endParaRPr lang="en-US"/>
        </a:p>
      </dgm:t>
    </dgm:pt>
    <dgm:pt modelId="{E4C9E932-0F6D-42A8-B2F7-BA4A683B9100}">
      <dgm:prSet custT="1"/>
      <dgm:spPr/>
      <dgm:t>
        <a:bodyPr/>
        <a:lstStyle/>
        <a:p>
          <a:r>
            <a:rPr lang="en-US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First-time customizers are much more likely to choose None, even at the same price</a:t>
          </a:r>
        </a:p>
      </dgm:t>
    </dgm:pt>
    <dgm:pt modelId="{4DC2CFEB-EB8E-4D25-BA32-8881235CBE81}" type="parTrans" cxnId="{3DBDEA35-9E63-4B6E-95E9-E732A72A5F8C}">
      <dgm:prSet/>
      <dgm:spPr/>
      <dgm:t>
        <a:bodyPr/>
        <a:lstStyle/>
        <a:p>
          <a:endParaRPr lang="en-US"/>
        </a:p>
      </dgm:t>
    </dgm:pt>
    <dgm:pt modelId="{40D4A234-D354-4CE0-A4FD-28EEF9440931}" type="sibTrans" cxnId="{3DBDEA35-9E63-4B6E-95E9-E732A72A5F8C}">
      <dgm:prSet/>
      <dgm:spPr/>
      <dgm:t>
        <a:bodyPr/>
        <a:lstStyle/>
        <a:p>
          <a:endParaRPr lang="en-US"/>
        </a:p>
      </dgm:t>
    </dgm:pt>
    <dgm:pt modelId="{1E414E1B-3A6B-4441-91A9-424E0C163F8B}">
      <dgm:prSet custT="1"/>
      <dgm:spPr/>
      <dgm:t>
        <a:bodyPr/>
        <a:lstStyle/>
        <a:p>
          <a:r>
            <a:rPr lang="en-US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This segment likely needs:</a:t>
          </a:r>
        </a:p>
      </dgm:t>
    </dgm:pt>
    <dgm:pt modelId="{EF5BC15B-3581-4FA9-94B2-AA810D420A12}" type="parTrans" cxnId="{E0F29048-8632-4134-BA7A-F4DA6754FABB}">
      <dgm:prSet/>
      <dgm:spPr/>
      <dgm:t>
        <a:bodyPr/>
        <a:lstStyle/>
        <a:p>
          <a:endParaRPr lang="en-US"/>
        </a:p>
      </dgm:t>
    </dgm:pt>
    <dgm:pt modelId="{CE637C63-1F48-4B99-AF2B-FA628A70D416}" type="sibTrans" cxnId="{E0F29048-8632-4134-BA7A-F4DA6754FABB}">
      <dgm:prSet/>
      <dgm:spPr/>
      <dgm:t>
        <a:bodyPr/>
        <a:lstStyle/>
        <a:p>
          <a:endParaRPr lang="en-US"/>
        </a:p>
      </dgm:t>
    </dgm:pt>
    <dgm:pt modelId="{24A8AE40-434D-422D-8860-32F2F613B278}">
      <dgm:prSet custT="1"/>
      <dgm:spPr/>
      <dgm:t>
        <a:bodyPr/>
        <a:lstStyle/>
        <a:p>
          <a:r>
            <a:rPr lang="en-US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 lighter, simpler trial or entry plan, or</a:t>
          </a:r>
        </a:p>
      </dgm:t>
    </dgm:pt>
    <dgm:pt modelId="{BD795F33-9D76-4AE2-97A4-5427A460DA32}" type="parTrans" cxnId="{AB739C5F-E33F-4F34-AE27-4D6350CCC265}">
      <dgm:prSet/>
      <dgm:spPr/>
      <dgm:t>
        <a:bodyPr/>
        <a:lstStyle/>
        <a:p>
          <a:endParaRPr lang="en-US"/>
        </a:p>
      </dgm:t>
    </dgm:pt>
    <dgm:pt modelId="{BEF9D6BC-032F-4008-B18E-D614FB9E1D10}" type="sibTrans" cxnId="{AB739C5F-E33F-4F34-AE27-4D6350CCC265}">
      <dgm:prSet/>
      <dgm:spPr/>
      <dgm:t>
        <a:bodyPr/>
        <a:lstStyle/>
        <a:p>
          <a:endParaRPr lang="en-US"/>
        </a:p>
      </dgm:t>
    </dgm:pt>
    <dgm:pt modelId="{AFC477DD-FCB0-480B-B024-257F9444FB04}">
      <dgm:prSet custT="1"/>
      <dgm:spPr/>
      <dgm:t>
        <a:bodyPr/>
        <a:lstStyle/>
        <a:p>
          <a:r>
            <a:rPr lang="en-US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 dealer-guided onboarding flow that explains the tool and options</a:t>
          </a:r>
        </a:p>
      </dgm:t>
    </dgm:pt>
    <dgm:pt modelId="{F839F7D7-30E0-4510-8BAE-8D34A77B1FE6}" type="parTrans" cxnId="{AEF13A74-E4B1-428C-862E-AAC03EDD9F10}">
      <dgm:prSet/>
      <dgm:spPr/>
      <dgm:t>
        <a:bodyPr/>
        <a:lstStyle/>
        <a:p>
          <a:endParaRPr lang="en-US"/>
        </a:p>
      </dgm:t>
    </dgm:pt>
    <dgm:pt modelId="{78E75F23-E804-4AF4-8332-E74622C6DD13}" type="sibTrans" cxnId="{AEF13A74-E4B1-428C-862E-AAC03EDD9F10}">
      <dgm:prSet/>
      <dgm:spPr/>
      <dgm:t>
        <a:bodyPr/>
        <a:lstStyle/>
        <a:p>
          <a:endParaRPr lang="en-US"/>
        </a:p>
      </dgm:t>
    </dgm:pt>
    <dgm:pt modelId="{E355629B-C399-4501-A70E-9C1912467E81}" type="pres">
      <dgm:prSet presAssocID="{D55581FE-3377-44FF-B56B-8FD1A349E3A0}" presName="Name0" presStyleCnt="0">
        <dgm:presLayoutVars>
          <dgm:dir/>
          <dgm:resizeHandles val="exact"/>
        </dgm:presLayoutVars>
      </dgm:prSet>
      <dgm:spPr/>
    </dgm:pt>
    <dgm:pt modelId="{0C5BF4B2-4DD4-42DB-962F-F0E31AC53A28}" type="pres">
      <dgm:prSet presAssocID="{111F57CB-8933-4EA4-B768-270B5BD038B0}" presName="node" presStyleLbl="node1" presStyleIdx="0" presStyleCnt="8">
        <dgm:presLayoutVars>
          <dgm:bulletEnabled val="1"/>
        </dgm:presLayoutVars>
      </dgm:prSet>
      <dgm:spPr/>
    </dgm:pt>
    <dgm:pt modelId="{A3BF2E3F-60A8-4102-8616-FEE1FBBC0B9F}" type="pres">
      <dgm:prSet presAssocID="{EA58199B-BBB0-49FA-8CC8-73051EF77EBC}" presName="sibTrans" presStyleLbl="sibTrans1D1" presStyleIdx="0" presStyleCnt="7"/>
      <dgm:spPr/>
    </dgm:pt>
    <dgm:pt modelId="{DFE9C1B5-D301-4447-88C8-F29DD660CF7A}" type="pres">
      <dgm:prSet presAssocID="{EA58199B-BBB0-49FA-8CC8-73051EF77EBC}" presName="connectorText" presStyleLbl="sibTrans1D1" presStyleIdx="0" presStyleCnt="7"/>
      <dgm:spPr/>
    </dgm:pt>
    <dgm:pt modelId="{476F0FA2-FB80-4D31-8642-2229F83A7F40}" type="pres">
      <dgm:prSet presAssocID="{F3EF9710-E4B2-473B-B6CC-FE698AF6EA58}" presName="node" presStyleLbl="node1" presStyleIdx="1" presStyleCnt="8">
        <dgm:presLayoutVars>
          <dgm:bulletEnabled val="1"/>
        </dgm:presLayoutVars>
      </dgm:prSet>
      <dgm:spPr/>
    </dgm:pt>
    <dgm:pt modelId="{4D5411D8-361A-4281-997A-BDD5AA6633E3}" type="pres">
      <dgm:prSet presAssocID="{50E7A320-A828-4D33-A5F6-A25EEF9BB0ED}" presName="sibTrans" presStyleLbl="sibTrans1D1" presStyleIdx="1" presStyleCnt="7"/>
      <dgm:spPr/>
    </dgm:pt>
    <dgm:pt modelId="{3CA277E6-4C7D-465F-86D3-58701F31930F}" type="pres">
      <dgm:prSet presAssocID="{50E7A320-A828-4D33-A5F6-A25EEF9BB0ED}" presName="connectorText" presStyleLbl="sibTrans1D1" presStyleIdx="1" presStyleCnt="7"/>
      <dgm:spPr/>
    </dgm:pt>
    <dgm:pt modelId="{1F4F8529-F3E2-43B5-97DB-AF983CBA92A4}" type="pres">
      <dgm:prSet presAssocID="{12320B61-8B9C-498B-8A04-1099C8341A2A}" presName="node" presStyleLbl="node1" presStyleIdx="2" presStyleCnt="8">
        <dgm:presLayoutVars>
          <dgm:bulletEnabled val="1"/>
        </dgm:presLayoutVars>
      </dgm:prSet>
      <dgm:spPr/>
    </dgm:pt>
    <dgm:pt modelId="{D6A3ADEE-F330-4B97-94E9-1800222CC47B}" type="pres">
      <dgm:prSet presAssocID="{4F027D5E-4449-4C6F-ACEC-C6D2C918CC6A}" presName="sibTrans" presStyleLbl="sibTrans1D1" presStyleIdx="2" presStyleCnt="7"/>
      <dgm:spPr/>
    </dgm:pt>
    <dgm:pt modelId="{C56F477F-1BB5-4607-A698-733AD1CA5255}" type="pres">
      <dgm:prSet presAssocID="{4F027D5E-4449-4C6F-ACEC-C6D2C918CC6A}" presName="connectorText" presStyleLbl="sibTrans1D1" presStyleIdx="2" presStyleCnt="7"/>
      <dgm:spPr/>
    </dgm:pt>
    <dgm:pt modelId="{354FA055-F605-4180-AD66-45380D002933}" type="pres">
      <dgm:prSet presAssocID="{82EF4038-2D1E-4615-A920-834CA215C276}" presName="node" presStyleLbl="node1" presStyleIdx="3" presStyleCnt="8">
        <dgm:presLayoutVars>
          <dgm:bulletEnabled val="1"/>
        </dgm:presLayoutVars>
      </dgm:prSet>
      <dgm:spPr/>
    </dgm:pt>
    <dgm:pt modelId="{88B5AB5E-CF82-4A22-8C42-9EBDB622D3CF}" type="pres">
      <dgm:prSet presAssocID="{FCF7B0AD-D572-4A75-8F2B-B508465F1113}" presName="sibTrans" presStyleLbl="sibTrans1D1" presStyleIdx="3" presStyleCnt="7"/>
      <dgm:spPr/>
    </dgm:pt>
    <dgm:pt modelId="{E3EC60E0-9F7E-4720-AFC2-6218F91C1475}" type="pres">
      <dgm:prSet presAssocID="{FCF7B0AD-D572-4A75-8F2B-B508465F1113}" presName="connectorText" presStyleLbl="sibTrans1D1" presStyleIdx="3" presStyleCnt="7"/>
      <dgm:spPr/>
    </dgm:pt>
    <dgm:pt modelId="{C5A6FC8B-A809-45BE-BC15-381186AFB071}" type="pres">
      <dgm:prSet presAssocID="{01EEF01B-F99D-42F0-97BC-FCAD814EB217}" presName="node" presStyleLbl="node1" presStyleIdx="4" presStyleCnt="8">
        <dgm:presLayoutVars>
          <dgm:bulletEnabled val="1"/>
        </dgm:presLayoutVars>
      </dgm:prSet>
      <dgm:spPr/>
    </dgm:pt>
    <dgm:pt modelId="{B54E2285-3BE5-43CD-AF8C-A0D13D9CA26C}" type="pres">
      <dgm:prSet presAssocID="{0E8417BB-D31B-4D10-812E-352F34F9D1A0}" presName="sibTrans" presStyleLbl="sibTrans1D1" presStyleIdx="4" presStyleCnt="7"/>
      <dgm:spPr/>
    </dgm:pt>
    <dgm:pt modelId="{8A53A140-508D-4FB9-A8D7-35849883A2D9}" type="pres">
      <dgm:prSet presAssocID="{0E8417BB-D31B-4D10-812E-352F34F9D1A0}" presName="connectorText" presStyleLbl="sibTrans1D1" presStyleIdx="4" presStyleCnt="7"/>
      <dgm:spPr/>
    </dgm:pt>
    <dgm:pt modelId="{8CF18A02-F194-4368-8E1D-3C15F16E8449}" type="pres">
      <dgm:prSet presAssocID="{AC68E81C-432F-448E-9959-17E9D3797599}" presName="node" presStyleLbl="node1" presStyleIdx="5" presStyleCnt="8">
        <dgm:presLayoutVars>
          <dgm:bulletEnabled val="1"/>
        </dgm:presLayoutVars>
      </dgm:prSet>
      <dgm:spPr/>
    </dgm:pt>
    <dgm:pt modelId="{CDC1585F-8AF1-4AD2-B975-719663A923E9}" type="pres">
      <dgm:prSet presAssocID="{BFA7FEAE-1C07-4268-8123-FF720771FFB0}" presName="sibTrans" presStyleLbl="sibTrans1D1" presStyleIdx="5" presStyleCnt="7"/>
      <dgm:spPr/>
    </dgm:pt>
    <dgm:pt modelId="{191D4DB5-8452-4029-BE27-B361B223FEA4}" type="pres">
      <dgm:prSet presAssocID="{BFA7FEAE-1C07-4268-8123-FF720771FFB0}" presName="connectorText" presStyleLbl="sibTrans1D1" presStyleIdx="5" presStyleCnt="7"/>
      <dgm:spPr/>
    </dgm:pt>
    <dgm:pt modelId="{381BB826-0BC6-4269-AE1D-ECAA646885E2}" type="pres">
      <dgm:prSet presAssocID="{79E7C647-0F9B-43D2-BE7B-BD3B7D2F5D2F}" presName="node" presStyleLbl="node1" presStyleIdx="6" presStyleCnt="8">
        <dgm:presLayoutVars>
          <dgm:bulletEnabled val="1"/>
        </dgm:presLayoutVars>
      </dgm:prSet>
      <dgm:spPr/>
    </dgm:pt>
    <dgm:pt modelId="{0C39F9F9-4F87-4D93-80FA-563E6F48E794}" type="pres">
      <dgm:prSet presAssocID="{7AEFFF50-3440-4FE8-A1E7-9691000F6A0D}" presName="sibTrans" presStyleLbl="sibTrans1D1" presStyleIdx="6" presStyleCnt="7"/>
      <dgm:spPr/>
    </dgm:pt>
    <dgm:pt modelId="{83808700-1BE5-4056-BEAA-D5B186598C50}" type="pres">
      <dgm:prSet presAssocID="{7AEFFF50-3440-4FE8-A1E7-9691000F6A0D}" presName="connectorText" presStyleLbl="sibTrans1D1" presStyleIdx="6" presStyleCnt="7"/>
      <dgm:spPr/>
    </dgm:pt>
    <dgm:pt modelId="{2B8AB8CC-86B2-4BD4-8018-4F08C8330506}" type="pres">
      <dgm:prSet presAssocID="{893A5406-0166-4523-BB3E-608FA70AF802}" presName="node" presStyleLbl="node1" presStyleIdx="7" presStyleCnt="8" custScaleX="333134" custScaleY="181125" custLinFactNeighborX="-71548" custLinFactNeighborY="470">
        <dgm:presLayoutVars>
          <dgm:bulletEnabled val="1"/>
        </dgm:presLayoutVars>
      </dgm:prSet>
      <dgm:spPr/>
    </dgm:pt>
  </dgm:ptLst>
  <dgm:cxnLst>
    <dgm:cxn modelId="{942EAE09-930C-4C30-A038-17524C028A5B}" srcId="{D55581FE-3377-44FF-B56B-8FD1A349E3A0}" destId="{111F57CB-8933-4EA4-B768-270B5BD038B0}" srcOrd="0" destOrd="0" parTransId="{F6C40745-A790-479B-A44C-871C03BD7BEF}" sibTransId="{EA58199B-BBB0-49FA-8CC8-73051EF77EBC}"/>
    <dgm:cxn modelId="{7756CD09-DEF9-4833-85CF-F26A09E10983}" srcId="{D55581FE-3377-44FF-B56B-8FD1A349E3A0}" destId="{893A5406-0166-4523-BB3E-608FA70AF802}" srcOrd="7" destOrd="0" parTransId="{5F9FD23E-4EFA-4084-9E85-EEA880945B22}" sibTransId="{8A3C8408-A881-4BB9-A02E-C942845A3153}"/>
    <dgm:cxn modelId="{292E7F0D-589B-4350-B276-0C619546BD64}" type="presOf" srcId="{0E8417BB-D31B-4D10-812E-352F34F9D1A0}" destId="{8A53A140-508D-4FB9-A8D7-35849883A2D9}" srcOrd="1" destOrd="0" presId="urn:microsoft.com/office/officeart/2016/7/layout/RepeatingBendingProcessNew"/>
    <dgm:cxn modelId="{42FDF614-E693-4780-89D4-773E0393DB69}" type="presOf" srcId="{1E414E1B-3A6B-4441-91A9-424E0C163F8B}" destId="{2B8AB8CC-86B2-4BD4-8018-4F08C8330506}" srcOrd="0" destOrd="3" presId="urn:microsoft.com/office/officeart/2016/7/layout/RepeatingBendingProcessNew"/>
    <dgm:cxn modelId="{AECFDE1A-77D2-4D84-A08B-C6C7563715CE}" type="presOf" srcId="{4F027D5E-4449-4C6F-ACEC-C6D2C918CC6A}" destId="{C56F477F-1BB5-4607-A698-733AD1CA5255}" srcOrd="1" destOrd="0" presId="urn:microsoft.com/office/officeart/2016/7/layout/RepeatingBendingProcessNew"/>
    <dgm:cxn modelId="{08F07723-D160-4E32-A91D-64F9704FC17C}" srcId="{D55581FE-3377-44FF-B56B-8FD1A349E3A0}" destId="{F3EF9710-E4B2-473B-B6CC-FE698AF6EA58}" srcOrd="1" destOrd="0" parTransId="{DE36B90E-1F27-4F22-8749-23B1952E1F0F}" sibTransId="{50E7A320-A828-4D33-A5F6-A25EEF9BB0ED}"/>
    <dgm:cxn modelId="{B2AC5F24-291E-4DCD-9116-DA65ECB0BA0A}" type="presOf" srcId="{FCF7B0AD-D572-4A75-8F2B-B508465F1113}" destId="{E3EC60E0-9F7E-4720-AFC2-6218F91C1475}" srcOrd="1" destOrd="0" presId="urn:microsoft.com/office/officeart/2016/7/layout/RepeatingBendingProcessNew"/>
    <dgm:cxn modelId="{825AFF24-26AC-4F6F-82D4-708B8B09BCE0}" type="presOf" srcId="{01EEF01B-F99D-42F0-97BC-FCAD814EB217}" destId="{C5A6FC8B-A809-45BE-BC15-381186AFB071}" srcOrd="0" destOrd="0" presId="urn:microsoft.com/office/officeart/2016/7/layout/RepeatingBendingProcessNew"/>
    <dgm:cxn modelId="{42AF692D-E337-41FE-8670-277F5766CEB3}" type="presOf" srcId="{E4C9E932-0F6D-42A8-B2F7-BA4A683B9100}" destId="{2B8AB8CC-86B2-4BD4-8018-4F08C8330506}" srcOrd="0" destOrd="2" presId="urn:microsoft.com/office/officeart/2016/7/layout/RepeatingBendingProcessNew"/>
    <dgm:cxn modelId="{81883B32-3B04-4012-B8E8-84D6927857BF}" type="presOf" srcId="{24A8AE40-434D-422D-8860-32F2F613B278}" destId="{2B8AB8CC-86B2-4BD4-8018-4F08C8330506}" srcOrd="0" destOrd="4" presId="urn:microsoft.com/office/officeart/2016/7/layout/RepeatingBendingProcessNew"/>
    <dgm:cxn modelId="{3DBDEA35-9E63-4B6E-95E9-E732A72A5F8C}" srcId="{893A5406-0166-4523-BB3E-608FA70AF802}" destId="{E4C9E932-0F6D-42A8-B2F7-BA4A683B9100}" srcOrd="1" destOrd="0" parTransId="{4DC2CFEB-EB8E-4D25-BA32-8881235CBE81}" sibTransId="{40D4A234-D354-4CE0-A4FD-28EEF9440931}"/>
    <dgm:cxn modelId="{D2E1C737-3B94-45C3-8B16-6711E1BF71BA}" srcId="{893A5406-0166-4523-BB3E-608FA70AF802}" destId="{53E02868-B901-49BB-A846-03876D8D1E75}" srcOrd="0" destOrd="0" parTransId="{6A631B7F-896A-4173-9F18-FD5C31BA9CEB}" sibTransId="{B0B0D0B5-28DC-4BDA-B053-7B8AE7426DA2}"/>
    <dgm:cxn modelId="{C2267B48-6376-47BE-8307-7BD267727275}" type="presOf" srcId="{4F027D5E-4449-4C6F-ACEC-C6D2C918CC6A}" destId="{D6A3ADEE-F330-4B97-94E9-1800222CC47B}" srcOrd="0" destOrd="0" presId="urn:microsoft.com/office/officeart/2016/7/layout/RepeatingBendingProcessNew"/>
    <dgm:cxn modelId="{E0F29048-8632-4134-BA7A-F4DA6754FABB}" srcId="{893A5406-0166-4523-BB3E-608FA70AF802}" destId="{1E414E1B-3A6B-4441-91A9-424E0C163F8B}" srcOrd="2" destOrd="0" parTransId="{EF5BC15B-3581-4FA9-94B2-AA810D420A12}" sibTransId="{CE637C63-1F48-4B99-AF2B-FA628A70D416}"/>
    <dgm:cxn modelId="{5A50834A-E478-4ABD-9F4A-45523E33E93C}" srcId="{D55581FE-3377-44FF-B56B-8FD1A349E3A0}" destId="{79E7C647-0F9B-43D2-BE7B-BD3B7D2F5D2F}" srcOrd="6" destOrd="0" parTransId="{5663399D-417F-4A37-A9D2-E54CF2E9DDA0}" sibTransId="{7AEFFF50-3440-4FE8-A1E7-9691000F6A0D}"/>
    <dgm:cxn modelId="{14460B4B-A519-4FC3-841C-62473AD78736}" type="presOf" srcId="{0E8417BB-D31B-4D10-812E-352F34F9D1A0}" destId="{B54E2285-3BE5-43CD-AF8C-A0D13D9CA26C}" srcOrd="0" destOrd="0" presId="urn:microsoft.com/office/officeart/2016/7/layout/RepeatingBendingProcessNew"/>
    <dgm:cxn modelId="{98D1DC5B-9F5E-46CA-B073-954ED068D9F8}" type="presOf" srcId="{7AEFFF50-3440-4FE8-A1E7-9691000F6A0D}" destId="{0C39F9F9-4F87-4D93-80FA-563E6F48E794}" srcOrd="0" destOrd="0" presId="urn:microsoft.com/office/officeart/2016/7/layout/RepeatingBendingProcessNew"/>
    <dgm:cxn modelId="{928EAA5C-7066-48D6-9AA3-BF3DF5048CDB}" type="presOf" srcId="{AFC477DD-FCB0-480B-B024-257F9444FB04}" destId="{2B8AB8CC-86B2-4BD4-8018-4F08C8330506}" srcOrd="0" destOrd="5" presId="urn:microsoft.com/office/officeart/2016/7/layout/RepeatingBendingProcessNew"/>
    <dgm:cxn modelId="{AB739C5F-E33F-4F34-AE27-4D6350CCC265}" srcId="{1E414E1B-3A6B-4441-91A9-424E0C163F8B}" destId="{24A8AE40-434D-422D-8860-32F2F613B278}" srcOrd="0" destOrd="0" parTransId="{BD795F33-9D76-4AE2-97A4-5427A460DA32}" sibTransId="{BEF9D6BC-032F-4008-B18E-D614FB9E1D10}"/>
    <dgm:cxn modelId="{BE1C236C-8B38-451B-BB7C-AE9DCAC3BEBF}" type="presOf" srcId="{BFA7FEAE-1C07-4268-8123-FF720771FFB0}" destId="{CDC1585F-8AF1-4AD2-B975-719663A923E9}" srcOrd="0" destOrd="0" presId="urn:microsoft.com/office/officeart/2016/7/layout/RepeatingBendingProcessNew"/>
    <dgm:cxn modelId="{ECD7A76D-90AF-48CD-9CA1-47442B2B4C66}" type="presOf" srcId="{FCF7B0AD-D572-4A75-8F2B-B508465F1113}" destId="{88B5AB5E-CF82-4A22-8C42-9EBDB622D3CF}" srcOrd="0" destOrd="0" presId="urn:microsoft.com/office/officeart/2016/7/layout/RepeatingBendingProcessNew"/>
    <dgm:cxn modelId="{AEF13A74-E4B1-428C-862E-AAC03EDD9F10}" srcId="{1E414E1B-3A6B-4441-91A9-424E0C163F8B}" destId="{AFC477DD-FCB0-480B-B024-257F9444FB04}" srcOrd="1" destOrd="0" parTransId="{F839F7D7-30E0-4510-8BAE-8D34A77B1FE6}" sibTransId="{78E75F23-E804-4AF4-8332-E74622C6DD13}"/>
    <dgm:cxn modelId="{4BEF737D-698F-4298-B87D-1126866DFAAD}" type="presOf" srcId="{12320B61-8B9C-498B-8A04-1099C8341A2A}" destId="{1F4F8529-F3E2-43B5-97DB-AF983CBA92A4}" srcOrd="0" destOrd="0" presId="urn:microsoft.com/office/officeart/2016/7/layout/RepeatingBendingProcessNew"/>
    <dgm:cxn modelId="{55298D87-41C8-4087-BB23-20A4481C37A6}" srcId="{D55581FE-3377-44FF-B56B-8FD1A349E3A0}" destId="{AC68E81C-432F-448E-9959-17E9D3797599}" srcOrd="5" destOrd="0" parTransId="{29CA749A-EAFB-4FEF-9EBD-E13D348C3B06}" sibTransId="{BFA7FEAE-1C07-4268-8123-FF720771FFB0}"/>
    <dgm:cxn modelId="{3547C18D-B4F7-44B4-BA84-B55127C66BBA}" type="presOf" srcId="{50E7A320-A828-4D33-A5F6-A25EEF9BB0ED}" destId="{4D5411D8-361A-4281-997A-BDD5AA6633E3}" srcOrd="0" destOrd="0" presId="urn:microsoft.com/office/officeart/2016/7/layout/RepeatingBendingProcessNew"/>
    <dgm:cxn modelId="{E4542292-4DA1-4FD1-9AD0-5551D921D37F}" srcId="{D55581FE-3377-44FF-B56B-8FD1A349E3A0}" destId="{12320B61-8B9C-498B-8A04-1099C8341A2A}" srcOrd="2" destOrd="0" parTransId="{18AE1341-1FD7-4134-A34A-B4CDD356D945}" sibTransId="{4F027D5E-4449-4C6F-ACEC-C6D2C918CC6A}"/>
    <dgm:cxn modelId="{11AFEC95-5BFF-41D5-A475-F3DD9A3E9A5E}" type="presOf" srcId="{AC68E81C-432F-448E-9959-17E9D3797599}" destId="{8CF18A02-F194-4368-8E1D-3C15F16E8449}" srcOrd="0" destOrd="0" presId="urn:microsoft.com/office/officeart/2016/7/layout/RepeatingBendingProcessNew"/>
    <dgm:cxn modelId="{0AFBB89A-533B-49D8-8176-0E05C12EF4ED}" type="presOf" srcId="{893A5406-0166-4523-BB3E-608FA70AF802}" destId="{2B8AB8CC-86B2-4BD4-8018-4F08C8330506}" srcOrd="0" destOrd="0" presId="urn:microsoft.com/office/officeart/2016/7/layout/RepeatingBendingProcessNew"/>
    <dgm:cxn modelId="{E82EDB9D-D229-4160-9F0C-AE673A381569}" type="presOf" srcId="{EA58199B-BBB0-49FA-8CC8-73051EF77EBC}" destId="{DFE9C1B5-D301-4447-88C8-F29DD660CF7A}" srcOrd="1" destOrd="0" presId="urn:microsoft.com/office/officeart/2016/7/layout/RepeatingBendingProcessNew"/>
    <dgm:cxn modelId="{9B15CBA1-4DEC-415F-A343-4EF3F4E091CF}" type="presOf" srcId="{BFA7FEAE-1C07-4268-8123-FF720771FFB0}" destId="{191D4DB5-8452-4029-BE27-B361B223FEA4}" srcOrd="1" destOrd="0" presId="urn:microsoft.com/office/officeart/2016/7/layout/RepeatingBendingProcessNew"/>
    <dgm:cxn modelId="{3E4B0BBD-1962-40DF-B07A-D7C19EFDD648}" srcId="{D55581FE-3377-44FF-B56B-8FD1A349E3A0}" destId="{01EEF01B-F99D-42F0-97BC-FCAD814EB217}" srcOrd="4" destOrd="0" parTransId="{E8D9A961-7AF9-42FB-8A1A-887F6EF67BF5}" sibTransId="{0E8417BB-D31B-4D10-812E-352F34F9D1A0}"/>
    <dgm:cxn modelId="{F17558C8-F351-43C9-8739-83F86861ADA4}" type="presOf" srcId="{50E7A320-A828-4D33-A5F6-A25EEF9BB0ED}" destId="{3CA277E6-4C7D-465F-86D3-58701F31930F}" srcOrd="1" destOrd="0" presId="urn:microsoft.com/office/officeart/2016/7/layout/RepeatingBendingProcessNew"/>
    <dgm:cxn modelId="{53E5D3CC-7656-4445-AA0B-AC0B9C3E112E}" type="presOf" srcId="{53E02868-B901-49BB-A846-03876D8D1E75}" destId="{2B8AB8CC-86B2-4BD4-8018-4F08C8330506}" srcOrd="0" destOrd="1" presId="urn:microsoft.com/office/officeart/2016/7/layout/RepeatingBendingProcessNew"/>
    <dgm:cxn modelId="{481671D2-E7DC-4F72-8F85-57960269D704}" type="presOf" srcId="{EA58199B-BBB0-49FA-8CC8-73051EF77EBC}" destId="{A3BF2E3F-60A8-4102-8616-FEE1FBBC0B9F}" srcOrd="0" destOrd="0" presId="urn:microsoft.com/office/officeart/2016/7/layout/RepeatingBendingProcessNew"/>
    <dgm:cxn modelId="{6F2803D5-186B-47EA-A252-A309F2FBCD98}" type="presOf" srcId="{79E7C647-0F9B-43D2-BE7B-BD3B7D2F5D2F}" destId="{381BB826-0BC6-4269-AE1D-ECAA646885E2}" srcOrd="0" destOrd="0" presId="urn:microsoft.com/office/officeart/2016/7/layout/RepeatingBendingProcessNew"/>
    <dgm:cxn modelId="{235F88D5-C9DC-4481-AE8F-C7DEADF1236D}" type="presOf" srcId="{82EF4038-2D1E-4615-A920-834CA215C276}" destId="{354FA055-F605-4180-AD66-45380D002933}" srcOrd="0" destOrd="0" presId="urn:microsoft.com/office/officeart/2016/7/layout/RepeatingBendingProcessNew"/>
    <dgm:cxn modelId="{BAE052DA-3E51-4229-A77B-CD050DF2FB18}" type="presOf" srcId="{7AEFFF50-3440-4FE8-A1E7-9691000F6A0D}" destId="{83808700-1BE5-4056-BEAA-D5B186598C50}" srcOrd="1" destOrd="0" presId="urn:microsoft.com/office/officeart/2016/7/layout/RepeatingBendingProcessNew"/>
    <dgm:cxn modelId="{DFAB74DE-9B66-41C7-8369-B5E9BF02B3F5}" type="presOf" srcId="{F3EF9710-E4B2-473B-B6CC-FE698AF6EA58}" destId="{476F0FA2-FB80-4D31-8642-2229F83A7F40}" srcOrd="0" destOrd="0" presId="urn:microsoft.com/office/officeart/2016/7/layout/RepeatingBendingProcessNew"/>
    <dgm:cxn modelId="{59369DE6-A21E-4C72-A1AE-324FD9C4FB52}" type="presOf" srcId="{D55581FE-3377-44FF-B56B-8FD1A349E3A0}" destId="{E355629B-C399-4501-A70E-9C1912467E81}" srcOrd="0" destOrd="0" presId="urn:microsoft.com/office/officeart/2016/7/layout/RepeatingBendingProcessNew"/>
    <dgm:cxn modelId="{0DEB0DE9-0393-406B-89F2-8937CCBD5B74}" type="presOf" srcId="{111F57CB-8933-4EA4-B768-270B5BD038B0}" destId="{0C5BF4B2-4DD4-42DB-962F-F0E31AC53A28}" srcOrd="0" destOrd="0" presId="urn:microsoft.com/office/officeart/2016/7/layout/RepeatingBendingProcessNew"/>
    <dgm:cxn modelId="{24C039FA-579C-41E4-B839-47D58B8F596D}" srcId="{D55581FE-3377-44FF-B56B-8FD1A349E3A0}" destId="{82EF4038-2D1E-4615-A920-834CA215C276}" srcOrd="3" destOrd="0" parTransId="{48C212CB-BF54-44F1-9550-9CD2D5194E39}" sibTransId="{FCF7B0AD-D572-4A75-8F2B-B508465F1113}"/>
    <dgm:cxn modelId="{38EBE4D2-57B7-4F8C-99E9-20CF7A961AA2}" type="presParOf" srcId="{E355629B-C399-4501-A70E-9C1912467E81}" destId="{0C5BF4B2-4DD4-42DB-962F-F0E31AC53A28}" srcOrd="0" destOrd="0" presId="urn:microsoft.com/office/officeart/2016/7/layout/RepeatingBendingProcessNew"/>
    <dgm:cxn modelId="{38DFD57A-9A49-4C68-9057-C31CF4F8FCAC}" type="presParOf" srcId="{E355629B-C399-4501-A70E-9C1912467E81}" destId="{A3BF2E3F-60A8-4102-8616-FEE1FBBC0B9F}" srcOrd="1" destOrd="0" presId="urn:microsoft.com/office/officeart/2016/7/layout/RepeatingBendingProcessNew"/>
    <dgm:cxn modelId="{0BB9C213-9D17-4F62-BA09-8C97360FAD93}" type="presParOf" srcId="{A3BF2E3F-60A8-4102-8616-FEE1FBBC0B9F}" destId="{DFE9C1B5-D301-4447-88C8-F29DD660CF7A}" srcOrd="0" destOrd="0" presId="urn:microsoft.com/office/officeart/2016/7/layout/RepeatingBendingProcessNew"/>
    <dgm:cxn modelId="{F563C3D1-A9AF-44F6-A63F-42124274E383}" type="presParOf" srcId="{E355629B-C399-4501-A70E-9C1912467E81}" destId="{476F0FA2-FB80-4D31-8642-2229F83A7F40}" srcOrd="2" destOrd="0" presId="urn:microsoft.com/office/officeart/2016/7/layout/RepeatingBendingProcessNew"/>
    <dgm:cxn modelId="{6E68FADB-DDA8-4CE2-A87B-230300DF65E3}" type="presParOf" srcId="{E355629B-C399-4501-A70E-9C1912467E81}" destId="{4D5411D8-361A-4281-997A-BDD5AA6633E3}" srcOrd="3" destOrd="0" presId="urn:microsoft.com/office/officeart/2016/7/layout/RepeatingBendingProcessNew"/>
    <dgm:cxn modelId="{BC43BC95-5A1A-4FC7-850B-505B907F046E}" type="presParOf" srcId="{4D5411D8-361A-4281-997A-BDD5AA6633E3}" destId="{3CA277E6-4C7D-465F-86D3-58701F31930F}" srcOrd="0" destOrd="0" presId="urn:microsoft.com/office/officeart/2016/7/layout/RepeatingBendingProcessNew"/>
    <dgm:cxn modelId="{D56575BC-E7D6-4F20-98B5-F7D4AAC2610C}" type="presParOf" srcId="{E355629B-C399-4501-A70E-9C1912467E81}" destId="{1F4F8529-F3E2-43B5-97DB-AF983CBA92A4}" srcOrd="4" destOrd="0" presId="urn:microsoft.com/office/officeart/2016/7/layout/RepeatingBendingProcessNew"/>
    <dgm:cxn modelId="{910C495A-0041-46D2-B9AF-CD9AAE459CB8}" type="presParOf" srcId="{E355629B-C399-4501-A70E-9C1912467E81}" destId="{D6A3ADEE-F330-4B97-94E9-1800222CC47B}" srcOrd="5" destOrd="0" presId="urn:microsoft.com/office/officeart/2016/7/layout/RepeatingBendingProcessNew"/>
    <dgm:cxn modelId="{7D7FD915-86A5-4A4A-BE26-A170E7B81314}" type="presParOf" srcId="{D6A3ADEE-F330-4B97-94E9-1800222CC47B}" destId="{C56F477F-1BB5-4607-A698-733AD1CA5255}" srcOrd="0" destOrd="0" presId="urn:microsoft.com/office/officeart/2016/7/layout/RepeatingBendingProcessNew"/>
    <dgm:cxn modelId="{9C851F7D-CC06-4C3D-A5F4-CA9B924DEC1B}" type="presParOf" srcId="{E355629B-C399-4501-A70E-9C1912467E81}" destId="{354FA055-F605-4180-AD66-45380D002933}" srcOrd="6" destOrd="0" presId="urn:microsoft.com/office/officeart/2016/7/layout/RepeatingBendingProcessNew"/>
    <dgm:cxn modelId="{C956697C-8AD2-49EA-B81B-2D32E88A6D0D}" type="presParOf" srcId="{E355629B-C399-4501-A70E-9C1912467E81}" destId="{88B5AB5E-CF82-4A22-8C42-9EBDB622D3CF}" srcOrd="7" destOrd="0" presId="urn:microsoft.com/office/officeart/2016/7/layout/RepeatingBendingProcessNew"/>
    <dgm:cxn modelId="{01642A25-66C7-4D45-B54F-CFFB8876A80E}" type="presParOf" srcId="{88B5AB5E-CF82-4A22-8C42-9EBDB622D3CF}" destId="{E3EC60E0-9F7E-4720-AFC2-6218F91C1475}" srcOrd="0" destOrd="0" presId="urn:microsoft.com/office/officeart/2016/7/layout/RepeatingBendingProcessNew"/>
    <dgm:cxn modelId="{64E3D48A-A91D-4A91-B181-949DD6A7DC3A}" type="presParOf" srcId="{E355629B-C399-4501-A70E-9C1912467E81}" destId="{C5A6FC8B-A809-45BE-BC15-381186AFB071}" srcOrd="8" destOrd="0" presId="urn:microsoft.com/office/officeart/2016/7/layout/RepeatingBendingProcessNew"/>
    <dgm:cxn modelId="{7C96EAF5-A06C-4622-9880-12D16EE079BA}" type="presParOf" srcId="{E355629B-C399-4501-A70E-9C1912467E81}" destId="{B54E2285-3BE5-43CD-AF8C-A0D13D9CA26C}" srcOrd="9" destOrd="0" presId="urn:microsoft.com/office/officeart/2016/7/layout/RepeatingBendingProcessNew"/>
    <dgm:cxn modelId="{9D3CF9C9-DAD7-4FFD-8BF9-AC270D5EB6D7}" type="presParOf" srcId="{B54E2285-3BE5-43CD-AF8C-A0D13D9CA26C}" destId="{8A53A140-508D-4FB9-A8D7-35849883A2D9}" srcOrd="0" destOrd="0" presId="urn:microsoft.com/office/officeart/2016/7/layout/RepeatingBendingProcessNew"/>
    <dgm:cxn modelId="{8496A0C2-F00D-462D-BF1D-3B110A006F78}" type="presParOf" srcId="{E355629B-C399-4501-A70E-9C1912467E81}" destId="{8CF18A02-F194-4368-8E1D-3C15F16E8449}" srcOrd="10" destOrd="0" presId="urn:microsoft.com/office/officeart/2016/7/layout/RepeatingBendingProcessNew"/>
    <dgm:cxn modelId="{CA721CDC-3427-4906-8CA7-9404E2150691}" type="presParOf" srcId="{E355629B-C399-4501-A70E-9C1912467E81}" destId="{CDC1585F-8AF1-4AD2-B975-719663A923E9}" srcOrd="11" destOrd="0" presId="urn:microsoft.com/office/officeart/2016/7/layout/RepeatingBendingProcessNew"/>
    <dgm:cxn modelId="{689394DA-8526-4628-8856-EE9B4B29FFE2}" type="presParOf" srcId="{CDC1585F-8AF1-4AD2-B975-719663A923E9}" destId="{191D4DB5-8452-4029-BE27-B361B223FEA4}" srcOrd="0" destOrd="0" presId="urn:microsoft.com/office/officeart/2016/7/layout/RepeatingBendingProcessNew"/>
    <dgm:cxn modelId="{B6CD184F-9883-4844-83BA-EFA1F3F0A95B}" type="presParOf" srcId="{E355629B-C399-4501-A70E-9C1912467E81}" destId="{381BB826-0BC6-4269-AE1D-ECAA646885E2}" srcOrd="12" destOrd="0" presId="urn:microsoft.com/office/officeart/2016/7/layout/RepeatingBendingProcessNew"/>
    <dgm:cxn modelId="{A51B39C6-7666-4512-9D38-D01AAD9021C7}" type="presParOf" srcId="{E355629B-C399-4501-A70E-9C1912467E81}" destId="{0C39F9F9-4F87-4D93-80FA-563E6F48E794}" srcOrd="13" destOrd="0" presId="urn:microsoft.com/office/officeart/2016/7/layout/RepeatingBendingProcessNew"/>
    <dgm:cxn modelId="{94669C00-5FFE-4482-96A4-359C91555835}" type="presParOf" srcId="{0C39F9F9-4F87-4D93-80FA-563E6F48E794}" destId="{83808700-1BE5-4056-BEAA-D5B186598C50}" srcOrd="0" destOrd="0" presId="urn:microsoft.com/office/officeart/2016/7/layout/RepeatingBendingProcessNew"/>
    <dgm:cxn modelId="{61BB87A7-E5D8-4719-9BA2-1DFE6C16F611}" type="presParOf" srcId="{E355629B-C399-4501-A70E-9C1912467E81}" destId="{2B8AB8CC-86B2-4BD4-8018-4F08C8330506}" srcOrd="1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1BCFA4E-13B9-4C09-AE92-B2B776D7E60D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735206C-7BA8-4E6B-B5C2-CAB04806C77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>
              <a:latin typeface="Calibri"/>
              <a:ea typeface="Calibri"/>
              <a:cs typeface="Calibri"/>
            </a:rPr>
            <a:t>1. Product fit:</a:t>
          </a:r>
          <a:endParaRPr lang="en-US">
            <a:latin typeface="Calibri"/>
            <a:ea typeface="Calibri"/>
            <a:cs typeface="Calibri"/>
          </a:endParaRPr>
        </a:p>
      </dgm:t>
    </dgm:pt>
    <dgm:pt modelId="{9C6C40FB-22DA-4D28-BF26-AFED470C8121}" type="parTrans" cxnId="{58886D67-45C4-43BC-AC6D-EB90ADF38D22}">
      <dgm:prSet/>
      <dgm:spPr/>
      <dgm:t>
        <a:bodyPr/>
        <a:lstStyle/>
        <a:p>
          <a:endParaRPr lang="en-US"/>
        </a:p>
      </dgm:t>
    </dgm:pt>
    <dgm:pt modelId="{68FA02DA-D978-4835-9161-9EDB1C834303}" type="sibTrans" cxnId="{58886D67-45C4-43BC-AC6D-EB90ADF38D22}">
      <dgm:prSet/>
      <dgm:spPr/>
      <dgm:t>
        <a:bodyPr/>
        <a:lstStyle/>
        <a:p>
          <a:endParaRPr lang="en-US"/>
        </a:p>
      </dgm:t>
    </dgm:pt>
    <dgm:pt modelId="{46E83D5F-114F-4CB3-BB7F-F8748ECE037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alibri"/>
              <a:ea typeface="Calibri"/>
              <a:cs typeface="Calibri"/>
            </a:rPr>
            <a:t>AutoXR’s value lies in high realism, showroom + home access, and guided collaboration (dealer annotations)</a:t>
          </a:r>
        </a:p>
      </dgm:t>
    </dgm:pt>
    <dgm:pt modelId="{D6AEECC5-0CD9-462F-B3BE-C4BBE2415DD3}" type="parTrans" cxnId="{DB73295B-BFCD-410B-BA25-4B3385969C8E}">
      <dgm:prSet/>
      <dgm:spPr/>
      <dgm:t>
        <a:bodyPr/>
        <a:lstStyle/>
        <a:p>
          <a:endParaRPr lang="en-US"/>
        </a:p>
      </dgm:t>
    </dgm:pt>
    <dgm:pt modelId="{FDC99D65-05CC-4F36-A544-B7BE1C9CB12C}" type="sibTrans" cxnId="{DB73295B-BFCD-410B-BA25-4B3385969C8E}">
      <dgm:prSet/>
      <dgm:spPr/>
      <dgm:t>
        <a:bodyPr/>
        <a:lstStyle/>
        <a:p>
          <a:endParaRPr lang="en-US"/>
        </a:p>
      </dgm:t>
    </dgm:pt>
    <dgm:pt modelId="{5B3F7905-483B-49F3-BFB3-62C2249A52E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>
              <a:latin typeface="Calibri"/>
              <a:ea typeface="Calibri"/>
              <a:cs typeface="Calibri"/>
            </a:rPr>
            <a:t>2. Customer segment:</a:t>
          </a:r>
          <a:endParaRPr lang="en-US">
            <a:latin typeface="Calibri"/>
            <a:ea typeface="Calibri"/>
            <a:cs typeface="Calibri"/>
          </a:endParaRPr>
        </a:p>
      </dgm:t>
    </dgm:pt>
    <dgm:pt modelId="{0EF9BB05-4497-43EB-9EAA-CEF4D33C541A}" type="parTrans" cxnId="{223F7981-81F4-4F0C-B013-776728AF324B}">
      <dgm:prSet/>
      <dgm:spPr/>
      <dgm:t>
        <a:bodyPr/>
        <a:lstStyle/>
        <a:p>
          <a:endParaRPr lang="en-US"/>
        </a:p>
      </dgm:t>
    </dgm:pt>
    <dgm:pt modelId="{095D9678-046E-4659-9866-5B1D720C0179}" type="sibTrans" cxnId="{223F7981-81F4-4F0C-B013-776728AF324B}">
      <dgm:prSet/>
      <dgm:spPr/>
      <dgm:t>
        <a:bodyPr/>
        <a:lstStyle/>
        <a:p>
          <a:endParaRPr lang="en-US"/>
        </a:p>
      </dgm:t>
    </dgm:pt>
    <dgm:pt modelId="{1A1BE2EF-B81B-4DF2-B117-BE187B5E5D6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alibri"/>
              <a:ea typeface="Calibri"/>
              <a:cs typeface="Calibri"/>
            </a:rPr>
            <a:t>Best near-term fit: OEM dealerships and larger independent shops serving buyers who already customize online or in showrooms</a:t>
          </a:r>
        </a:p>
      </dgm:t>
    </dgm:pt>
    <dgm:pt modelId="{83B3C117-5009-4D17-8A57-F7604497DED7}" type="parTrans" cxnId="{5A8FCFA3-6D30-4DE7-A5DA-D7B1A963AD9F}">
      <dgm:prSet/>
      <dgm:spPr/>
      <dgm:t>
        <a:bodyPr/>
        <a:lstStyle/>
        <a:p>
          <a:endParaRPr lang="en-US"/>
        </a:p>
      </dgm:t>
    </dgm:pt>
    <dgm:pt modelId="{8D3A8EED-4F33-4DA3-B08D-5B4A568450FC}" type="sibTrans" cxnId="{5A8FCFA3-6D30-4DE7-A5DA-D7B1A963AD9F}">
      <dgm:prSet/>
      <dgm:spPr/>
      <dgm:t>
        <a:bodyPr/>
        <a:lstStyle/>
        <a:p>
          <a:endParaRPr lang="en-US"/>
        </a:p>
      </dgm:t>
    </dgm:pt>
    <dgm:pt modelId="{EF2D5F3C-E49E-4EAB-A91C-96D6CD4ECF9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>
              <a:latin typeface="Calibri"/>
              <a:ea typeface="Calibri"/>
              <a:cs typeface="Calibri"/>
            </a:rPr>
            <a:t>3. Pricing strategy:</a:t>
          </a:r>
          <a:endParaRPr lang="en-US">
            <a:latin typeface="Calibri"/>
            <a:ea typeface="Calibri"/>
            <a:cs typeface="Calibri"/>
          </a:endParaRPr>
        </a:p>
      </dgm:t>
    </dgm:pt>
    <dgm:pt modelId="{ECB7986B-A06C-4464-9CE7-CC1C703C067C}" type="parTrans" cxnId="{909D5758-C280-4084-8357-C7B5E82DD6A4}">
      <dgm:prSet/>
      <dgm:spPr/>
      <dgm:t>
        <a:bodyPr/>
        <a:lstStyle/>
        <a:p>
          <a:endParaRPr lang="en-US"/>
        </a:p>
      </dgm:t>
    </dgm:pt>
    <dgm:pt modelId="{AC312A56-DA34-4210-9704-212639553CA8}" type="sibTrans" cxnId="{909D5758-C280-4084-8357-C7B5E82DD6A4}">
      <dgm:prSet/>
      <dgm:spPr/>
      <dgm:t>
        <a:bodyPr/>
        <a:lstStyle/>
        <a:p>
          <a:endParaRPr lang="en-US"/>
        </a:p>
      </dgm:t>
    </dgm:pt>
    <dgm:pt modelId="{33D2EF0C-C553-4C4B-8DFD-2A4EB3DDE98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alibri"/>
              <a:ea typeface="Calibri"/>
              <a:cs typeface="Calibri"/>
            </a:rPr>
            <a:t>Use a tiered structure rather than a single flat price</a:t>
          </a:r>
        </a:p>
      </dgm:t>
    </dgm:pt>
    <dgm:pt modelId="{8AF3D920-36A8-44E7-A4F9-913107808AEF}" type="parTrans" cxnId="{1398E9B5-479C-498E-B0D0-8DD1AB0E1E60}">
      <dgm:prSet/>
      <dgm:spPr/>
      <dgm:t>
        <a:bodyPr/>
        <a:lstStyle/>
        <a:p>
          <a:endParaRPr lang="en-US"/>
        </a:p>
      </dgm:t>
    </dgm:pt>
    <dgm:pt modelId="{64A67C12-8C39-4773-AACE-33B5B1828582}" type="sibTrans" cxnId="{1398E9B5-479C-498E-B0D0-8DD1AB0E1E60}">
      <dgm:prSet/>
      <dgm:spPr/>
      <dgm:t>
        <a:bodyPr/>
        <a:lstStyle/>
        <a:p>
          <a:endParaRPr lang="en-US"/>
        </a:p>
      </dgm:t>
    </dgm:pt>
    <dgm:pt modelId="{5E0D0828-779C-4B71-B4D6-E281E5A26B9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Calibri"/>
              <a:ea typeface="Calibri"/>
              <a:cs typeface="Calibri"/>
            </a:rPr>
            <a:t>Position Premium in the $14–$15/month range (per end-user equivalent), anchored by EVC and simulations</a:t>
          </a:r>
        </a:p>
      </dgm:t>
    </dgm:pt>
    <dgm:pt modelId="{77722BB2-772F-4F03-842D-73AAD855F216}" type="parTrans" cxnId="{EFF686F6-C24C-4EED-9411-0BD048E56776}">
      <dgm:prSet/>
      <dgm:spPr/>
      <dgm:t>
        <a:bodyPr/>
        <a:lstStyle/>
        <a:p>
          <a:endParaRPr lang="en-US"/>
        </a:p>
      </dgm:t>
    </dgm:pt>
    <dgm:pt modelId="{55EF57E7-B1B8-4948-B25B-868A71D4841C}" type="sibTrans" cxnId="{EFF686F6-C24C-4EED-9411-0BD048E56776}">
      <dgm:prSet/>
      <dgm:spPr/>
      <dgm:t>
        <a:bodyPr/>
        <a:lstStyle/>
        <a:p>
          <a:endParaRPr lang="en-US"/>
        </a:p>
      </dgm:t>
    </dgm:pt>
    <dgm:pt modelId="{E29073AB-D6C0-496F-9A34-AECAAFD15BC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alibri"/>
              <a:ea typeface="Calibri"/>
              <a:cs typeface="Calibri"/>
            </a:rPr>
            <a:t>For dealers, a $150/location/month subscription is perceived as close to “about right” on average</a:t>
          </a:r>
        </a:p>
      </dgm:t>
    </dgm:pt>
    <dgm:pt modelId="{9FB13458-138D-4B2C-A2C7-6FF262F9A1CA}" type="parTrans" cxnId="{7C92CE74-AE9A-41CD-9696-7C43AA2C613A}">
      <dgm:prSet/>
      <dgm:spPr/>
      <dgm:t>
        <a:bodyPr/>
        <a:lstStyle/>
        <a:p>
          <a:endParaRPr lang="en-US"/>
        </a:p>
      </dgm:t>
    </dgm:pt>
    <dgm:pt modelId="{90F11D49-3257-40DE-88AC-9D5B33439AEB}" type="sibTrans" cxnId="{7C92CE74-AE9A-41CD-9696-7C43AA2C613A}">
      <dgm:prSet/>
      <dgm:spPr/>
      <dgm:t>
        <a:bodyPr/>
        <a:lstStyle/>
        <a:p>
          <a:endParaRPr lang="en-US"/>
        </a:p>
      </dgm:t>
    </dgm:pt>
    <dgm:pt modelId="{B49902E0-57F2-4E54-8BEE-E1F4B999A09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>
              <a:latin typeface="Calibri"/>
              <a:ea typeface="Calibri"/>
              <a:cs typeface="Calibri"/>
            </a:rPr>
            <a:t>4. Adoption risk:</a:t>
          </a:r>
          <a:endParaRPr lang="en-US">
            <a:latin typeface="Calibri"/>
            <a:ea typeface="Calibri"/>
            <a:cs typeface="Calibri"/>
          </a:endParaRPr>
        </a:p>
      </dgm:t>
    </dgm:pt>
    <dgm:pt modelId="{FB021687-A127-4069-97B7-F988FE9712D2}" type="parTrans" cxnId="{CB907892-61F8-4C0B-99A7-8A9A8BD1A22B}">
      <dgm:prSet/>
      <dgm:spPr/>
      <dgm:t>
        <a:bodyPr/>
        <a:lstStyle/>
        <a:p>
          <a:endParaRPr lang="en-US"/>
        </a:p>
      </dgm:t>
    </dgm:pt>
    <dgm:pt modelId="{0B595124-DDC1-4C24-A754-F734EE58DD2F}" type="sibTrans" cxnId="{CB907892-61F8-4C0B-99A7-8A9A8BD1A22B}">
      <dgm:prSet/>
      <dgm:spPr/>
      <dgm:t>
        <a:bodyPr/>
        <a:lstStyle/>
        <a:p>
          <a:endParaRPr lang="en-US"/>
        </a:p>
      </dgm:t>
    </dgm:pt>
    <dgm:pt modelId="{811EC592-8DD5-45A7-B068-4BADC4828A1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alibri"/>
              <a:ea typeface="Calibri"/>
              <a:cs typeface="Calibri"/>
            </a:rPr>
            <a:t>Comfort (motion sickness) and privacy are key concerns that must be actively managed</a:t>
          </a:r>
        </a:p>
      </dgm:t>
    </dgm:pt>
    <dgm:pt modelId="{B61D5A7B-1572-48D6-93A8-D1F4072E9693}" type="parTrans" cxnId="{8AB1DF19-F1FD-4E0F-A23F-EA08683B60A5}">
      <dgm:prSet/>
      <dgm:spPr/>
      <dgm:t>
        <a:bodyPr/>
        <a:lstStyle/>
        <a:p>
          <a:endParaRPr lang="en-US"/>
        </a:p>
      </dgm:t>
    </dgm:pt>
    <dgm:pt modelId="{AEE7A8D9-1871-4830-869A-B9EEEDBC2FDA}" type="sibTrans" cxnId="{8AB1DF19-F1FD-4E0F-A23F-EA08683B60A5}">
      <dgm:prSet/>
      <dgm:spPr/>
      <dgm:t>
        <a:bodyPr/>
        <a:lstStyle/>
        <a:p>
          <a:endParaRPr lang="en-US"/>
        </a:p>
      </dgm:t>
    </dgm:pt>
    <dgm:pt modelId="{F6AB71E8-93BA-4A62-928A-3D40F2C1C1D4}" type="pres">
      <dgm:prSet presAssocID="{21BCFA4E-13B9-4C09-AE92-B2B776D7E60D}" presName="root" presStyleCnt="0">
        <dgm:presLayoutVars>
          <dgm:dir/>
          <dgm:resizeHandles val="exact"/>
        </dgm:presLayoutVars>
      </dgm:prSet>
      <dgm:spPr/>
    </dgm:pt>
    <dgm:pt modelId="{FA52F513-03CD-45E6-ABE2-EBF5ED625348}" type="pres">
      <dgm:prSet presAssocID="{0735206C-7BA8-4E6B-B5C2-CAB04806C772}" presName="compNode" presStyleCnt="0"/>
      <dgm:spPr/>
    </dgm:pt>
    <dgm:pt modelId="{83F1AAFA-83B6-4DDB-95DB-95B9EE2785B9}" type="pres">
      <dgm:prSet presAssocID="{0735206C-7BA8-4E6B-B5C2-CAB04806C77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urban scene"/>
        </a:ext>
      </dgm:extLst>
    </dgm:pt>
    <dgm:pt modelId="{80D2FB8D-406F-45FB-A866-03467650CFF3}" type="pres">
      <dgm:prSet presAssocID="{0735206C-7BA8-4E6B-B5C2-CAB04806C772}" presName="iconSpace" presStyleCnt="0"/>
      <dgm:spPr/>
    </dgm:pt>
    <dgm:pt modelId="{AFBEA5CD-AAC5-495D-A303-1EB0D071AF85}" type="pres">
      <dgm:prSet presAssocID="{0735206C-7BA8-4E6B-B5C2-CAB04806C772}" presName="parTx" presStyleLbl="revTx" presStyleIdx="0" presStyleCnt="8">
        <dgm:presLayoutVars>
          <dgm:chMax val="0"/>
          <dgm:chPref val="0"/>
        </dgm:presLayoutVars>
      </dgm:prSet>
      <dgm:spPr/>
    </dgm:pt>
    <dgm:pt modelId="{DEF12D1D-F47E-4F48-B7D4-C125AD64C773}" type="pres">
      <dgm:prSet presAssocID="{0735206C-7BA8-4E6B-B5C2-CAB04806C772}" presName="txSpace" presStyleCnt="0"/>
      <dgm:spPr/>
    </dgm:pt>
    <dgm:pt modelId="{5BE1E07E-08EC-4BE3-BC99-D71CEADE0D36}" type="pres">
      <dgm:prSet presAssocID="{0735206C-7BA8-4E6B-B5C2-CAB04806C772}" presName="desTx" presStyleLbl="revTx" presStyleIdx="1" presStyleCnt="8">
        <dgm:presLayoutVars/>
      </dgm:prSet>
      <dgm:spPr/>
    </dgm:pt>
    <dgm:pt modelId="{7E625BC9-BFCD-4CCD-9CD2-E70F6DF4831F}" type="pres">
      <dgm:prSet presAssocID="{68FA02DA-D978-4835-9161-9EDB1C834303}" presName="sibTrans" presStyleCnt="0"/>
      <dgm:spPr/>
    </dgm:pt>
    <dgm:pt modelId="{D8A346B1-7E09-4B19-A450-6AE1D69309F2}" type="pres">
      <dgm:prSet presAssocID="{5B3F7905-483B-49F3-BFB3-62C2249A52EB}" presName="compNode" presStyleCnt="0"/>
      <dgm:spPr/>
    </dgm:pt>
    <dgm:pt modelId="{51A47A97-C4D7-4649-AE39-8B4C8A9F3DEF}" type="pres">
      <dgm:prSet presAssocID="{5B3F7905-483B-49F3-BFB3-62C2249A52E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osk"/>
        </a:ext>
      </dgm:extLst>
    </dgm:pt>
    <dgm:pt modelId="{5B49F157-0401-4B50-BAED-30BC6E9D2B63}" type="pres">
      <dgm:prSet presAssocID="{5B3F7905-483B-49F3-BFB3-62C2249A52EB}" presName="iconSpace" presStyleCnt="0"/>
      <dgm:spPr/>
    </dgm:pt>
    <dgm:pt modelId="{A85D7D31-2E9D-4064-BDE3-85357D27F6D9}" type="pres">
      <dgm:prSet presAssocID="{5B3F7905-483B-49F3-BFB3-62C2249A52EB}" presName="parTx" presStyleLbl="revTx" presStyleIdx="2" presStyleCnt="8">
        <dgm:presLayoutVars>
          <dgm:chMax val="0"/>
          <dgm:chPref val="0"/>
        </dgm:presLayoutVars>
      </dgm:prSet>
      <dgm:spPr/>
    </dgm:pt>
    <dgm:pt modelId="{4BC89EE4-73DA-4F35-8AF9-4E4386C457D7}" type="pres">
      <dgm:prSet presAssocID="{5B3F7905-483B-49F3-BFB3-62C2249A52EB}" presName="txSpace" presStyleCnt="0"/>
      <dgm:spPr/>
    </dgm:pt>
    <dgm:pt modelId="{71BF2C5F-E093-41D8-B234-687FEF6A50ED}" type="pres">
      <dgm:prSet presAssocID="{5B3F7905-483B-49F3-BFB3-62C2249A52EB}" presName="desTx" presStyleLbl="revTx" presStyleIdx="3" presStyleCnt="8">
        <dgm:presLayoutVars/>
      </dgm:prSet>
      <dgm:spPr/>
    </dgm:pt>
    <dgm:pt modelId="{6689E04C-6FD9-447E-8839-17795C47BA9D}" type="pres">
      <dgm:prSet presAssocID="{095D9678-046E-4659-9866-5B1D720C0179}" presName="sibTrans" presStyleCnt="0"/>
      <dgm:spPr/>
    </dgm:pt>
    <dgm:pt modelId="{57C9B35D-304C-4A96-98B7-295BFE35A068}" type="pres">
      <dgm:prSet presAssocID="{EF2D5F3C-E49E-4EAB-A91C-96D6CD4ECF97}" presName="compNode" presStyleCnt="0"/>
      <dgm:spPr/>
    </dgm:pt>
    <dgm:pt modelId="{1F17AA09-4D2E-42D0-95C7-DC6D370C0E22}" type="pres">
      <dgm:prSet presAssocID="{EF2D5F3C-E49E-4EAB-A91C-96D6CD4ECF9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9B4745C0-FE51-47A8-A406-75DB7F71004B}" type="pres">
      <dgm:prSet presAssocID="{EF2D5F3C-E49E-4EAB-A91C-96D6CD4ECF97}" presName="iconSpace" presStyleCnt="0"/>
      <dgm:spPr/>
    </dgm:pt>
    <dgm:pt modelId="{7A4B2DB1-A482-4D7B-95CD-E8C15E88322C}" type="pres">
      <dgm:prSet presAssocID="{EF2D5F3C-E49E-4EAB-A91C-96D6CD4ECF97}" presName="parTx" presStyleLbl="revTx" presStyleIdx="4" presStyleCnt="8">
        <dgm:presLayoutVars>
          <dgm:chMax val="0"/>
          <dgm:chPref val="0"/>
        </dgm:presLayoutVars>
      </dgm:prSet>
      <dgm:spPr/>
    </dgm:pt>
    <dgm:pt modelId="{CC8ADA73-B553-49F9-A388-401EE4352F84}" type="pres">
      <dgm:prSet presAssocID="{EF2D5F3C-E49E-4EAB-A91C-96D6CD4ECF97}" presName="txSpace" presStyleCnt="0"/>
      <dgm:spPr/>
    </dgm:pt>
    <dgm:pt modelId="{E45F432A-4F6C-4DD8-AAFF-50DB8A58DD97}" type="pres">
      <dgm:prSet presAssocID="{EF2D5F3C-E49E-4EAB-A91C-96D6CD4ECF97}" presName="desTx" presStyleLbl="revTx" presStyleIdx="5" presStyleCnt="8">
        <dgm:presLayoutVars/>
      </dgm:prSet>
      <dgm:spPr/>
    </dgm:pt>
    <dgm:pt modelId="{EC88D73C-AE7D-41D0-A57A-D7F38533F01D}" type="pres">
      <dgm:prSet presAssocID="{AC312A56-DA34-4210-9704-212639553CA8}" presName="sibTrans" presStyleCnt="0"/>
      <dgm:spPr/>
    </dgm:pt>
    <dgm:pt modelId="{0C28580F-BE40-49D8-A3E5-58EABD0226C1}" type="pres">
      <dgm:prSet presAssocID="{B49902E0-57F2-4E54-8BEE-E1F4B999A098}" presName="compNode" presStyleCnt="0"/>
      <dgm:spPr/>
    </dgm:pt>
    <dgm:pt modelId="{FF525B5E-E02E-4679-A47A-1CEFAB175810}" type="pres">
      <dgm:prSet presAssocID="{B49902E0-57F2-4E54-8BEE-E1F4B999A09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tterfly"/>
        </a:ext>
      </dgm:extLst>
    </dgm:pt>
    <dgm:pt modelId="{C5204F02-50AC-44B2-BED8-45E61A1C25D7}" type="pres">
      <dgm:prSet presAssocID="{B49902E0-57F2-4E54-8BEE-E1F4B999A098}" presName="iconSpace" presStyleCnt="0"/>
      <dgm:spPr/>
    </dgm:pt>
    <dgm:pt modelId="{A16CB614-8CDD-4DDD-B8F7-B43422A802ED}" type="pres">
      <dgm:prSet presAssocID="{B49902E0-57F2-4E54-8BEE-E1F4B999A098}" presName="parTx" presStyleLbl="revTx" presStyleIdx="6" presStyleCnt="8">
        <dgm:presLayoutVars>
          <dgm:chMax val="0"/>
          <dgm:chPref val="0"/>
        </dgm:presLayoutVars>
      </dgm:prSet>
      <dgm:spPr/>
    </dgm:pt>
    <dgm:pt modelId="{CC3B4BD2-BD4E-4199-9BA0-0D1C51B92785}" type="pres">
      <dgm:prSet presAssocID="{B49902E0-57F2-4E54-8BEE-E1F4B999A098}" presName="txSpace" presStyleCnt="0"/>
      <dgm:spPr/>
    </dgm:pt>
    <dgm:pt modelId="{45F8FC25-315E-444F-ACC2-5357C8EAACD0}" type="pres">
      <dgm:prSet presAssocID="{B49902E0-57F2-4E54-8BEE-E1F4B999A098}" presName="desTx" presStyleLbl="revTx" presStyleIdx="7" presStyleCnt="8">
        <dgm:presLayoutVars/>
      </dgm:prSet>
      <dgm:spPr/>
    </dgm:pt>
  </dgm:ptLst>
  <dgm:cxnLst>
    <dgm:cxn modelId="{34495B08-BF89-4400-98C7-B5B608ADFF5E}" type="presOf" srcId="{E29073AB-D6C0-496F-9A34-AECAAFD15BC1}" destId="{E45F432A-4F6C-4DD8-AAFF-50DB8A58DD97}" srcOrd="0" destOrd="2" presId="urn:microsoft.com/office/officeart/2018/2/layout/IconLabelDescriptionList"/>
    <dgm:cxn modelId="{B42DA70D-CA7F-41FE-84BF-1B9FECFFD1FE}" type="presOf" srcId="{46E83D5F-114F-4CB3-BB7F-F8748ECE037C}" destId="{5BE1E07E-08EC-4BE3-BC99-D71CEADE0D36}" srcOrd="0" destOrd="0" presId="urn:microsoft.com/office/officeart/2018/2/layout/IconLabelDescriptionList"/>
    <dgm:cxn modelId="{8AB1DF19-F1FD-4E0F-A23F-EA08683B60A5}" srcId="{B49902E0-57F2-4E54-8BEE-E1F4B999A098}" destId="{811EC592-8DD5-45A7-B068-4BADC4828A14}" srcOrd="0" destOrd="0" parTransId="{B61D5A7B-1572-48D6-93A8-D1F4072E9693}" sibTransId="{AEE7A8D9-1871-4830-869A-B9EEEDBC2FDA}"/>
    <dgm:cxn modelId="{909D5758-C280-4084-8357-C7B5E82DD6A4}" srcId="{21BCFA4E-13B9-4C09-AE92-B2B776D7E60D}" destId="{EF2D5F3C-E49E-4EAB-A91C-96D6CD4ECF97}" srcOrd="2" destOrd="0" parTransId="{ECB7986B-A06C-4464-9CE7-CC1C703C067C}" sibTransId="{AC312A56-DA34-4210-9704-212639553CA8}"/>
    <dgm:cxn modelId="{DB73295B-BFCD-410B-BA25-4B3385969C8E}" srcId="{0735206C-7BA8-4E6B-B5C2-CAB04806C772}" destId="{46E83D5F-114F-4CB3-BB7F-F8748ECE037C}" srcOrd="0" destOrd="0" parTransId="{D6AEECC5-0CD9-462F-B3BE-C4BBE2415DD3}" sibTransId="{FDC99D65-05CC-4F36-A544-B7BE1C9CB12C}"/>
    <dgm:cxn modelId="{58886D67-45C4-43BC-AC6D-EB90ADF38D22}" srcId="{21BCFA4E-13B9-4C09-AE92-B2B776D7E60D}" destId="{0735206C-7BA8-4E6B-B5C2-CAB04806C772}" srcOrd="0" destOrd="0" parTransId="{9C6C40FB-22DA-4D28-BF26-AFED470C8121}" sibTransId="{68FA02DA-D978-4835-9161-9EDB1C834303}"/>
    <dgm:cxn modelId="{6C3CFB68-00C9-4729-B7FD-4903DBDB49B0}" type="presOf" srcId="{B49902E0-57F2-4E54-8BEE-E1F4B999A098}" destId="{A16CB614-8CDD-4DDD-B8F7-B43422A802ED}" srcOrd="0" destOrd="0" presId="urn:microsoft.com/office/officeart/2018/2/layout/IconLabelDescriptionList"/>
    <dgm:cxn modelId="{7C92CE74-AE9A-41CD-9696-7C43AA2C613A}" srcId="{EF2D5F3C-E49E-4EAB-A91C-96D6CD4ECF97}" destId="{E29073AB-D6C0-496F-9A34-AECAAFD15BC1}" srcOrd="2" destOrd="0" parTransId="{9FB13458-138D-4B2C-A2C7-6FF262F9A1CA}" sibTransId="{90F11D49-3257-40DE-88AC-9D5B33439AEB}"/>
    <dgm:cxn modelId="{223F7981-81F4-4F0C-B013-776728AF324B}" srcId="{21BCFA4E-13B9-4C09-AE92-B2B776D7E60D}" destId="{5B3F7905-483B-49F3-BFB3-62C2249A52EB}" srcOrd="1" destOrd="0" parTransId="{0EF9BB05-4497-43EB-9EAA-CEF4D33C541A}" sibTransId="{095D9678-046E-4659-9866-5B1D720C0179}"/>
    <dgm:cxn modelId="{88669E87-92C9-4682-A457-61D9A2FC4303}" type="presOf" srcId="{1A1BE2EF-B81B-4DF2-B117-BE187B5E5D6A}" destId="{71BF2C5F-E093-41D8-B234-687FEF6A50ED}" srcOrd="0" destOrd="0" presId="urn:microsoft.com/office/officeart/2018/2/layout/IconLabelDescriptionList"/>
    <dgm:cxn modelId="{CB907892-61F8-4C0B-99A7-8A9A8BD1A22B}" srcId="{21BCFA4E-13B9-4C09-AE92-B2B776D7E60D}" destId="{B49902E0-57F2-4E54-8BEE-E1F4B999A098}" srcOrd="3" destOrd="0" parTransId="{FB021687-A127-4069-97B7-F988FE9712D2}" sibTransId="{0B595124-DDC1-4C24-A754-F734EE58DD2F}"/>
    <dgm:cxn modelId="{5A8FCFA3-6D30-4DE7-A5DA-D7B1A963AD9F}" srcId="{5B3F7905-483B-49F3-BFB3-62C2249A52EB}" destId="{1A1BE2EF-B81B-4DF2-B117-BE187B5E5D6A}" srcOrd="0" destOrd="0" parTransId="{83B3C117-5009-4D17-8A57-F7604497DED7}" sibTransId="{8D3A8EED-4F33-4DA3-B08D-5B4A568450FC}"/>
    <dgm:cxn modelId="{1398E9B5-479C-498E-B0D0-8DD1AB0E1E60}" srcId="{EF2D5F3C-E49E-4EAB-A91C-96D6CD4ECF97}" destId="{33D2EF0C-C553-4C4B-8DFD-2A4EB3DDE985}" srcOrd="0" destOrd="0" parTransId="{8AF3D920-36A8-44E7-A4F9-913107808AEF}" sibTransId="{64A67C12-8C39-4773-AACE-33B5B1828582}"/>
    <dgm:cxn modelId="{5DC94BBB-8FB3-46B9-88C0-2A32B6DBC971}" type="presOf" srcId="{33D2EF0C-C553-4C4B-8DFD-2A4EB3DDE985}" destId="{E45F432A-4F6C-4DD8-AAFF-50DB8A58DD97}" srcOrd="0" destOrd="0" presId="urn:microsoft.com/office/officeart/2018/2/layout/IconLabelDescriptionList"/>
    <dgm:cxn modelId="{65A683C6-D4A6-44C5-AC30-895358C3B1CE}" type="presOf" srcId="{EF2D5F3C-E49E-4EAB-A91C-96D6CD4ECF97}" destId="{7A4B2DB1-A482-4D7B-95CD-E8C15E88322C}" srcOrd="0" destOrd="0" presId="urn:microsoft.com/office/officeart/2018/2/layout/IconLabelDescriptionList"/>
    <dgm:cxn modelId="{0EFBA2C6-340F-42B6-865B-A136EC2133F2}" type="presOf" srcId="{811EC592-8DD5-45A7-B068-4BADC4828A14}" destId="{45F8FC25-315E-444F-ACC2-5357C8EAACD0}" srcOrd="0" destOrd="0" presId="urn:microsoft.com/office/officeart/2018/2/layout/IconLabelDescriptionList"/>
    <dgm:cxn modelId="{96532ED3-5DC3-4BFC-A011-03BE3A3E2216}" type="presOf" srcId="{5E0D0828-779C-4B71-B4D6-E281E5A26B95}" destId="{E45F432A-4F6C-4DD8-AAFF-50DB8A58DD97}" srcOrd="0" destOrd="1" presId="urn:microsoft.com/office/officeart/2018/2/layout/IconLabelDescriptionList"/>
    <dgm:cxn modelId="{742AD2DB-93BC-4485-8B37-6B621D965395}" type="presOf" srcId="{21BCFA4E-13B9-4C09-AE92-B2B776D7E60D}" destId="{F6AB71E8-93BA-4A62-928A-3D40F2C1C1D4}" srcOrd="0" destOrd="0" presId="urn:microsoft.com/office/officeart/2018/2/layout/IconLabelDescriptionList"/>
    <dgm:cxn modelId="{7AF5B8DC-9D73-4E38-8068-98D9878F7D5E}" type="presOf" srcId="{5B3F7905-483B-49F3-BFB3-62C2249A52EB}" destId="{A85D7D31-2E9D-4064-BDE3-85357D27F6D9}" srcOrd="0" destOrd="0" presId="urn:microsoft.com/office/officeart/2018/2/layout/IconLabelDescriptionList"/>
    <dgm:cxn modelId="{BB7CA9ED-B910-4DBD-A2CF-1AB0A84E0D78}" type="presOf" srcId="{0735206C-7BA8-4E6B-B5C2-CAB04806C772}" destId="{AFBEA5CD-AAC5-495D-A303-1EB0D071AF85}" srcOrd="0" destOrd="0" presId="urn:microsoft.com/office/officeart/2018/2/layout/IconLabelDescriptionList"/>
    <dgm:cxn modelId="{EFF686F6-C24C-4EED-9411-0BD048E56776}" srcId="{EF2D5F3C-E49E-4EAB-A91C-96D6CD4ECF97}" destId="{5E0D0828-779C-4B71-B4D6-E281E5A26B95}" srcOrd="1" destOrd="0" parTransId="{77722BB2-772F-4F03-842D-73AAD855F216}" sibTransId="{55EF57E7-B1B8-4948-B25B-868A71D4841C}"/>
    <dgm:cxn modelId="{601A1CD1-3373-478E-AAEE-3EEEA082FD7B}" type="presParOf" srcId="{F6AB71E8-93BA-4A62-928A-3D40F2C1C1D4}" destId="{FA52F513-03CD-45E6-ABE2-EBF5ED625348}" srcOrd="0" destOrd="0" presId="urn:microsoft.com/office/officeart/2018/2/layout/IconLabelDescriptionList"/>
    <dgm:cxn modelId="{51B9A42B-144A-4EAB-827E-3B78FBD43297}" type="presParOf" srcId="{FA52F513-03CD-45E6-ABE2-EBF5ED625348}" destId="{83F1AAFA-83B6-4DDB-95DB-95B9EE2785B9}" srcOrd="0" destOrd="0" presId="urn:microsoft.com/office/officeart/2018/2/layout/IconLabelDescriptionList"/>
    <dgm:cxn modelId="{0EAAC9D0-E761-4F85-BDDB-6B945F0A3BC5}" type="presParOf" srcId="{FA52F513-03CD-45E6-ABE2-EBF5ED625348}" destId="{80D2FB8D-406F-45FB-A866-03467650CFF3}" srcOrd="1" destOrd="0" presId="urn:microsoft.com/office/officeart/2018/2/layout/IconLabelDescriptionList"/>
    <dgm:cxn modelId="{8ADDC7E7-8C07-4524-84B5-B316B33A23AF}" type="presParOf" srcId="{FA52F513-03CD-45E6-ABE2-EBF5ED625348}" destId="{AFBEA5CD-AAC5-495D-A303-1EB0D071AF85}" srcOrd="2" destOrd="0" presId="urn:microsoft.com/office/officeart/2018/2/layout/IconLabelDescriptionList"/>
    <dgm:cxn modelId="{8084C7D7-AE1D-4929-8E39-5A7B3351BBCD}" type="presParOf" srcId="{FA52F513-03CD-45E6-ABE2-EBF5ED625348}" destId="{DEF12D1D-F47E-4F48-B7D4-C125AD64C773}" srcOrd="3" destOrd="0" presId="urn:microsoft.com/office/officeart/2018/2/layout/IconLabelDescriptionList"/>
    <dgm:cxn modelId="{E7824835-29C0-4FE0-A0F6-D43255D82EBD}" type="presParOf" srcId="{FA52F513-03CD-45E6-ABE2-EBF5ED625348}" destId="{5BE1E07E-08EC-4BE3-BC99-D71CEADE0D36}" srcOrd="4" destOrd="0" presId="urn:microsoft.com/office/officeart/2018/2/layout/IconLabelDescriptionList"/>
    <dgm:cxn modelId="{FB3B5FA6-4B07-4FDB-BAB4-A185CFFF475C}" type="presParOf" srcId="{F6AB71E8-93BA-4A62-928A-3D40F2C1C1D4}" destId="{7E625BC9-BFCD-4CCD-9CD2-E70F6DF4831F}" srcOrd="1" destOrd="0" presId="urn:microsoft.com/office/officeart/2018/2/layout/IconLabelDescriptionList"/>
    <dgm:cxn modelId="{733A0C8C-8DA5-4261-95B3-94482FB9BCAC}" type="presParOf" srcId="{F6AB71E8-93BA-4A62-928A-3D40F2C1C1D4}" destId="{D8A346B1-7E09-4B19-A450-6AE1D69309F2}" srcOrd="2" destOrd="0" presId="urn:microsoft.com/office/officeart/2018/2/layout/IconLabelDescriptionList"/>
    <dgm:cxn modelId="{E296EF21-F049-4AF6-B022-DCFDC7C4FF84}" type="presParOf" srcId="{D8A346B1-7E09-4B19-A450-6AE1D69309F2}" destId="{51A47A97-C4D7-4649-AE39-8B4C8A9F3DEF}" srcOrd="0" destOrd="0" presId="urn:microsoft.com/office/officeart/2018/2/layout/IconLabelDescriptionList"/>
    <dgm:cxn modelId="{786CBDBA-DF7F-4D6E-B089-61747C638100}" type="presParOf" srcId="{D8A346B1-7E09-4B19-A450-6AE1D69309F2}" destId="{5B49F157-0401-4B50-BAED-30BC6E9D2B63}" srcOrd="1" destOrd="0" presId="urn:microsoft.com/office/officeart/2018/2/layout/IconLabelDescriptionList"/>
    <dgm:cxn modelId="{40AE1045-D160-4291-BB81-DB1C85ACD755}" type="presParOf" srcId="{D8A346B1-7E09-4B19-A450-6AE1D69309F2}" destId="{A85D7D31-2E9D-4064-BDE3-85357D27F6D9}" srcOrd="2" destOrd="0" presId="urn:microsoft.com/office/officeart/2018/2/layout/IconLabelDescriptionList"/>
    <dgm:cxn modelId="{9F46BB7D-7B9A-4BAE-B9ED-296295BE8AE4}" type="presParOf" srcId="{D8A346B1-7E09-4B19-A450-6AE1D69309F2}" destId="{4BC89EE4-73DA-4F35-8AF9-4E4386C457D7}" srcOrd="3" destOrd="0" presId="urn:microsoft.com/office/officeart/2018/2/layout/IconLabelDescriptionList"/>
    <dgm:cxn modelId="{F33A66E0-D868-4F3B-9A8B-BD1ED1C83544}" type="presParOf" srcId="{D8A346B1-7E09-4B19-A450-6AE1D69309F2}" destId="{71BF2C5F-E093-41D8-B234-687FEF6A50ED}" srcOrd="4" destOrd="0" presId="urn:microsoft.com/office/officeart/2018/2/layout/IconLabelDescriptionList"/>
    <dgm:cxn modelId="{E4B269BF-5356-4411-AEFD-88A1268A6075}" type="presParOf" srcId="{F6AB71E8-93BA-4A62-928A-3D40F2C1C1D4}" destId="{6689E04C-6FD9-447E-8839-17795C47BA9D}" srcOrd="3" destOrd="0" presId="urn:microsoft.com/office/officeart/2018/2/layout/IconLabelDescriptionList"/>
    <dgm:cxn modelId="{9D0FF16A-CA55-422A-9210-A6B49E6F9160}" type="presParOf" srcId="{F6AB71E8-93BA-4A62-928A-3D40F2C1C1D4}" destId="{57C9B35D-304C-4A96-98B7-295BFE35A068}" srcOrd="4" destOrd="0" presId="urn:microsoft.com/office/officeart/2018/2/layout/IconLabelDescriptionList"/>
    <dgm:cxn modelId="{A8ACDD12-C043-4080-AD6F-04DC245BDCCD}" type="presParOf" srcId="{57C9B35D-304C-4A96-98B7-295BFE35A068}" destId="{1F17AA09-4D2E-42D0-95C7-DC6D370C0E22}" srcOrd="0" destOrd="0" presId="urn:microsoft.com/office/officeart/2018/2/layout/IconLabelDescriptionList"/>
    <dgm:cxn modelId="{EED20508-E8C1-40D9-8D98-186048705BF6}" type="presParOf" srcId="{57C9B35D-304C-4A96-98B7-295BFE35A068}" destId="{9B4745C0-FE51-47A8-A406-75DB7F71004B}" srcOrd="1" destOrd="0" presId="urn:microsoft.com/office/officeart/2018/2/layout/IconLabelDescriptionList"/>
    <dgm:cxn modelId="{98A6661A-8FD8-4C03-AE53-56FEE129B108}" type="presParOf" srcId="{57C9B35D-304C-4A96-98B7-295BFE35A068}" destId="{7A4B2DB1-A482-4D7B-95CD-E8C15E88322C}" srcOrd="2" destOrd="0" presId="urn:microsoft.com/office/officeart/2018/2/layout/IconLabelDescriptionList"/>
    <dgm:cxn modelId="{A2534ECC-EC89-43DD-BFDE-7124B85FC726}" type="presParOf" srcId="{57C9B35D-304C-4A96-98B7-295BFE35A068}" destId="{CC8ADA73-B553-49F9-A388-401EE4352F84}" srcOrd="3" destOrd="0" presId="urn:microsoft.com/office/officeart/2018/2/layout/IconLabelDescriptionList"/>
    <dgm:cxn modelId="{4795737C-0647-4EE6-B2A0-2A3BDFF42FDB}" type="presParOf" srcId="{57C9B35D-304C-4A96-98B7-295BFE35A068}" destId="{E45F432A-4F6C-4DD8-AAFF-50DB8A58DD97}" srcOrd="4" destOrd="0" presId="urn:microsoft.com/office/officeart/2018/2/layout/IconLabelDescriptionList"/>
    <dgm:cxn modelId="{8AC5F050-B590-44A5-9B87-4345FDA831F9}" type="presParOf" srcId="{F6AB71E8-93BA-4A62-928A-3D40F2C1C1D4}" destId="{EC88D73C-AE7D-41D0-A57A-D7F38533F01D}" srcOrd="5" destOrd="0" presId="urn:microsoft.com/office/officeart/2018/2/layout/IconLabelDescriptionList"/>
    <dgm:cxn modelId="{D06C6555-CCEF-499B-BEB1-211B4D52F4CA}" type="presParOf" srcId="{F6AB71E8-93BA-4A62-928A-3D40F2C1C1D4}" destId="{0C28580F-BE40-49D8-A3E5-58EABD0226C1}" srcOrd="6" destOrd="0" presId="urn:microsoft.com/office/officeart/2018/2/layout/IconLabelDescriptionList"/>
    <dgm:cxn modelId="{7DFC5560-8F6F-4ABD-87B5-0147C26893E7}" type="presParOf" srcId="{0C28580F-BE40-49D8-A3E5-58EABD0226C1}" destId="{FF525B5E-E02E-4679-A47A-1CEFAB175810}" srcOrd="0" destOrd="0" presId="urn:microsoft.com/office/officeart/2018/2/layout/IconLabelDescriptionList"/>
    <dgm:cxn modelId="{5154E20A-02C7-4758-8C37-B97992DA819F}" type="presParOf" srcId="{0C28580F-BE40-49D8-A3E5-58EABD0226C1}" destId="{C5204F02-50AC-44B2-BED8-45E61A1C25D7}" srcOrd="1" destOrd="0" presId="urn:microsoft.com/office/officeart/2018/2/layout/IconLabelDescriptionList"/>
    <dgm:cxn modelId="{17B8AEC3-2EDD-414E-9E75-FC8B80D20320}" type="presParOf" srcId="{0C28580F-BE40-49D8-A3E5-58EABD0226C1}" destId="{A16CB614-8CDD-4DDD-B8F7-B43422A802ED}" srcOrd="2" destOrd="0" presId="urn:microsoft.com/office/officeart/2018/2/layout/IconLabelDescriptionList"/>
    <dgm:cxn modelId="{146999C8-3AFC-4030-8D29-432A97079AEA}" type="presParOf" srcId="{0C28580F-BE40-49D8-A3E5-58EABD0226C1}" destId="{CC3B4BD2-BD4E-4199-9BA0-0D1C51B92785}" srcOrd="3" destOrd="0" presId="urn:microsoft.com/office/officeart/2018/2/layout/IconLabelDescriptionList"/>
    <dgm:cxn modelId="{0DC22886-A26A-43A0-97AA-DB0EAC68D059}" type="presParOf" srcId="{0C28580F-BE40-49D8-A3E5-58EABD0226C1}" destId="{45F8FC25-315E-444F-ACC2-5357C8EAACD0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8D0F882-9A11-40D0-92AB-E8ADD7ABEE7D}" type="doc">
      <dgm:prSet loTypeId="urn:microsoft.com/office/officeart/2016/7/layout/VerticalSolidAction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1F94745-03F8-4CF9-B47D-DC13FA4C309F}">
      <dgm:prSet custT="1"/>
      <dgm:spPr/>
      <dgm:t>
        <a:bodyPr/>
        <a:lstStyle/>
        <a:p>
          <a:r>
            <a:rPr lang="en-US" sz="1600" b="1">
              <a:latin typeface="Calibri"/>
              <a:ea typeface="Calibri"/>
              <a:cs typeface="Calibri"/>
            </a:rPr>
            <a:t>Recommended Premium configuration (v1):</a:t>
          </a:r>
          <a:endParaRPr lang="en-US" sz="1600">
            <a:latin typeface="Calibri"/>
            <a:ea typeface="Calibri"/>
            <a:cs typeface="Calibri"/>
          </a:endParaRPr>
        </a:p>
      </dgm:t>
    </dgm:pt>
    <dgm:pt modelId="{287C6DB3-742A-42A0-83C0-2F0355B66CD2}" type="parTrans" cxnId="{5CA72C5E-6A79-4B1A-B454-3B1A62029D36}">
      <dgm:prSet/>
      <dgm:spPr/>
      <dgm:t>
        <a:bodyPr/>
        <a:lstStyle/>
        <a:p>
          <a:endParaRPr lang="en-US"/>
        </a:p>
      </dgm:t>
    </dgm:pt>
    <dgm:pt modelId="{11BB3474-2FAC-4798-BF77-A39A9F06DC34}" type="sibTrans" cxnId="{5CA72C5E-6A79-4B1A-B454-3B1A62029D36}">
      <dgm:prSet/>
      <dgm:spPr/>
      <dgm:t>
        <a:bodyPr/>
        <a:lstStyle/>
        <a:p>
          <a:endParaRPr lang="en-US"/>
        </a:p>
      </dgm:t>
    </dgm:pt>
    <dgm:pt modelId="{A2E43763-2CBA-4F0D-A0E2-2282EAE529D4}">
      <dgm:prSet custT="1"/>
      <dgm:spPr/>
      <dgm:t>
        <a:bodyPr/>
        <a:lstStyle/>
        <a:p>
          <a:r>
            <a:rPr lang="en-US" sz="1600">
              <a:latin typeface="Calibri"/>
              <a:ea typeface="Calibri"/>
              <a:cs typeface="Calibri"/>
            </a:rPr>
            <a:t>Plan: Plan B</a:t>
          </a:r>
        </a:p>
      </dgm:t>
    </dgm:pt>
    <dgm:pt modelId="{BE42B117-FBBD-4E08-B86B-3E06C2C183B6}" type="parTrans" cxnId="{DD1C9094-4811-4F60-8D38-A7B4FDD0F132}">
      <dgm:prSet/>
      <dgm:spPr/>
      <dgm:t>
        <a:bodyPr/>
        <a:lstStyle/>
        <a:p>
          <a:endParaRPr lang="en-US"/>
        </a:p>
      </dgm:t>
    </dgm:pt>
    <dgm:pt modelId="{D045BF81-DF9A-45D9-B951-C12E930A3AC5}" type="sibTrans" cxnId="{DD1C9094-4811-4F60-8D38-A7B4FDD0F132}">
      <dgm:prSet/>
      <dgm:spPr/>
      <dgm:t>
        <a:bodyPr/>
        <a:lstStyle/>
        <a:p>
          <a:endParaRPr lang="en-US"/>
        </a:p>
      </dgm:t>
    </dgm:pt>
    <dgm:pt modelId="{8DC3BECD-AEAF-4FF9-8399-47612C0F4181}">
      <dgm:prSet custT="1"/>
      <dgm:spPr/>
      <dgm:t>
        <a:bodyPr/>
        <a:lstStyle/>
        <a:p>
          <a:r>
            <a:rPr lang="en-US" sz="1600">
              <a:latin typeface="Calibri"/>
              <a:ea typeface="Calibri"/>
              <a:cs typeface="Calibri"/>
            </a:rPr>
            <a:t>XR realism: Level 3 (high detail + reflections)</a:t>
          </a:r>
        </a:p>
      </dgm:t>
    </dgm:pt>
    <dgm:pt modelId="{9CB82DA7-2977-42AE-BAA2-9E3930521CDA}" type="parTrans" cxnId="{CFE75D33-E9CC-4BB8-A474-6027AB0951C3}">
      <dgm:prSet/>
      <dgm:spPr/>
      <dgm:t>
        <a:bodyPr/>
        <a:lstStyle/>
        <a:p>
          <a:endParaRPr lang="en-US"/>
        </a:p>
      </dgm:t>
    </dgm:pt>
    <dgm:pt modelId="{47FA624C-5369-4963-AFE1-5EE0675C3E22}" type="sibTrans" cxnId="{CFE75D33-E9CC-4BB8-A474-6027AB0951C3}">
      <dgm:prSet/>
      <dgm:spPr/>
      <dgm:t>
        <a:bodyPr/>
        <a:lstStyle/>
        <a:p>
          <a:endParaRPr lang="en-US"/>
        </a:p>
      </dgm:t>
    </dgm:pt>
    <dgm:pt modelId="{D8EA220B-29F8-4505-AA5B-48C39B7C7699}">
      <dgm:prSet custT="1"/>
      <dgm:spPr/>
      <dgm:t>
        <a:bodyPr/>
        <a:lstStyle/>
        <a:p>
          <a:r>
            <a:rPr lang="en-US" sz="1600">
              <a:latin typeface="Calibri"/>
              <a:ea typeface="Calibri"/>
              <a:cs typeface="Calibri"/>
            </a:rPr>
            <a:t>Where to use: Showroom and home</a:t>
          </a:r>
        </a:p>
      </dgm:t>
    </dgm:pt>
    <dgm:pt modelId="{83524804-47D8-467D-A3EB-AA2D4C152892}" type="parTrans" cxnId="{40033126-240D-4C5B-B3F9-3B85D6E4D1C3}">
      <dgm:prSet/>
      <dgm:spPr/>
      <dgm:t>
        <a:bodyPr/>
        <a:lstStyle/>
        <a:p>
          <a:endParaRPr lang="en-US"/>
        </a:p>
      </dgm:t>
    </dgm:pt>
    <dgm:pt modelId="{F44FA66C-3FD6-44DA-ABB9-4996BBE534D2}" type="sibTrans" cxnId="{40033126-240D-4C5B-B3F9-3B85D6E4D1C3}">
      <dgm:prSet/>
      <dgm:spPr/>
      <dgm:t>
        <a:bodyPr/>
        <a:lstStyle/>
        <a:p>
          <a:endParaRPr lang="en-US"/>
        </a:p>
      </dgm:t>
    </dgm:pt>
    <dgm:pt modelId="{E1AFCE7C-42C1-4778-ABAB-690C2163E596}">
      <dgm:prSet custT="1"/>
      <dgm:spPr/>
      <dgm:t>
        <a:bodyPr/>
        <a:lstStyle/>
        <a:p>
          <a:r>
            <a:rPr lang="en-US" sz="1600">
              <a:latin typeface="Calibri"/>
              <a:ea typeface="Calibri"/>
              <a:cs typeface="Calibri"/>
            </a:rPr>
            <a:t>Saved configurations: Up to 10 setups</a:t>
          </a:r>
        </a:p>
      </dgm:t>
    </dgm:pt>
    <dgm:pt modelId="{78D95F6B-269D-48DC-BB1A-D66AC5F467FD}" type="parTrans" cxnId="{677A5EF6-4E6B-4154-873B-3BC2B9FC4CAA}">
      <dgm:prSet/>
      <dgm:spPr/>
      <dgm:t>
        <a:bodyPr/>
        <a:lstStyle/>
        <a:p>
          <a:endParaRPr lang="en-US"/>
        </a:p>
      </dgm:t>
    </dgm:pt>
    <dgm:pt modelId="{9B8F89B1-4BC8-4286-90AA-622E810CD7C6}" type="sibTrans" cxnId="{677A5EF6-4E6B-4154-873B-3BC2B9FC4CAA}">
      <dgm:prSet/>
      <dgm:spPr/>
      <dgm:t>
        <a:bodyPr/>
        <a:lstStyle/>
        <a:p>
          <a:endParaRPr lang="en-US"/>
        </a:p>
      </dgm:t>
    </dgm:pt>
    <dgm:pt modelId="{39E82F92-6E82-42A2-9A94-B9CC19ED3D29}">
      <dgm:prSet custT="1"/>
      <dgm:spPr/>
      <dgm:t>
        <a:bodyPr/>
        <a:lstStyle/>
        <a:p>
          <a:r>
            <a:rPr lang="en-US" sz="1600">
              <a:latin typeface="Calibri"/>
              <a:ea typeface="Calibri"/>
              <a:cs typeface="Calibri"/>
            </a:rPr>
            <a:t>Collaboration: Dealer annotations</a:t>
          </a:r>
        </a:p>
      </dgm:t>
    </dgm:pt>
    <dgm:pt modelId="{710260D6-7044-470B-BAFB-C141DFF2BDDE}" type="parTrans" cxnId="{179DFB55-4F4F-490F-B0E2-4A3EEB62BCAF}">
      <dgm:prSet/>
      <dgm:spPr/>
      <dgm:t>
        <a:bodyPr/>
        <a:lstStyle/>
        <a:p>
          <a:endParaRPr lang="en-US"/>
        </a:p>
      </dgm:t>
    </dgm:pt>
    <dgm:pt modelId="{61B8F3D9-E984-4078-B555-10E35F02E73F}" type="sibTrans" cxnId="{179DFB55-4F4F-490F-B0E2-4A3EEB62BCAF}">
      <dgm:prSet/>
      <dgm:spPr/>
      <dgm:t>
        <a:bodyPr/>
        <a:lstStyle/>
        <a:p>
          <a:endParaRPr lang="en-US"/>
        </a:p>
      </dgm:t>
    </dgm:pt>
    <dgm:pt modelId="{18362313-EB6D-4202-8912-6AA35376734B}">
      <dgm:prSet custT="1"/>
      <dgm:spPr/>
      <dgm:t>
        <a:bodyPr/>
        <a:lstStyle/>
        <a:p>
          <a:r>
            <a:rPr lang="en-US" sz="1600" b="1">
              <a:latin typeface="Calibri"/>
              <a:ea typeface="Calibri"/>
              <a:cs typeface="Calibri"/>
            </a:rPr>
            <a:t>Why this configuration:</a:t>
          </a:r>
          <a:endParaRPr lang="en-US" sz="1600">
            <a:latin typeface="Calibri"/>
            <a:ea typeface="Calibri"/>
            <a:cs typeface="Calibri"/>
          </a:endParaRPr>
        </a:p>
      </dgm:t>
    </dgm:pt>
    <dgm:pt modelId="{B9EE1251-0620-4711-B96F-F0EC7565F168}" type="parTrans" cxnId="{9BA6EC4C-8FC1-4FF1-9172-7768BA326DDE}">
      <dgm:prSet/>
      <dgm:spPr/>
      <dgm:t>
        <a:bodyPr/>
        <a:lstStyle/>
        <a:p>
          <a:endParaRPr lang="en-US"/>
        </a:p>
      </dgm:t>
    </dgm:pt>
    <dgm:pt modelId="{09A398CE-5CE8-4A7C-9CEC-185CDC76EAC0}" type="sibTrans" cxnId="{9BA6EC4C-8FC1-4FF1-9172-7768BA326DDE}">
      <dgm:prSet/>
      <dgm:spPr/>
      <dgm:t>
        <a:bodyPr/>
        <a:lstStyle/>
        <a:p>
          <a:endParaRPr lang="en-US"/>
        </a:p>
      </dgm:t>
    </dgm:pt>
    <dgm:pt modelId="{5DB32646-F7A4-4224-AA1E-C0A0C1A76929}">
      <dgm:prSet custT="1"/>
      <dgm:spPr/>
      <dgm:t>
        <a:bodyPr/>
        <a:lstStyle/>
        <a:p>
          <a:r>
            <a:rPr lang="en-US" sz="1600">
              <a:latin typeface="Calibri"/>
              <a:ea typeface="Calibri"/>
              <a:cs typeface="Calibri"/>
            </a:rPr>
            <a:t>Aligns with highest utilities on realism, access, and collaboration</a:t>
          </a:r>
        </a:p>
      </dgm:t>
    </dgm:pt>
    <dgm:pt modelId="{8D6B6F64-1D30-436B-B585-17EDCBDA4AE7}" type="parTrans" cxnId="{B3FEC5DB-3EB1-4481-A3DF-866E022E8D50}">
      <dgm:prSet/>
      <dgm:spPr/>
      <dgm:t>
        <a:bodyPr/>
        <a:lstStyle/>
        <a:p>
          <a:endParaRPr lang="en-US"/>
        </a:p>
      </dgm:t>
    </dgm:pt>
    <dgm:pt modelId="{0C21736C-F3E5-4803-B3F1-21CC4F49B158}" type="sibTrans" cxnId="{B3FEC5DB-3EB1-4481-A3DF-866E022E8D50}">
      <dgm:prSet/>
      <dgm:spPr/>
      <dgm:t>
        <a:bodyPr/>
        <a:lstStyle/>
        <a:p>
          <a:endParaRPr lang="en-US"/>
        </a:p>
      </dgm:t>
    </dgm:pt>
    <dgm:pt modelId="{170CC18B-D8E6-4A1B-BB21-403A03120DAA}">
      <dgm:prSet custT="1"/>
      <dgm:spPr/>
      <dgm:t>
        <a:bodyPr/>
        <a:lstStyle/>
        <a:p>
          <a:r>
            <a:rPr lang="en-US" sz="1600">
              <a:latin typeface="Calibri"/>
              <a:ea typeface="Calibri"/>
              <a:cs typeface="Calibri"/>
            </a:rPr>
            <a:t>Matches survey attitudes: realism and confidence (Q5, Q6, Q8) and desire to use AutoXR (Q11)</a:t>
          </a:r>
        </a:p>
      </dgm:t>
    </dgm:pt>
    <dgm:pt modelId="{AC7AFF64-8721-443E-92A7-9434F698F086}" type="parTrans" cxnId="{EBE6CF02-9329-404B-8920-C1FE7B463744}">
      <dgm:prSet/>
      <dgm:spPr/>
      <dgm:t>
        <a:bodyPr/>
        <a:lstStyle/>
        <a:p>
          <a:endParaRPr lang="en-US"/>
        </a:p>
      </dgm:t>
    </dgm:pt>
    <dgm:pt modelId="{D4F15004-4528-44E2-8D9F-C8280FB1C71C}" type="sibTrans" cxnId="{EBE6CF02-9329-404B-8920-C1FE7B463744}">
      <dgm:prSet/>
      <dgm:spPr/>
      <dgm:t>
        <a:bodyPr/>
        <a:lstStyle/>
        <a:p>
          <a:endParaRPr lang="en-US"/>
        </a:p>
      </dgm:t>
    </dgm:pt>
    <dgm:pt modelId="{E0487B76-A8B3-49C8-8D7F-DF85A1267BA5}">
      <dgm:prSet custT="1"/>
      <dgm:spPr/>
      <dgm:t>
        <a:bodyPr/>
        <a:lstStyle/>
        <a:p>
          <a:r>
            <a:rPr lang="en-US" sz="1600" b="1">
              <a:latin typeface="Calibri"/>
              <a:ea typeface="Calibri"/>
              <a:cs typeface="Calibri"/>
            </a:rPr>
            <a:t>Recommended pricing:</a:t>
          </a:r>
          <a:endParaRPr lang="en-US" sz="1600">
            <a:latin typeface="Calibri"/>
            <a:ea typeface="Calibri"/>
            <a:cs typeface="Calibri"/>
          </a:endParaRPr>
        </a:p>
      </dgm:t>
    </dgm:pt>
    <dgm:pt modelId="{BB183633-6037-4E34-B39D-573BDDF28B95}" type="parTrans" cxnId="{02D966F0-CD09-4626-8DDE-6A62A6FCF343}">
      <dgm:prSet/>
      <dgm:spPr/>
      <dgm:t>
        <a:bodyPr/>
        <a:lstStyle/>
        <a:p>
          <a:endParaRPr lang="en-US"/>
        </a:p>
      </dgm:t>
    </dgm:pt>
    <dgm:pt modelId="{2409C96D-6BCD-4D59-849A-BD44B1DA44CC}" type="sibTrans" cxnId="{02D966F0-CD09-4626-8DDE-6A62A6FCF343}">
      <dgm:prSet/>
      <dgm:spPr/>
      <dgm:t>
        <a:bodyPr/>
        <a:lstStyle/>
        <a:p>
          <a:endParaRPr lang="en-US"/>
        </a:p>
      </dgm:t>
    </dgm:pt>
    <dgm:pt modelId="{AE71DB45-D2F3-424E-AB5F-5AEAA42890A8}">
      <dgm:prSet custT="1"/>
      <dgm:spPr/>
      <dgm:t>
        <a:bodyPr/>
        <a:lstStyle/>
        <a:p>
          <a:r>
            <a:rPr lang="en-US" sz="1600">
              <a:latin typeface="Calibri"/>
              <a:ea typeface="Calibri"/>
              <a:cs typeface="Calibri"/>
            </a:rPr>
            <a:t>Basic: $10/month (low realism, showroom-only, minimal collaboration)</a:t>
          </a:r>
        </a:p>
      </dgm:t>
    </dgm:pt>
    <dgm:pt modelId="{71936412-E56A-4BCA-A65D-914919587320}" type="parTrans" cxnId="{0FCC3F27-898E-4460-BBB3-C8A5B959AF0A}">
      <dgm:prSet/>
      <dgm:spPr/>
      <dgm:t>
        <a:bodyPr/>
        <a:lstStyle/>
        <a:p>
          <a:endParaRPr lang="en-US"/>
        </a:p>
      </dgm:t>
    </dgm:pt>
    <dgm:pt modelId="{4C1CDF3A-3140-4E86-80E6-DF43C71C1B2C}" type="sibTrans" cxnId="{0FCC3F27-898E-4460-BBB3-C8A5B959AF0A}">
      <dgm:prSet/>
      <dgm:spPr/>
      <dgm:t>
        <a:bodyPr/>
        <a:lstStyle/>
        <a:p>
          <a:endParaRPr lang="en-US"/>
        </a:p>
      </dgm:t>
    </dgm:pt>
    <dgm:pt modelId="{F5426AB2-8481-417A-A17F-082A5921C400}">
      <dgm:prSet custT="1"/>
      <dgm:spPr/>
      <dgm:t>
        <a:bodyPr/>
        <a:lstStyle/>
        <a:p>
          <a:r>
            <a:rPr lang="en-US" sz="1600">
              <a:latin typeface="Calibri"/>
              <a:ea typeface="Calibri"/>
              <a:cs typeface="Calibri"/>
            </a:rPr>
            <a:t>Premium: $14–$15/month</a:t>
          </a:r>
        </a:p>
      </dgm:t>
    </dgm:pt>
    <dgm:pt modelId="{F152DB2D-6580-43A7-9648-8E08AF842769}" type="parTrans" cxnId="{A06437EC-C6B1-4510-9F16-21A46D4A6553}">
      <dgm:prSet/>
      <dgm:spPr/>
      <dgm:t>
        <a:bodyPr/>
        <a:lstStyle/>
        <a:p>
          <a:endParaRPr lang="en-US"/>
        </a:p>
      </dgm:t>
    </dgm:pt>
    <dgm:pt modelId="{FCDE50A2-BEC5-4CF9-9B79-25F08BE1509F}" type="sibTrans" cxnId="{A06437EC-C6B1-4510-9F16-21A46D4A6553}">
      <dgm:prSet/>
      <dgm:spPr/>
      <dgm:t>
        <a:bodyPr/>
        <a:lstStyle/>
        <a:p>
          <a:endParaRPr lang="en-US"/>
        </a:p>
      </dgm:t>
    </dgm:pt>
    <dgm:pt modelId="{3930C55C-A3A6-4ACF-AD56-1A5BD954BFA1}">
      <dgm:prSet custT="1"/>
      <dgm:spPr/>
      <dgm:t>
        <a:bodyPr/>
        <a:lstStyle/>
        <a:p>
          <a:r>
            <a:rPr lang="en-US" sz="1600" dirty="0">
              <a:latin typeface="Calibri"/>
              <a:ea typeface="Calibri"/>
              <a:cs typeface="Calibri"/>
            </a:rPr>
            <a:t>≈ 70–75% of calculated EVC (~$19.6/month)</a:t>
          </a:r>
        </a:p>
      </dgm:t>
    </dgm:pt>
    <dgm:pt modelId="{14DAF907-455A-4AF9-8F38-F763CB626B10}" type="parTrans" cxnId="{C7292D84-4CBA-4565-9956-0BCFDAB22AA3}">
      <dgm:prSet/>
      <dgm:spPr/>
      <dgm:t>
        <a:bodyPr/>
        <a:lstStyle/>
        <a:p>
          <a:endParaRPr lang="en-US"/>
        </a:p>
      </dgm:t>
    </dgm:pt>
    <dgm:pt modelId="{5FE45642-A639-4386-8D3F-24D9985D1C7F}" type="sibTrans" cxnId="{C7292D84-4CBA-4565-9956-0BCFDAB22AA3}">
      <dgm:prSet/>
      <dgm:spPr/>
      <dgm:t>
        <a:bodyPr/>
        <a:lstStyle/>
        <a:p>
          <a:endParaRPr lang="en-US"/>
        </a:p>
      </dgm:t>
    </dgm:pt>
    <dgm:pt modelId="{82F794CA-A020-4F8F-B5DE-A1DFEF2594D3}">
      <dgm:prSet custT="1"/>
      <dgm:spPr/>
      <dgm:t>
        <a:bodyPr/>
        <a:lstStyle/>
        <a:p>
          <a:r>
            <a:rPr lang="en-US" sz="1600">
              <a:latin typeface="Calibri"/>
              <a:ea typeface="Calibri"/>
              <a:cs typeface="Calibri"/>
            </a:rPr>
            <a:t>Supported by simulation take-up and willingness-to-pay</a:t>
          </a:r>
        </a:p>
      </dgm:t>
    </dgm:pt>
    <dgm:pt modelId="{E0FD1B7A-7617-4DB9-AF51-C957CB3FEA85}" type="parTrans" cxnId="{FFDD56A8-1E95-499D-89B6-1883DAB46399}">
      <dgm:prSet/>
      <dgm:spPr/>
      <dgm:t>
        <a:bodyPr/>
        <a:lstStyle/>
        <a:p>
          <a:endParaRPr lang="en-US"/>
        </a:p>
      </dgm:t>
    </dgm:pt>
    <dgm:pt modelId="{C00369D2-8A43-43FC-A620-0C8A28CC9C31}" type="sibTrans" cxnId="{FFDD56A8-1E95-499D-89B6-1883DAB46399}">
      <dgm:prSet/>
      <dgm:spPr/>
      <dgm:t>
        <a:bodyPr/>
        <a:lstStyle/>
        <a:p>
          <a:endParaRPr lang="en-US"/>
        </a:p>
      </dgm:t>
    </dgm:pt>
    <dgm:pt modelId="{193A6E9B-C2C7-4B9A-9499-2E01D767FB48}">
      <dgm:prSet custT="1"/>
      <dgm:spPr/>
      <dgm:t>
        <a:bodyPr/>
        <a:lstStyle/>
        <a:p>
          <a:r>
            <a:rPr lang="en-US" sz="1600">
              <a:latin typeface="Calibri"/>
              <a:ea typeface="Calibri"/>
              <a:cs typeface="Calibri"/>
            </a:rPr>
            <a:t>Dealer package: AutoXR Pro at $150/location/month with ROI justification (upsell, faster explanations, fewer post-sale questions)</a:t>
          </a:r>
        </a:p>
      </dgm:t>
    </dgm:pt>
    <dgm:pt modelId="{949F6C34-041F-493B-9B5F-3B003CE28699}" type="parTrans" cxnId="{4EAB6088-94CB-4695-AA58-C52F2268D9DB}">
      <dgm:prSet/>
      <dgm:spPr/>
      <dgm:t>
        <a:bodyPr/>
        <a:lstStyle/>
        <a:p>
          <a:endParaRPr lang="en-US"/>
        </a:p>
      </dgm:t>
    </dgm:pt>
    <dgm:pt modelId="{91E915A2-2286-42E9-9E83-1DD251F81585}" type="sibTrans" cxnId="{4EAB6088-94CB-4695-AA58-C52F2268D9DB}">
      <dgm:prSet/>
      <dgm:spPr/>
      <dgm:t>
        <a:bodyPr/>
        <a:lstStyle/>
        <a:p>
          <a:endParaRPr lang="en-US"/>
        </a:p>
      </dgm:t>
    </dgm:pt>
    <dgm:pt modelId="{4C8A7438-EC66-41BC-8FD8-E708F19C5E96}" type="pres">
      <dgm:prSet presAssocID="{38D0F882-9A11-40D0-92AB-E8ADD7ABEE7D}" presName="Name0" presStyleCnt="0">
        <dgm:presLayoutVars>
          <dgm:dir/>
          <dgm:animLvl val="lvl"/>
          <dgm:resizeHandles val="exact"/>
        </dgm:presLayoutVars>
      </dgm:prSet>
      <dgm:spPr/>
    </dgm:pt>
    <dgm:pt modelId="{9DA64BC0-3D30-45C6-BB5F-7935D91B8BB2}" type="pres">
      <dgm:prSet presAssocID="{C1F94745-03F8-4CF9-B47D-DC13FA4C309F}" presName="linNode" presStyleCnt="0"/>
      <dgm:spPr/>
    </dgm:pt>
    <dgm:pt modelId="{F8DE6122-4FC4-4F0C-B99B-E36CCB1844A3}" type="pres">
      <dgm:prSet presAssocID="{C1F94745-03F8-4CF9-B47D-DC13FA4C309F}" presName="parentText" presStyleLbl="alignNode1" presStyleIdx="0" presStyleCnt="3" custScaleY="117054">
        <dgm:presLayoutVars>
          <dgm:chMax val="1"/>
          <dgm:bulletEnabled/>
        </dgm:presLayoutVars>
      </dgm:prSet>
      <dgm:spPr/>
    </dgm:pt>
    <dgm:pt modelId="{C0BB4942-1D44-4D8C-9DED-D23E3470F41D}" type="pres">
      <dgm:prSet presAssocID="{C1F94745-03F8-4CF9-B47D-DC13FA4C309F}" presName="descendantText" presStyleLbl="alignAccFollowNode1" presStyleIdx="0" presStyleCnt="3" custScaleY="114411">
        <dgm:presLayoutVars>
          <dgm:bulletEnabled/>
        </dgm:presLayoutVars>
      </dgm:prSet>
      <dgm:spPr/>
    </dgm:pt>
    <dgm:pt modelId="{5680AFF9-7086-4FE4-A1B3-ECF4F5FB2C74}" type="pres">
      <dgm:prSet presAssocID="{11BB3474-2FAC-4798-BF77-A39A9F06DC34}" presName="sp" presStyleCnt="0"/>
      <dgm:spPr/>
    </dgm:pt>
    <dgm:pt modelId="{5B40F93E-B453-4248-826B-2E472B0093B6}" type="pres">
      <dgm:prSet presAssocID="{18362313-EB6D-4202-8912-6AA35376734B}" presName="linNode" presStyleCnt="0"/>
      <dgm:spPr/>
    </dgm:pt>
    <dgm:pt modelId="{EAD42D29-A5E9-4290-A27C-035991BBA7F0}" type="pres">
      <dgm:prSet presAssocID="{18362313-EB6D-4202-8912-6AA35376734B}" presName="parentText" presStyleLbl="alignNode1" presStyleIdx="1" presStyleCnt="3" custScaleY="51545">
        <dgm:presLayoutVars>
          <dgm:chMax val="1"/>
          <dgm:bulletEnabled/>
        </dgm:presLayoutVars>
      </dgm:prSet>
      <dgm:spPr/>
    </dgm:pt>
    <dgm:pt modelId="{CED1BC99-8CE7-46E2-ADFB-ADDF404DD333}" type="pres">
      <dgm:prSet presAssocID="{18362313-EB6D-4202-8912-6AA35376734B}" presName="descendantText" presStyleLbl="alignAccFollowNode1" presStyleIdx="1" presStyleCnt="3" custScaleY="51539">
        <dgm:presLayoutVars>
          <dgm:bulletEnabled/>
        </dgm:presLayoutVars>
      </dgm:prSet>
      <dgm:spPr/>
    </dgm:pt>
    <dgm:pt modelId="{E53E08DA-9A4E-4F78-96C2-A1B981AB7294}" type="pres">
      <dgm:prSet presAssocID="{09A398CE-5CE8-4A7C-9CEC-185CDC76EAC0}" presName="sp" presStyleCnt="0"/>
      <dgm:spPr/>
    </dgm:pt>
    <dgm:pt modelId="{C5D7FD5F-9162-485F-815B-EB422C911820}" type="pres">
      <dgm:prSet presAssocID="{E0487B76-A8B3-49C8-8D7F-DF85A1267BA5}" presName="linNode" presStyleCnt="0"/>
      <dgm:spPr/>
    </dgm:pt>
    <dgm:pt modelId="{8DB003CB-A34B-44EB-93AA-A89E155CB1F0}" type="pres">
      <dgm:prSet presAssocID="{E0487B76-A8B3-49C8-8D7F-DF85A1267BA5}" presName="parentText" presStyleLbl="alignNode1" presStyleIdx="2" presStyleCnt="3" custScaleY="152998">
        <dgm:presLayoutVars>
          <dgm:chMax val="1"/>
          <dgm:bulletEnabled/>
        </dgm:presLayoutVars>
      </dgm:prSet>
      <dgm:spPr/>
    </dgm:pt>
    <dgm:pt modelId="{44CB9431-BB04-4A7E-85E1-287AAC8F3D4B}" type="pres">
      <dgm:prSet presAssocID="{E0487B76-A8B3-49C8-8D7F-DF85A1267BA5}" presName="descendantText" presStyleLbl="alignAccFollowNode1" presStyleIdx="2" presStyleCnt="3" custScaleY="154273">
        <dgm:presLayoutVars>
          <dgm:bulletEnabled/>
        </dgm:presLayoutVars>
      </dgm:prSet>
      <dgm:spPr/>
    </dgm:pt>
  </dgm:ptLst>
  <dgm:cxnLst>
    <dgm:cxn modelId="{EBE6CF02-9329-404B-8920-C1FE7B463744}" srcId="{18362313-EB6D-4202-8912-6AA35376734B}" destId="{170CC18B-D8E6-4A1B-BB21-403A03120DAA}" srcOrd="1" destOrd="0" parTransId="{AC7AFF64-8721-443E-92A7-9434F698F086}" sibTransId="{D4F15004-4528-44E2-8D9F-C8280FB1C71C}"/>
    <dgm:cxn modelId="{9648DE13-FC34-4E26-9012-CB28E35C5F81}" type="presOf" srcId="{5DB32646-F7A4-4224-AA1E-C0A0C1A76929}" destId="{CED1BC99-8CE7-46E2-ADFB-ADDF404DD333}" srcOrd="0" destOrd="0" presId="urn:microsoft.com/office/officeart/2016/7/layout/VerticalSolidActionList"/>
    <dgm:cxn modelId="{29673A1B-E257-43DB-A55D-747FB866E87D}" type="presOf" srcId="{A2E43763-2CBA-4F0D-A0E2-2282EAE529D4}" destId="{C0BB4942-1D44-4D8C-9DED-D23E3470F41D}" srcOrd="0" destOrd="0" presId="urn:microsoft.com/office/officeart/2016/7/layout/VerticalSolidActionList"/>
    <dgm:cxn modelId="{5B521F1C-D95E-45C1-AFB6-AA2869A3578C}" type="presOf" srcId="{E1AFCE7C-42C1-4778-ABAB-690C2163E596}" destId="{C0BB4942-1D44-4D8C-9DED-D23E3470F41D}" srcOrd="0" destOrd="3" presId="urn:microsoft.com/office/officeart/2016/7/layout/VerticalSolidActionList"/>
    <dgm:cxn modelId="{40033126-240D-4C5B-B3F9-3B85D6E4D1C3}" srcId="{C1F94745-03F8-4CF9-B47D-DC13FA4C309F}" destId="{D8EA220B-29F8-4505-AA5B-48C39B7C7699}" srcOrd="2" destOrd="0" parTransId="{83524804-47D8-467D-A3EB-AA2D4C152892}" sibTransId="{F44FA66C-3FD6-44DA-ABB9-4996BBE534D2}"/>
    <dgm:cxn modelId="{0FCC3F27-898E-4460-BBB3-C8A5B959AF0A}" srcId="{E0487B76-A8B3-49C8-8D7F-DF85A1267BA5}" destId="{AE71DB45-D2F3-424E-AB5F-5AEAA42890A8}" srcOrd="0" destOrd="0" parTransId="{71936412-E56A-4BCA-A65D-914919587320}" sibTransId="{4C1CDF3A-3140-4E86-80E6-DF43C71C1B2C}"/>
    <dgm:cxn modelId="{EEE9C029-872D-4948-BBC6-812921D48BF3}" type="presOf" srcId="{AE71DB45-D2F3-424E-AB5F-5AEAA42890A8}" destId="{44CB9431-BB04-4A7E-85E1-287AAC8F3D4B}" srcOrd="0" destOrd="0" presId="urn:microsoft.com/office/officeart/2016/7/layout/VerticalSolidActionList"/>
    <dgm:cxn modelId="{4DF5A330-3BF7-454D-98BF-D72F45AF7F46}" type="presOf" srcId="{39E82F92-6E82-42A2-9A94-B9CC19ED3D29}" destId="{C0BB4942-1D44-4D8C-9DED-D23E3470F41D}" srcOrd="0" destOrd="4" presId="urn:microsoft.com/office/officeart/2016/7/layout/VerticalSolidActionList"/>
    <dgm:cxn modelId="{CFE75D33-E9CC-4BB8-A474-6027AB0951C3}" srcId="{C1F94745-03F8-4CF9-B47D-DC13FA4C309F}" destId="{8DC3BECD-AEAF-4FF9-8399-47612C0F4181}" srcOrd="1" destOrd="0" parTransId="{9CB82DA7-2977-42AE-BAA2-9E3930521CDA}" sibTransId="{47FA624C-5369-4963-AFE1-5EE0675C3E22}"/>
    <dgm:cxn modelId="{75B37645-6D42-4015-99DC-4FB4AC7BFDA4}" type="presOf" srcId="{193A6E9B-C2C7-4B9A-9499-2E01D767FB48}" destId="{44CB9431-BB04-4A7E-85E1-287AAC8F3D4B}" srcOrd="0" destOrd="4" presId="urn:microsoft.com/office/officeart/2016/7/layout/VerticalSolidActionList"/>
    <dgm:cxn modelId="{DE1F2F46-00B0-4816-B7D6-559719F4FC94}" type="presOf" srcId="{3930C55C-A3A6-4ACF-AD56-1A5BD954BFA1}" destId="{44CB9431-BB04-4A7E-85E1-287AAC8F3D4B}" srcOrd="0" destOrd="2" presId="urn:microsoft.com/office/officeart/2016/7/layout/VerticalSolidActionList"/>
    <dgm:cxn modelId="{9BA6EC4C-8FC1-4FF1-9172-7768BA326DDE}" srcId="{38D0F882-9A11-40D0-92AB-E8ADD7ABEE7D}" destId="{18362313-EB6D-4202-8912-6AA35376734B}" srcOrd="1" destOrd="0" parTransId="{B9EE1251-0620-4711-B96F-F0EC7565F168}" sibTransId="{09A398CE-5CE8-4A7C-9CEC-185CDC76EAC0}"/>
    <dgm:cxn modelId="{54891E52-39C1-44D9-B20C-99BCE69F80BF}" type="presOf" srcId="{38D0F882-9A11-40D0-92AB-E8ADD7ABEE7D}" destId="{4C8A7438-EC66-41BC-8FD8-E708F19C5E96}" srcOrd="0" destOrd="0" presId="urn:microsoft.com/office/officeart/2016/7/layout/VerticalSolidActionList"/>
    <dgm:cxn modelId="{179DFB55-4F4F-490F-B0E2-4A3EEB62BCAF}" srcId="{C1F94745-03F8-4CF9-B47D-DC13FA4C309F}" destId="{39E82F92-6E82-42A2-9A94-B9CC19ED3D29}" srcOrd="4" destOrd="0" parTransId="{710260D6-7044-470B-BAFB-C141DFF2BDDE}" sibTransId="{61B8F3D9-E984-4078-B555-10E35F02E73F}"/>
    <dgm:cxn modelId="{5CA72C5E-6A79-4B1A-B454-3B1A62029D36}" srcId="{38D0F882-9A11-40D0-92AB-E8ADD7ABEE7D}" destId="{C1F94745-03F8-4CF9-B47D-DC13FA4C309F}" srcOrd="0" destOrd="0" parTransId="{287C6DB3-742A-42A0-83C0-2F0355B66CD2}" sibTransId="{11BB3474-2FAC-4798-BF77-A39A9F06DC34}"/>
    <dgm:cxn modelId="{29544A71-097F-4268-8747-E44F0D613F46}" type="presOf" srcId="{8DC3BECD-AEAF-4FF9-8399-47612C0F4181}" destId="{C0BB4942-1D44-4D8C-9DED-D23E3470F41D}" srcOrd="0" destOrd="1" presId="urn:microsoft.com/office/officeart/2016/7/layout/VerticalSolidActionList"/>
    <dgm:cxn modelId="{C7292D84-4CBA-4565-9956-0BCFDAB22AA3}" srcId="{E0487B76-A8B3-49C8-8D7F-DF85A1267BA5}" destId="{3930C55C-A3A6-4ACF-AD56-1A5BD954BFA1}" srcOrd="2" destOrd="0" parTransId="{14DAF907-455A-4AF9-8F38-F763CB626B10}" sibTransId="{5FE45642-A639-4386-8D3F-24D9985D1C7F}"/>
    <dgm:cxn modelId="{4EAB6088-94CB-4695-AA58-C52F2268D9DB}" srcId="{E0487B76-A8B3-49C8-8D7F-DF85A1267BA5}" destId="{193A6E9B-C2C7-4B9A-9499-2E01D767FB48}" srcOrd="4" destOrd="0" parTransId="{949F6C34-041F-493B-9B5F-3B003CE28699}" sibTransId="{91E915A2-2286-42E9-9E83-1DD251F81585}"/>
    <dgm:cxn modelId="{9F11CB91-1070-4E5F-A81A-8042FE0093DF}" type="presOf" srcId="{D8EA220B-29F8-4505-AA5B-48C39B7C7699}" destId="{C0BB4942-1D44-4D8C-9DED-D23E3470F41D}" srcOrd="0" destOrd="2" presId="urn:microsoft.com/office/officeart/2016/7/layout/VerticalSolidActionList"/>
    <dgm:cxn modelId="{3439EC93-2489-48A7-87C7-F44DF9A29B96}" type="presOf" srcId="{82F794CA-A020-4F8F-B5DE-A1DFEF2594D3}" destId="{44CB9431-BB04-4A7E-85E1-287AAC8F3D4B}" srcOrd="0" destOrd="3" presId="urn:microsoft.com/office/officeart/2016/7/layout/VerticalSolidActionList"/>
    <dgm:cxn modelId="{DD1C9094-4811-4F60-8D38-A7B4FDD0F132}" srcId="{C1F94745-03F8-4CF9-B47D-DC13FA4C309F}" destId="{A2E43763-2CBA-4F0D-A0E2-2282EAE529D4}" srcOrd="0" destOrd="0" parTransId="{BE42B117-FBBD-4E08-B86B-3E06C2C183B6}" sibTransId="{D045BF81-DF9A-45D9-B951-C12E930A3AC5}"/>
    <dgm:cxn modelId="{C3B4F99E-B400-4FD0-9486-AD942C2E256D}" type="presOf" srcId="{C1F94745-03F8-4CF9-B47D-DC13FA4C309F}" destId="{F8DE6122-4FC4-4F0C-B99B-E36CCB1844A3}" srcOrd="0" destOrd="0" presId="urn:microsoft.com/office/officeart/2016/7/layout/VerticalSolidActionList"/>
    <dgm:cxn modelId="{FFDD56A8-1E95-499D-89B6-1883DAB46399}" srcId="{E0487B76-A8B3-49C8-8D7F-DF85A1267BA5}" destId="{82F794CA-A020-4F8F-B5DE-A1DFEF2594D3}" srcOrd="3" destOrd="0" parTransId="{E0FD1B7A-7617-4DB9-AF51-C957CB3FEA85}" sibTransId="{C00369D2-8A43-43FC-A620-0C8A28CC9C31}"/>
    <dgm:cxn modelId="{92A54FAB-A55A-4F02-93A4-D44EC0EACC29}" type="presOf" srcId="{E0487B76-A8B3-49C8-8D7F-DF85A1267BA5}" destId="{8DB003CB-A34B-44EB-93AA-A89E155CB1F0}" srcOrd="0" destOrd="0" presId="urn:microsoft.com/office/officeart/2016/7/layout/VerticalSolidActionList"/>
    <dgm:cxn modelId="{3136DDD8-B946-4F8A-B1B1-B8E2D3E32E29}" type="presOf" srcId="{170CC18B-D8E6-4A1B-BB21-403A03120DAA}" destId="{CED1BC99-8CE7-46E2-ADFB-ADDF404DD333}" srcOrd="0" destOrd="1" presId="urn:microsoft.com/office/officeart/2016/7/layout/VerticalSolidActionList"/>
    <dgm:cxn modelId="{B3FEC5DB-3EB1-4481-A3DF-866E022E8D50}" srcId="{18362313-EB6D-4202-8912-6AA35376734B}" destId="{5DB32646-F7A4-4224-AA1E-C0A0C1A76929}" srcOrd="0" destOrd="0" parTransId="{8D6B6F64-1D30-436B-B585-17EDCBDA4AE7}" sibTransId="{0C21736C-F3E5-4803-B3F1-21CC4F49B158}"/>
    <dgm:cxn modelId="{919452EB-59C5-4D43-B289-600F25CA28BA}" type="presOf" srcId="{18362313-EB6D-4202-8912-6AA35376734B}" destId="{EAD42D29-A5E9-4290-A27C-035991BBA7F0}" srcOrd="0" destOrd="0" presId="urn:microsoft.com/office/officeart/2016/7/layout/VerticalSolidActionList"/>
    <dgm:cxn modelId="{A06437EC-C6B1-4510-9F16-21A46D4A6553}" srcId="{E0487B76-A8B3-49C8-8D7F-DF85A1267BA5}" destId="{F5426AB2-8481-417A-A17F-082A5921C400}" srcOrd="1" destOrd="0" parTransId="{F152DB2D-6580-43A7-9648-8E08AF842769}" sibTransId="{FCDE50A2-BEC5-4CF9-9B79-25F08BE1509F}"/>
    <dgm:cxn modelId="{02D966F0-CD09-4626-8DDE-6A62A6FCF343}" srcId="{38D0F882-9A11-40D0-92AB-E8ADD7ABEE7D}" destId="{E0487B76-A8B3-49C8-8D7F-DF85A1267BA5}" srcOrd="2" destOrd="0" parTransId="{BB183633-6037-4E34-B39D-573BDDF28B95}" sibTransId="{2409C96D-6BCD-4D59-849A-BD44B1DA44CC}"/>
    <dgm:cxn modelId="{C19B85F2-D155-45F2-87AE-D6F255BB5D9A}" type="presOf" srcId="{F5426AB2-8481-417A-A17F-082A5921C400}" destId="{44CB9431-BB04-4A7E-85E1-287AAC8F3D4B}" srcOrd="0" destOrd="1" presId="urn:microsoft.com/office/officeart/2016/7/layout/VerticalSolidActionList"/>
    <dgm:cxn modelId="{677A5EF6-4E6B-4154-873B-3BC2B9FC4CAA}" srcId="{C1F94745-03F8-4CF9-B47D-DC13FA4C309F}" destId="{E1AFCE7C-42C1-4778-ABAB-690C2163E596}" srcOrd="3" destOrd="0" parTransId="{78D95F6B-269D-48DC-BB1A-D66AC5F467FD}" sibTransId="{9B8F89B1-4BC8-4286-90AA-622E810CD7C6}"/>
    <dgm:cxn modelId="{F332B963-342C-439A-BA6B-0F03C384CFAE}" type="presParOf" srcId="{4C8A7438-EC66-41BC-8FD8-E708F19C5E96}" destId="{9DA64BC0-3D30-45C6-BB5F-7935D91B8BB2}" srcOrd="0" destOrd="0" presId="urn:microsoft.com/office/officeart/2016/7/layout/VerticalSolidActionList"/>
    <dgm:cxn modelId="{F01A943C-D4A2-4B48-BBA0-DA075F5BFF26}" type="presParOf" srcId="{9DA64BC0-3D30-45C6-BB5F-7935D91B8BB2}" destId="{F8DE6122-4FC4-4F0C-B99B-E36CCB1844A3}" srcOrd="0" destOrd="0" presId="urn:microsoft.com/office/officeart/2016/7/layout/VerticalSolidActionList"/>
    <dgm:cxn modelId="{D977D6BC-9D09-4376-BFCC-C1B5E830A99A}" type="presParOf" srcId="{9DA64BC0-3D30-45C6-BB5F-7935D91B8BB2}" destId="{C0BB4942-1D44-4D8C-9DED-D23E3470F41D}" srcOrd="1" destOrd="0" presId="urn:microsoft.com/office/officeart/2016/7/layout/VerticalSolidActionList"/>
    <dgm:cxn modelId="{269A5D60-E778-409C-88F9-3BF87F4FAE05}" type="presParOf" srcId="{4C8A7438-EC66-41BC-8FD8-E708F19C5E96}" destId="{5680AFF9-7086-4FE4-A1B3-ECF4F5FB2C74}" srcOrd="1" destOrd="0" presId="urn:microsoft.com/office/officeart/2016/7/layout/VerticalSolidActionList"/>
    <dgm:cxn modelId="{394F62F5-A7BA-4D19-8FAA-ADD9ABD939DA}" type="presParOf" srcId="{4C8A7438-EC66-41BC-8FD8-E708F19C5E96}" destId="{5B40F93E-B453-4248-826B-2E472B0093B6}" srcOrd="2" destOrd="0" presId="urn:microsoft.com/office/officeart/2016/7/layout/VerticalSolidActionList"/>
    <dgm:cxn modelId="{01AE57A8-BE68-42EF-9C2F-66B77C1DCD4B}" type="presParOf" srcId="{5B40F93E-B453-4248-826B-2E472B0093B6}" destId="{EAD42D29-A5E9-4290-A27C-035991BBA7F0}" srcOrd="0" destOrd="0" presId="urn:microsoft.com/office/officeart/2016/7/layout/VerticalSolidActionList"/>
    <dgm:cxn modelId="{D26C0A63-D845-4B6C-BC68-FD2CE7EAE2B2}" type="presParOf" srcId="{5B40F93E-B453-4248-826B-2E472B0093B6}" destId="{CED1BC99-8CE7-46E2-ADFB-ADDF404DD333}" srcOrd="1" destOrd="0" presId="urn:microsoft.com/office/officeart/2016/7/layout/VerticalSolidActionList"/>
    <dgm:cxn modelId="{53ADD5DD-2EA9-4583-A4A2-4AF615BB9819}" type="presParOf" srcId="{4C8A7438-EC66-41BC-8FD8-E708F19C5E96}" destId="{E53E08DA-9A4E-4F78-96C2-A1B981AB7294}" srcOrd="3" destOrd="0" presId="urn:microsoft.com/office/officeart/2016/7/layout/VerticalSolidActionList"/>
    <dgm:cxn modelId="{6AB6EC24-FF3D-43E5-BAF5-CCA974F79C53}" type="presParOf" srcId="{4C8A7438-EC66-41BC-8FD8-E708F19C5E96}" destId="{C5D7FD5F-9162-485F-815B-EB422C911820}" srcOrd="4" destOrd="0" presId="urn:microsoft.com/office/officeart/2016/7/layout/VerticalSolidActionList"/>
    <dgm:cxn modelId="{202AF956-2BC2-46BF-852D-420A1A66C39B}" type="presParOf" srcId="{C5D7FD5F-9162-485F-815B-EB422C911820}" destId="{8DB003CB-A34B-44EB-93AA-A89E155CB1F0}" srcOrd="0" destOrd="0" presId="urn:microsoft.com/office/officeart/2016/7/layout/VerticalSolidActionList"/>
    <dgm:cxn modelId="{4404EF98-93DF-4F92-84CB-5C5FECCFFA1D}" type="presParOf" srcId="{C5D7FD5F-9162-485F-815B-EB422C911820}" destId="{44CB9431-BB04-4A7E-85E1-287AAC8F3D4B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9390D99-7285-49C9-8C07-64E016331EBB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7E03347-B3A1-427E-92AF-CED5149A643E}">
      <dgm:prSet custT="1"/>
      <dgm:spPr/>
      <dgm:t>
        <a:bodyPr/>
        <a:lstStyle/>
        <a:p>
          <a:r>
            <a:rPr lang="en-US" sz="1600" b="1">
              <a:latin typeface="Calibri"/>
              <a:ea typeface="Calibri"/>
              <a:cs typeface="Calibri"/>
            </a:rPr>
            <a:t>Sample and context:</a:t>
          </a:r>
          <a:endParaRPr lang="en-US" sz="1600">
            <a:latin typeface="Calibri"/>
            <a:ea typeface="Calibri"/>
            <a:cs typeface="Calibri"/>
          </a:endParaRPr>
        </a:p>
      </dgm:t>
    </dgm:pt>
    <dgm:pt modelId="{76DFB2EC-36F9-47AC-90F2-8CE94BA81711}" type="parTrans" cxnId="{B15671EB-12BB-4B82-B2D6-891D959C3ED8}">
      <dgm:prSet/>
      <dgm:spPr/>
      <dgm:t>
        <a:bodyPr/>
        <a:lstStyle/>
        <a:p>
          <a:endParaRPr lang="en-US"/>
        </a:p>
      </dgm:t>
    </dgm:pt>
    <dgm:pt modelId="{A849F64C-9C2A-4DC2-B6E7-EEF353C9A474}" type="sibTrans" cxnId="{B15671EB-12BB-4B82-B2D6-891D959C3ED8}">
      <dgm:prSet/>
      <dgm:spPr/>
      <dgm:t>
        <a:bodyPr/>
        <a:lstStyle/>
        <a:p>
          <a:endParaRPr lang="en-US"/>
        </a:p>
      </dgm:t>
    </dgm:pt>
    <dgm:pt modelId="{4427AB24-72AE-418D-88DE-676F5CFDCE07}">
      <dgm:prSet custT="1"/>
      <dgm:spPr/>
      <dgm:t>
        <a:bodyPr/>
        <a:lstStyle/>
        <a:p>
          <a:r>
            <a:rPr lang="en-US" sz="1600">
              <a:latin typeface="Calibri"/>
              <a:ea typeface="Calibri"/>
              <a:cs typeface="Calibri"/>
            </a:rPr>
            <a:t>n = 40, mostly students and early-career professionals</a:t>
          </a:r>
        </a:p>
      </dgm:t>
    </dgm:pt>
    <dgm:pt modelId="{BABAFAD7-D0AC-4CE1-A5E1-A2AC059538AF}" type="parTrans" cxnId="{90343E61-2BF6-4C0D-9BD7-BB9BE4763811}">
      <dgm:prSet/>
      <dgm:spPr/>
      <dgm:t>
        <a:bodyPr/>
        <a:lstStyle/>
        <a:p>
          <a:endParaRPr lang="en-US"/>
        </a:p>
      </dgm:t>
    </dgm:pt>
    <dgm:pt modelId="{9AF117BB-40BB-4E83-B9E2-450F54D7E16A}" type="sibTrans" cxnId="{90343E61-2BF6-4C0D-9BD7-BB9BE4763811}">
      <dgm:prSet/>
      <dgm:spPr/>
      <dgm:t>
        <a:bodyPr/>
        <a:lstStyle/>
        <a:p>
          <a:endParaRPr lang="en-US"/>
        </a:p>
      </dgm:t>
    </dgm:pt>
    <dgm:pt modelId="{88630175-38BA-4476-BEFC-7ECFA8D171DC}">
      <dgm:prSet custT="1"/>
      <dgm:spPr/>
      <dgm:t>
        <a:bodyPr/>
        <a:lstStyle/>
        <a:p>
          <a:r>
            <a:rPr lang="en-US" sz="1600">
              <a:latin typeface="Calibri"/>
              <a:ea typeface="Calibri"/>
              <a:cs typeface="Calibri"/>
            </a:rPr>
            <a:t>Not fully representative of all dealership customers or markets</a:t>
          </a:r>
        </a:p>
      </dgm:t>
    </dgm:pt>
    <dgm:pt modelId="{A31F4B8D-B612-4FF6-B51B-92A4DB1BC105}" type="parTrans" cxnId="{7E1EC033-05A3-42C7-8AE9-6F7202DFE1CB}">
      <dgm:prSet/>
      <dgm:spPr/>
      <dgm:t>
        <a:bodyPr/>
        <a:lstStyle/>
        <a:p>
          <a:endParaRPr lang="en-US"/>
        </a:p>
      </dgm:t>
    </dgm:pt>
    <dgm:pt modelId="{4327D61A-97C7-4F28-916F-B9527343FD3E}" type="sibTrans" cxnId="{7E1EC033-05A3-42C7-8AE9-6F7202DFE1CB}">
      <dgm:prSet/>
      <dgm:spPr/>
      <dgm:t>
        <a:bodyPr/>
        <a:lstStyle/>
        <a:p>
          <a:endParaRPr lang="en-US"/>
        </a:p>
      </dgm:t>
    </dgm:pt>
    <dgm:pt modelId="{3A8A858B-2ACC-4FDA-9C51-8C5E623D795A}">
      <dgm:prSet custT="1"/>
      <dgm:spPr/>
      <dgm:t>
        <a:bodyPr/>
        <a:lstStyle/>
        <a:p>
          <a:r>
            <a:rPr lang="en-US" sz="1600" b="1">
              <a:latin typeface="Calibri"/>
              <a:ea typeface="Calibri"/>
              <a:cs typeface="Calibri"/>
            </a:rPr>
            <a:t>Stated preference vs real behavior:</a:t>
          </a:r>
          <a:endParaRPr lang="en-US" sz="1600">
            <a:latin typeface="Calibri"/>
            <a:ea typeface="Calibri"/>
            <a:cs typeface="Calibri"/>
          </a:endParaRPr>
        </a:p>
      </dgm:t>
    </dgm:pt>
    <dgm:pt modelId="{D37FF89B-A218-4230-8B14-246934066389}" type="parTrans" cxnId="{D6E67125-70E3-4766-8E73-DC6D742156A0}">
      <dgm:prSet/>
      <dgm:spPr/>
      <dgm:t>
        <a:bodyPr/>
        <a:lstStyle/>
        <a:p>
          <a:endParaRPr lang="en-US"/>
        </a:p>
      </dgm:t>
    </dgm:pt>
    <dgm:pt modelId="{4490D55B-0629-4729-BCBF-3F81F2F2A536}" type="sibTrans" cxnId="{D6E67125-70E3-4766-8E73-DC6D742156A0}">
      <dgm:prSet/>
      <dgm:spPr/>
      <dgm:t>
        <a:bodyPr/>
        <a:lstStyle/>
        <a:p>
          <a:endParaRPr lang="en-US"/>
        </a:p>
      </dgm:t>
    </dgm:pt>
    <dgm:pt modelId="{9588FF81-2555-47B6-966A-09C8EC2C2A5A}">
      <dgm:prSet custT="1"/>
      <dgm:spPr/>
      <dgm:t>
        <a:bodyPr/>
        <a:lstStyle/>
        <a:p>
          <a:r>
            <a:rPr lang="en-US" sz="1600">
              <a:latin typeface="Calibri"/>
              <a:ea typeface="Calibri"/>
              <a:cs typeface="Calibri"/>
            </a:rPr>
            <a:t>CBC choices may not perfectly match real-world decisions, especially at higher prices</a:t>
          </a:r>
        </a:p>
      </dgm:t>
    </dgm:pt>
    <dgm:pt modelId="{0279F5BA-0356-4197-8D96-8E8CB03B0675}" type="parTrans" cxnId="{79BBF655-A357-4B14-88D6-30F13CE13778}">
      <dgm:prSet/>
      <dgm:spPr/>
      <dgm:t>
        <a:bodyPr/>
        <a:lstStyle/>
        <a:p>
          <a:endParaRPr lang="en-US"/>
        </a:p>
      </dgm:t>
    </dgm:pt>
    <dgm:pt modelId="{2B244173-15E6-4626-A75F-D6A7A29A2AC1}" type="sibTrans" cxnId="{79BBF655-A357-4B14-88D6-30F13CE13778}">
      <dgm:prSet/>
      <dgm:spPr/>
      <dgm:t>
        <a:bodyPr/>
        <a:lstStyle/>
        <a:p>
          <a:endParaRPr lang="en-US"/>
        </a:p>
      </dgm:t>
    </dgm:pt>
    <dgm:pt modelId="{94BF01A3-8291-43A4-A766-E4A687475042}">
      <dgm:prSet custT="1"/>
      <dgm:spPr/>
      <dgm:t>
        <a:bodyPr/>
        <a:lstStyle/>
        <a:p>
          <a:r>
            <a:rPr lang="en-US" sz="1600" b="1">
              <a:latin typeface="Calibri"/>
              <a:ea typeface="Calibri"/>
              <a:cs typeface="Calibri"/>
            </a:rPr>
            <a:t>Comfort and motion sickness:</a:t>
          </a:r>
          <a:endParaRPr lang="en-US" sz="1600">
            <a:latin typeface="Calibri"/>
            <a:ea typeface="Calibri"/>
            <a:cs typeface="Calibri"/>
          </a:endParaRPr>
        </a:p>
      </dgm:t>
    </dgm:pt>
    <dgm:pt modelId="{8B21B854-B2BF-47C5-9AEE-A9977F270EE9}" type="parTrans" cxnId="{8022823E-58F2-46D7-81D7-08ABC33D181E}">
      <dgm:prSet/>
      <dgm:spPr/>
      <dgm:t>
        <a:bodyPr/>
        <a:lstStyle/>
        <a:p>
          <a:endParaRPr lang="en-US"/>
        </a:p>
      </dgm:t>
    </dgm:pt>
    <dgm:pt modelId="{F1C6F8BB-96A9-4EB4-81A6-EA3F14E00ED9}" type="sibTrans" cxnId="{8022823E-58F2-46D7-81D7-08ABC33D181E}">
      <dgm:prSet/>
      <dgm:spPr/>
      <dgm:t>
        <a:bodyPr/>
        <a:lstStyle/>
        <a:p>
          <a:endParaRPr lang="en-US"/>
        </a:p>
      </dgm:t>
    </dgm:pt>
    <dgm:pt modelId="{494EF45E-1F8C-429A-9D3B-5DA1D6BEF750}">
      <dgm:prSet custT="1"/>
      <dgm:spPr/>
      <dgm:t>
        <a:bodyPr/>
        <a:lstStyle/>
        <a:p>
          <a:r>
            <a:rPr lang="en-US" sz="1600">
              <a:latin typeface="Calibri"/>
              <a:ea typeface="Calibri"/>
              <a:cs typeface="Calibri"/>
            </a:rPr>
            <a:t>Most frequent open-ended concern; real-world adoption may be lower if XR comfort is not addressed</a:t>
          </a:r>
        </a:p>
      </dgm:t>
    </dgm:pt>
    <dgm:pt modelId="{21BE905D-2B60-4CDB-BF40-ECB9FEA30ADF}" type="parTrans" cxnId="{C1501348-0103-4342-8FDA-C82C1C0AC6E8}">
      <dgm:prSet/>
      <dgm:spPr/>
      <dgm:t>
        <a:bodyPr/>
        <a:lstStyle/>
        <a:p>
          <a:endParaRPr lang="en-US"/>
        </a:p>
      </dgm:t>
    </dgm:pt>
    <dgm:pt modelId="{D051311A-AB54-4727-81ED-5FE484A3B4AC}" type="sibTrans" cxnId="{C1501348-0103-4342-8FDA-C82C1C0AC6E8}">
      <dgm:prSet/>
      <dgm:spPr/>
      <dgm:t>
        <a:bodyPr/>
        <a:lstStyle/>
        <a:p>
          <a:endParaRPr lang="en-US"/>
        </a:p>
      </dgm:t>
    </dgm:pt>
    <dgm:pt modelId="{881D328E-E1A4-48BC-BAD4-52C8FF6624C0}">
      <dgm:prSet custT="1"/>
      <dgm:spPr/>
      <dgm:t>
        <a:bodyPr/>
        <a:lstStyle/>
        <a:p>
          <a:r>
            <a:rPr lang="en-US" sz="1600" b="1">
              <a:latin typeface="Calibri"/>
              <a:ea typeface="Calibri"/>
              <a:cs typeface="Calibri"/>
            </a:rPr>
            <a:t>Pricing model skepticism:</a:t>
          </a:r>
          <a:endParaRPr lang="en-US" sz="1600">
            <a:latin typeface="Calibri"/>
            <a:ea typeface="Calibri"/>
            <a:cs typeface="Calibri"/>
          </a:endParaRPr>
        </a:p>
      </dgm:t>
    </dgm:pt>
    <dgm:pt modelId="{D1941CA0-A866-45EC-B057-D85B9912C0CF}" type="parTrans" cxnId="{E7649FFD-9AF0-4D9F-91ED-BA6756B5FE2F}">
      <dgm:prSet/>
      <dgm:spPr/>
      <dgm:t>
        <a:bodyPr/>
        <a:lstStyle/>
        <a:p>
          <a:endParaRPr lang="en-US"/>
        </a:p>
      </dgm:t>
    </dgm:pt>
    <dgm:pt modelId="{EBDD1A4A-B0B6-4C81-8C55-14260271867E}" type="sibTrans" cxnId="{E7649FFD-9AF0-4D9F-91ED-BA6756B5FE2F}">
      <dgm:prSet/>
      <dgm:spPr/>
      <dgm:t>
        <a:bodyPr/>
        <a:lstStyle/>
        <a:p>
          <a:endParaRPr lang="en-US"/>
        </a:p>
      </dgm:t>
    </dgm:pt>
    <dgm:pt modelId="{BE39F5E6-F060-4ADA-B725-CC42E6FB2E73}">
      <dgm:prSet custT="1"/>
      <dgm:spPr/>
      <dgm:t>
        <a:bodyPr/>
        <a:lstStyle/>
        <a:p>
          <a:r>
            <a:rPr lang="en-US" sz="1600">
              <a:latin typeface="Calibri"/>
              <a:ea typeface="Calibri"/>
              <a:cs typeface="Calibri"/>
            </a:rPr>
            <a:t>Some respondents questioned why individuals would pay a subscription</a:t>
          </a:r>
        </a:p>
      </dgm:t>
    </dgm:pt>
    <dgm:pt modelId="{E86D1530-8BA8-4E94-9D70-8B85C7BE0C27}" type="parTrans" cxnId="{F2AB51B2-3193-445E-8593-453F7172F548}">
      <dgm:prSet/>
      <dgm:spPr/>
      <dgm:t>
        <a:bodyPr/>
        <a:lstStyle/>
        <a:p>
          <a:endParaRPr lang="en-US"/>
        </a:p>
      </dgm:t>
    </dgm:pt>
    <dgm:pt modelId="{DDA6636C-7E1F-46BF-8455-05B6F2181887}" type="sibTrans" cxnId="{F2AB51B2-3193-445E-8593-453F7172F548}">
      <dgm:prSet/>
      <dgm:spPr/>
      <dgm:t>
        <a:bodyPr/>
        <a:lstStyle/>
        <a:p>
          <a:endParaRPr lang="en-US"/>
        </a:p>
      </dgm:t>
    </dgm:pt>
    <dgm:pt modelId="{74EABDF4-7A01-47F8-9DB9-CBA04E24D1FC}">
      <dgm:prSet custT="1"/>
      <dgm:spPr/>
      <dgm:t>
        <a:bodyPr/>
        <a:lstStyle/>
        <a:p>
          <a:r>
            <a:rPr lang="en-US" sz="1600">
              <a:latin typeface="Calibri"/>
              <a:ea typeface="Calibri"/>
              <a:cs typeface="Calibri"/>
            </a:rPr>
            <a:t>Supports a B2B focus on dealers and OEMs with clear ROI framing</a:t>
          </a:r>
        </a:p>
      </dgm:t>
    </dgm:pt>
    <dgm:pt modelId="{383E7A85-AFDA-4584-A9F8-CF733AA5CC77}" type="parTrans" cxnId="{E7C3F28F-DDBD-4A84-8A17-596D544C48F4}">
      <dgm:prSet/>
      <dgm:spPr/>
      <dgm:t>
        <a:bodyPr/>
        <a:lstStyle/>
        <a:p>
          <a:endParaRPr lang="en-US"/>
        </a:p>
      </dgm:t>
    </dgm:pt>
    <dgm:pt modelId="{16711B46-6E1D-4F56-A474-E965328EF6E3}" type="sibTrans" cxnId="{E7C3F28F-DDBD-4A84-8A17-596D544C48F4}">
      <dgm:prSet/>
      <dgm:spPr/>
      <dgm:t>
        <a:bodyPr/>
        <a:lstStyle/>
        <a:p>
          <a:endParaRPr lang="en-US"/>
        </a:p>
      </dgm:t>
    </dgm:pt>
    <dgm:pt modelId="{F4DA31D0-238D-42CD-944D-9C6473C7EC61}">
      <dgm:prSet custT="1"/>
      <dgm:spPr/>
      <dgm:t>
        <a:bodyPr/>
        <a:lstStyle/>
        <a:p>
          <a:r>
            <a:rPr lang="en-US" sz="1600" b="1">
              <a:latin typeface="Calibri"/>
              <a:ea typeface="Calibri"/>
              <a:cs typeface="Calibri"/>
            </a:rPr>
            <a:t>Privacy:</a:t>
          </a:r>
          <a:endParaRPr lang="en-US" sz="1600">
            <a:latin typeface="Calibri"/>
            <a:ea typeface="Calibri"/>
            <a:cs typeface="Calibri"/>
          </a:endParaRPr>
        </a:p>
      </dgm:t>
    </dgm:pt>
    <dgm:pt modelId="{364083F6-E367-49D9-ACF6-1A14441FE091}" type="parTrans" cxnId="{E5422C3A-E49B-4039-B486-CCAF414E38AD}">
      <dgm:prSet/>
      <dgm:spPr/>
      <dgm:t>
        <a:bodyPr/>
        <a:lstStyle/>
        <a:p>
          <a:endParaRPr lang="en-US"/>
        </a:p>
      </dgm:t>
    </dgm:pt>
    <dgm:pt modelId="{FD39896F-4B45-45EB-9C94-C84E01D33E76}" type="sibTrans" cxnId="{E5422C3A-E49B-4039-B486-CCAF414E38AD}">
      <dgm:prSet/>
      <dgm:spPr/>
      <dgm:t>
        <a:bodyPr/>
        <a:lstStyle/>
        <a:p>
          <a:endParaRPr lang="en-US"/>
        </a:p>
      </dgm:t>
    </dgm:pt>
    <dgm:pt modelId="{1CC7B64D-5296-49C7-B173-798B08CC83AF}">
      <dgm:prSet custT="1"/>
      <dgm:spPr/>
      <dgm:t>
        <a:bodyPr/>
        <a:lstStyle/>
        <a:p>
          <a:r>
            <a:rPr lang="en-US" sz="1600">
              <a:latin typeface="Calibri"/>
              <a:ea typeface="Calibri"/>
              <a:cs typeface="Calibri"/>
            </a:rPr>
            <a:t>Several respondents mentioned privacy; data capture on or around vehicles must be designed carefully</a:t>
          </a:r>
        </a:p>
      </dgm:t>
    </dgm:pt>
    <dgm:pt modelId="{33886939-FA97-4376-BA8E-0C231192A4D4}" type="parTrans" cxnId="{40F2A864-2327-4D85-8BE5-58BD2A9A7AB5}">
      <dgm:prSet/>
      <dgm:spPr/>
      <dgm:t>
        <a:bodyPr/>
        <a:lstStyle/>
        <a:p>
          <a:endParaRPr lang="en-US"/>
        </a:p>
      </dgm:t>
    </dgm:pt>
    <dgm:pt modelId="{BCE48447-DB7E-4192-A919-5FA2B89DFDD4}" type="sibTrans" cxnId="{40F2A864-2327-4D85-8BE5-58BD2A9A7AB5}">
      <dgm:prSet/>
      <dgm:spPr/>
      <dgm:t>
        <a:bodyPr/>
        <a:lstStyle/>
        <a:p>
          <a:endParaRPr lang="en-US"/>
        </a:p>
      </dgm:t>
    </dgm:pt>
    <dgm:pt modelId="{9379BB67-0F1E-41A8-91CB-DA1AEA2D55CA}">
      <dgm:prSet custT="1"/>
      <dgm:spPr/>
      <dgm:t>
        <a:bodyPr/>
        <a:lstStyle/>
        <a:p>
          <a:r>
            <a:rPr lang="en-US" sz="1600" b="1">
              <a:latin typeface="Calibri"/>
              <a:ea typeface="Calibri"/>
              <a:cs typeface="Calibri"/>
            </a:rPr>
            <a:t>Simulation scope:</a:t>
          </a:r>
          <a:endParaRPr lang="en-US" sz="1600">
            <a:latin typeface="Calibri"/>
            <a:ea typeface="Calibri"/>
            <a:cs typeface="Calibri"/>
          </a:endParaRPr>
        </a:p>
      </dgm:t>
    </dgm:pt>
    <dgm:pt modelId="{89567777-9C8C-406D-8C0D-B9F0067FF00C}" type="parTrans" cxnId="{3B19ABB2-0BF1-4E39-9774-CE0E27C6F1F9}">
      <dgm:prSet/>
      <dgm:spPr/>
      <dgm:t>
        <a:bodyPr/>
        <a:lstStyle/>
        <a:p>
          <a:endParaRPr lang="en-US"/>
        </a:p>
      </dgm:t>
    </dgm:pt>
    <dgm:pt modelId="{21D23303-CD36-45C0-8E5A-FF685CCEE0CE}" type="sibTrans" cxnId="{3B19ABB2-0BF1-4E39-9774-CE0E27C6F1F9}">
      <dgm:prSet/>
      <dgm:spPr/>
      <dgm:t>
        <a:bodyPr/>
        <a:lstStyle/>
        <a:p>
          <a:endParaRPr lang="en-US"/>
        </a:p>
      </dgm:t>
    </dgm:pt>
    <dgm:pt modelId="{088C6011-6878-4BAB-8073-E58D3A5EEA82}">
      <dgm:prSet custT="1"/>
      <dgm:spPr/>
      <dgm:t>
        <a:bodyPr/>
        <a:lstStyle/>
        <a:p>
          <a:r>
            <a:rPr lang="en-US" sz="1600">
              <a:latin typeface="Calibri"/>
              <a:ea typeface="Calibri"/>
              <a:cs typeface="Calibri"/>
            </a:rPr>
            <a:t>Simulations assume static bundles and do not fully capture hardware availability, dealer training, or in-dealership exp</a:t>
          </a:r>
          <a:r>
            <a:rPr lang="en-US" sz="1600"/>
            <a:t>erience</a:t>
          </a:r>
        </a:p>
      </dgm:t>
    </dgm:pt>
    <dgm:pt modelId="{71280AB4-D84E-4292-936A-323E8729AAD8}" type="parTrans" cxnId="{2ABE6486-5125-4DA8-84A1-7D9A992247FA}">
      <dgm:prSet/>
      <dgm:spPr/>
      <dgm:t>
        <a:bodyPr/>
        <a:lstStyle/>
        <a:p>
          <a:endParaRPr lang="en-US"/>
        </a:p>
      </dgm:t>
    </dgm:pt>
    <dgm:pt modelId="{6A024857-107A-4332-B24B-5ADB34D49FEE}" type="sibTrans" cxnId="{2ABE6486-5125-4DA8-84A1-7D9A992247FA}">
      <dgm:prSet/>
      <dgm:spPr/>
      <dgm:t>
        <a:bodyPr/>
        <a:lstStyle/>
        <a:p>
          <a:endParaRPr lang="en-US"/>
        </a:p>
      </dgm:t>
    </dgm:pt>
    <dgm:pt modelId="{F38EBDFE-6A48-4AF7-A81A-54900363FD2A}" type="pres">
      <dgm:prSet presAssocID="{79390D99-7285-49C9-8C07-64E016331EBB}" presName="Name0" presStyleCnt="0">
        <dgm:presLayoutVars>
          <dgm:dir/>
          <dgm:animLvl val="lvl"/>
          <dgm:resizeHandles val="exact"/>
        </dgm:presLayoutVars>
      </dgm:prSet>
      <dgm:spPr/>
    </dgm:pt>
    <dgm:pt modelId="{26D4C1E0-97A3-4C15-80A2-DA8DA2A46B56}" type="pres">
      <dgm:prSet presAssocID="{27E03347-B3A1-427E-92AF-CED5149A643E}" presName="linNode" presStyleCnt="0"/>
      <dgm:spPr/>
    </dgm:pt>
    <dgm:pt modelId="{89819077-4681-4198-BDCC-F594B171CCF0}" type="pres">
      <dgm:prSet presAssocID="{27E03347-B3A1-427E-92AF-CED5149A643E}" presName="parentText" presStyleLbl="node1" presStyleIdx="0" presStyleCnt="6">
        <dgm:presLayoutVars>
          <dgm:chMax val="1"/>
          <dgm:bulletEnabled val="1"/>
        </dgm:presLayoutVars>
      </dgm:prSet>
      <dgm:spPr/>
    </dgm:pt>
    <dgm:pt modelId="{0E032C4A-B5A1-4EF1-B8CB-C173F8C6AC80}" type="pres">
      <dgm:prSet presAssocID="{27E03347-B3A1-427E-92AF-CED5149A643E}" presName="descendantText" presStyleLbl="alignAccFollowNode1" presStyleIdx="0" presStyleCnt="6">
        <dgm:presLayoutVars>
          <dgm:bulletEnabled val="1"/>
        </dgm:presLayoutVars>
      </dgm:prSet>
      <dgm:spPr/>
    </dgm:pt>
    <dgm:pt modelId="{DE29F240-0CC5-44DA-8A3E-491461B62A61}" type="pres">
      <dgm:prSet presAssocID="{A849F64C-9C2A-4DC2-B6E7-EEF353C9A474}" presName="sp" presStyleCnt="0"/>
      <dgm:spPr/>
    </dgm:pt>
    <dgm:pt modelId="{7CA07E6C-3144-4776-818E-6DA904C30B01}" type="pres">
      <dgm:prSet presAssocID="{3A8A858B-2ACC-4FDA-9C51-8C5E623D795A}" presName="linNode" presStyleCnt="0"/>
      <dgm:spPr/>
    </dgm:pt>
    <dgm:pt modelId="{35F73E8C-89B3-4ADC-9DF1-8B16066FFBD7}" type="pres">
      <dgm:prSet presAssocID="{3A8A858B-2ACC-4FDA-9C51-8C5E623D795A}" presName="parentText" presStyleLbl="node1" presStyleIdx="1" presStyleCnt="6">
        <dgm:presLayoutVars>
          <dgm:chMax val="1"/>
          <dgm:bulletEnabled val="1"/>
        </dgm:presLayoutVars>
      </dgm:prSet>
      <dgm:spPr/>
    </dgm:pt>
    <dgm:pt modelId="{1954F9EE-C354-4C05-880B-BE466D5B24C6}" type="pres">
      <dgm:prSet presAssocID="{3A8A858B-2ACC-4FDA-9C51-8C5E623D795A}" presName="descendantText" presStyleLbl="alignAccFollowNode1" presStyleIdx="1" presStyleCnt="6">
        <dgm:presLayoutVars>
          <dgm:bulletEnabled val="1"/>
        </dgm:presLayoutVars>
      </dgm:prSet>
      <dgm:spPr/>
    </dgm:pt>
    <dgm:pt modelId="{C6876C77-8F73-42CB-9D28-B3916AC3F362}" type="pres">
      <dgm:prSet presAssocID="{4490D55B-0629-4729-BCBF-3F81F2F2A536}" presName="sp" presStyleCnt="0"/>
      <dgm:spPr/>
    </dgm:pt>
    <dgm:pt modelId="{20936637-164D-43D4-A6B9-B95580E45DE4}" type="pres">
      <dgm:prSet presAssocID="{94BF01A3-8291-43A4-A766-E4A687475042}" presName="linNode" presStyleCnt="0"/>
      <dgm:spPr/>
    </dgm:pt>
    <dgm:pt modelId="{7EC51DA0-51DC-4878-96DD-F6262298A121}" type="pres">
      <dgm:prSet presAssocID="{94BF01A3-8291-43A4-A766-E4A687475042}" presName="parentText" presStyleLbl="node1" presStyleIdx="2" presStyleCnt="6">
        <dgm:presLayoutVars>
          <dgm:chMax val="1"/>
          <dgm:bulletEnabled val="1"/>
        </dgm:presLayoutVars>
      </dgm:prSet>
      <dgm:spPr/>
    </dgm:pt>
    <dgm:pt modelId="{527E67D7-C4B0-411D-BED4-1AFE6EF9D9E6}" type="pres">
      <dgm:prSet presAssocID="{94BF01A3-8291-43A4-A766-E4A687475042}" presName="descendantText" presStyleLbl="alignAccFollowNode1" presStyleIdx="2" presStyleCnt="6">
        <dgm:presLayoutVars>
          <dgm:bulletEnabled val="1"/>
        </dgm:presLayoutVars>
      </dgm:prSet>
      <dgm:spPr/>
    </dgm:pt>
    <dgm:pt modelId="{2774475E-F37A-4BBF-80B7-5D90599B5C52}" type="pres">
      <dgm:prSet presAssocID="{F1C6F8BB-96A9-4EB4-81A6-EA3F14E00ED9}" presName="sp" presStyleCnt="0"/>
      <dgm:spPr/>
    </dgm:pt>
    <dgm:pt modelId="{78C0821F-AD1E-4499-B16E-D0DBF00E1B6C}" type="pres">
      <dgm:prSet presAssocID="{881D328E-E1A4-48BC-BAD4-52C8FF6624C0}" presName="linNode" presStyleCnt="0"/>
      <dgm:spPr/>
    </dgm:pt>
    <dgm:pt modelId="{CA36C480-13F6-4E9E-8800-C6957E51F2AB}" type="pres">
      <dgm:prSet presAssocID="{881D328E-E1A4-48BC-BAD4-52C8FF6624C0}" presName="parentText" presStyleLbl="node1" presStyleIdx="3" presStyleCnt="6">
        <dgm:presLayoutVars>
          <dgm:chMax val="1"/>
          <dgm:bulletEnabled val="1"/>
        </dgm:presLayoutVars>
      </dgm:prSet>
      <dgm:spPr/>
    </dgm:pt>
    <dgm:pt modelId="{C162A556-D744-4D13-9DCD-76520E3A36C7}" type="pres">
      <dgm:prSet presAssocID="{881D328E-E1A4-48BC-BAD4-52C8FF6624C0}" presName="descendantText" presStyleLbl="alignAccFollowNode1" presStyleIdx="3" presStyleCnt="6">
        <dgm:presLayoutVars>
          <dgm:bulletEnabled val="1"/>
        </dgm:presLayoutVars>
      </dgm:prSet>
      <dgm:spPr/>
    </dgm:pt>
    <dgm:pt modelId="{067170D9-7DC0-4D26-8A3A-16FF8FA4F1D0}" type="pres">
      <dgm:prSet presAssocID="{EBDD1A4A-B0B6-4C81-8C55-14260271867E}" presName="sp" presStyleCnt="0"/>
      <dgm:spPr/>
    </dgm:pt>
    <dgm:pt modelId="{B12492B5-E983-41B0-9979-DDCCF1531A33}" type="pres">
      <dgm:prSet presAssocID="{F4DA31D0-238D-42CD-944D-9C6473C7EC61}" presName="linNode" presStyleCnt="0"/>
      <dgm:spPr/>
    </dgm:pt>
    <dgm:pt modelId="{FBF1C4C2-A749-4F26-BA41-6CA6741266DF}" type="pres">
      <dgm:prSet presAssocID="{F4DA31D0-238D-42CD-944D-9C6473C7EC61}" presName="parentText" presStyleLbl="node1" presStyleIdx="4" presStyleCnt="6">
        <dgm:presLayoutVars>
          <dgm:chMax val="1"/>
          <dgm:bulletEnabled val="1"/>
        </dgm:presLayoutVars>
      </dgm:prSet>
      <dgm:spPr/>
    </dgm:pt>
    <dgm:pt modelId="{28F66401-B927-4C5E-B16C-1AD04CB54BC9}" type="pres">
      <dgm:prSet presAssocID="{F4DA31D0-238D-42CD-944D-9C6473C7EC61}" presName="descendantText" presStyleLbl="alignAccFollowNode1" presStyleIdx="4" presStyleCnt="6">
        <dgm:presLayoutVars>
          <dgm:bulletEnabled val="1"/>
        </dgm:presLayoutVars>
      </dgm:prSet>
      <dgm:spPr/>
    </dgm:pt>
    <dgm:pt modelId="{7E481327-9221-4A3E-A371-839366FC8764}" type="pres">
      <dgm:prSet presAssocID="{FD39896F-4B45-45EB-9C94-C84E01D33E76}" presName="sp" presStyleCnt="0"/>
      <dgm:spPr/>
    </dgm:pt>
    <dgm:pt modelId="{7E06292F-60B0-4E28-B87B-7469F1AD0779}" type="pres">
      <dgm:prSet presAssocID="{9379BB67-0F1E-41A8-91CB-DA1AEA2D55CA}" presName="linNode" presStyleCnt="0"/>
      <dgm:spPr/>
    </dgm:pt>
    <dgm:pt modelId="{3E9250CE-950D-4F52-925F-01DD5D07223D}" type="pres">
      <dgm:prSet presAssocID="{9379BB67-0F1E-41A8-91CB-DA1AEA2D55CA}" presName="parentText" presStyleLbl="node1" presStyleIdx="5" presStyleCnt="6">
        <dgm:presLayoutVars>
          <dgm:chMax val="1"/>
          <dgm:bulletEnabled val="1"/>
        </dgm:presLayoutVars>
      </dgm:prSet>
      <dgm:spPr/>
    </dgm:pt>
    <dgm:pt modelId="{C8505729-8429-4D20-A348-BFDB5887A9B9}" type="pres">
      <dgm:prSet presAssocID="{9379BB67-0F1E-41A8-91CB-DA1AEA2D55CA}" presName="descendantText" presStyleLbl="alignAccFollowNode1" presStyleIdx="5" presStyleCnt="6">
        <dgm:presLayoutVars>
          <dgm:bulletEnabled val="1"/>
        </dgm:presLayoutVars>
      </dgm:prSet>
      <dgm:spPr/>
    </dgm:pt>
  </dgm:ptLst>
  <dgm:cxnLst>
    <dgm:cxn modelId="{F9AD720B-8753-4805-ABCE-7202A9328691}" type="presOf" srcId="{881D328E-E1A4-48BC-BAD4-52C8FF6624C0}" destId="{CA36C480-13F6-4E9E-8800-C6957E51F2AB}" srcOrd="0" destOrd="0" presId="urn:microsoft.com/office/officeart/2005/8/layout/vList5"/>
    <dgm:cxn modelId="{E14BCB1D-CC1A-4AD5-BA39-FECE7ABC179C}" type="presOf" srcId="{1CC7B64D-5296-49C7-B173-798B08CC83AF}" destId="{28F66401-B927-4C5E-B16C-1AD04CB54BC9}" srcOrd="0" destOrd="0" presId="urn:microsoft.com/office/officeart/2005/8/layout/vList5"/>
    <dgm:cxn modelId="{D6E67125-70E3-4766-8E73-DC6D742156A0}" srcId="{79390D99-7285-49C9-8C07-64E016331EBB}" destId="{3A8A858B-2ACC-4FDA-9C51-8C5E623D795A}" srcOrd="1" destOrd="0" parTransId="{D37FF89B-A218-4230-8B14-246934066389}" sibTransId="{4490D55B-0629-4729-BCBF-3F81F2F2A536}"/>
    <dgm:cxn modelId="{5516BC28-0514-4B69-9C45-B59BED2931FA}" type="presOf" srcId="{BE39F5E6-F060-4ADA-B725-CC42E6FB2E73}" destId="{C162A556-D744-4D13-9DCD-76520E3A36C7}" srcOrd="0" destOrd="0" presId="urn:microsoft.com/office/officeart/2005/8/layout/vList5"/>
    <dgm:cxn modelId="{5C1F1D29-FFDF-4FA9-B973-FB8EA95D329F}" type="presOf" srcId="{088C6011-6878-4BAB-8073-E58D3A5EEA82}" destId="{C8505729-8429-4D20-A348-BFDB5887A9B9}" srcOrd="0" destOrd="0" presId="urn:microsoft.com/office/officeart/2005/8/layout/vList5"/>
    <dgm:cxn modelId="{7E1EC033-05A3-42C7-8AE9-6F7202DFE1CB}" srcId="{27E03347-B3A1-427E-92AF-CED5149A643E}" destId="{88630175-38BA-4476-BEFC-7ECFA8D171DC}" srcOrd="1" destOrd="0" parTransId="{A31F4B8D-B612-4FF6-B51B-92A4DB1BC105}" sibTransId="{4327D61A-97C7-4F28-916F-B9527343FD3E}"/>
    <dgm:cxn modelId="{E5422C3A-E49B-4039-B486-CCAF414E38AD}" srcId="{79390D99-7285-49C9-8C07-64E016331EBB}" destId="{F4DA31D0-238D-42CD-944D-9C6473C7EC61}" srcOrd="4" destOrd="0" parTransId="{364083F6-E367-49D9-ACF6-1A14441FE091}" sibTransId="{FD39896F-4B45-45EB-9C94-C84E01D33E76}"/>
    <dgm:cxn modelId="{8022823E-58F2-46D7-81D7-08ABC33D181E}" srcId="{79390D99-7285-49C9-8C07-64E016331EBB}" destId="{94BF01A3-8291-43A4-A766-E4A687475042}" srcOrd="2" destOrd="0" parTransId="{8B21B854-B2BF-47C5-9AEE-A9977F270EE9}" sibTransId="{F1C6F8BB-96A9-4EB4-81A6-EA3F14E00ED9}"/>
    <dgm:cxn modelId="{24AD8443-9AAF-47D0-9FF4-8A708986606C}" type="presOf" srcId="{9588FF81-2555-47B6-966A-09C8EC2C2A5A}" destId="{1954F9EE-C354-4C05-880B-BE466D5B24C6}" srcOrd="0" destOrd="0" presId="urn:microsoft.com/office/officeart/2005/8/layout/vList5"/>
    <dgm:cxn modelId="{C1501348-0103-4342-8FDA-C82C1C0AC6E8}" srcId="{94BF01A3-8291-43A4-A766-E4A687475042}" destId="{494EF45E-1F8C-429A-9D3B-5DA1D6BEF750}" srcOrd="0" destOrd="0" parTransId="{21BE905D-2B60-4CDB-BF40-ECB9FEA30ADF}" sibTransId="{D051311A-AB54-4727-81ED-5FE484A3B4AC}"/>
    <dgm:cxn modelId="{79BBF655-A357-4B14-88D6-30F13CE13778}" srcId="{3A8A858B-2ACC-4FDA-9C51-8C5E623D795A}" destId="{9588FF81-2555-47B6-966A-09C8EC2C2A5A}" srcOrd="0" destOrd="0" parTransId="{0279F5BA-0356-4197-8D96-8E8CB03B0675}" sibTransId="{2B244173-15E6-4626-A75F-D6A7A29A2AC1}"/>
    <dgm:cxn modelId="{90343E61-2BF6-4C0D-9BD7-BB9BE4763811}" srcId="{27E03347-B3A1-427E-92AF-CED5149A643E}" destId="{4427AB24-72AE-418D-88DE-676F5CFDCE07}" srcOrd="0" destOrd="0" parTransId="{BABAFAD7-D0AC-4CE1-A5E1-A2AC059538AF}" sibTransId="{9AF117BB-40BB-4E83-B9E2-450F54D7E16A}"/>
    <dgm:cxn modelId="{A8C82962-C43C-4A9D-A117-E0F73F6A2362}" type="presOf" srcId="{494EF45E-1F8C-429A-9D3B-5DA1D6BEF750}" destId="{527E67D7-C4B0-411D-BED4-1AFE6EF9D9E6}" srcOrd="0" destOrd="0" presId="urn:microsoft.com/office/officeart/2005/8/layout/vList5"/>
    <dgm:cxn modelId="{BF83DA63-8FE8-42E0-81C2-B69D33C2FE56}" type="presOf" srcId="{9379BB67-0F1E-41A8-91CB-DA1AEA2D55CA}" destId="{3E9250CE-950D-4F52-925F-01DD5D07223D}" srcOrd="0" destOrd="0" presId="urn:microsoft.com/office/officeart/2005/8/layout/vList5"/>
    <dgm:cxn modelId="{40F2A864-2327-4D85-8BE5-58BD2A9A7AB5}" srcId="{F4DA31D0-238D-42CD-944D-9C6473C7EC61}" destId="{1CC7B64D-5296-49C7-B173-798B08CC83AF}" srcOrd="0" destOrd="0" parTransId="{33886939-FA97-4376-BA8E-0C231192A4D4}" sibTransId="{BCE48447-DB7E-4192-A919-5FA2B89DFDD4}"/>
    <dgm:cxn modelId="{AFF7596F-65D5-413A-A4D8-AD5DC3827C42}" type="presOf" srcId="{88630175-38BA-4476-BEFC-7ECFA8D171DC}" destId="{0E032C4A-B5A1-4EF1-B8CB-C173F8C6AC80}" srcOrd="0" destOrd="1" presId="urn:microsoft.com/office/officeart/2005/8/layout/vList5"/>
    <dgm:cxn modelId="{2ABE6486-5125-4DA8-84A1-7D9A992247FA}" srcId="{9379BB67-0F1E-41A8-91CB-DA1AEA2D55CA}" destId="{088C6011-6878-4BAB-8073-E58D3A5EEA82}" srcOrd="0" destOrd="0" parTransId="{71280AB4-D84E-4292-936A-323E8729AAD8}" sibTransId="{6A024857-107A-4332-B24B-5ADB34D49FEE}"/>
    <dgm:cxn modelId="{E7C3F28F-DDBD-4A84-8A17-596D544C48F4}" srcId="{881D328E-E1A4-48BC-BAD4-52C8FF6624C0}" destId="{74EABDF4-7A01-47F8-9DB9-CBA04E24D1FC}" srcOrd="1" destOrd="0" parTransId="{383E7A85-AFDA-4584-A9F8-CF733AA5CC77}" sibTransId="{16711B46-6E1D-4F56-A474-E965328EF6E3}"/>
    <dgm:cxn modelId="{A61787AC-69DC-4738-918C-689142CB3765}" type="presOf" srcId="{F4DA31D0-238D-42CD-944D-9C6473C7EC61}" destId="{FBF1C4C2-A749-4F26-BA41-6CA6741266DF}" srcOrd="0" destOrd="0" presId="urn:microsoft.com/office/officeart/2005/8/layout/vList5"/>
    <dgm:cxn modelId="{F2AB51B2-3193-445E-8593-453F7172F548}" srcId="{881D328E-E1A4-48BC-BAD4-52C8FF6624C0}" destId="{BE39F5E6-F060-4ADA-B725-CC42E6FB2E73}" srcOrd="0" destOrd="0" parTransId="{E86D1530-8BA8-4E94-9D70-8B85C7BE0C27}" sibTransId="{DDA6636C-7E1F-46BF-8455-05B6F2181887}"/>
    <dgm:cxn modelId="{3B19ABB2-0BF1-4E39-9774-CE0E27C6F1F9}" srcId="{79390D99-7285-49C9-8C07-64E016331EBB}" destId="{9379BB67-0F1E-41A8-91CB-DA1AEA2D55CA}" srcOrd="5" destOrd="0" parTransId="{89567777-9C8C-406D-8C0D-B9F0067FF00C}" sibTransId="{21D23303-CD36-45C0-8E5A-FF685CCEE0CE}"/>
    <dgm:cxn modelId="{B38688C4-012E-4DF2-980E-7F4E3B63CDFD}" type="presOf" srcId="{3A8A858B-2ACC-4FDA-9C51-8C5E623D795A}" destId="{35F73E8C-89B3-4ADC-9DF1-8B16066FFBD7}" srcOrd="0" destOrd="0" presId="urn:microsoft.com/office/officeart/2005/8/layout/vList5"/>
    <dgm:cxn modelId="{F4ABA9C4-11C1-4249-AD2F-36D541DB0A08}" type="presOf" srcId="{79390D99-7285-49C9-8C07-64E016331EBB}" destId="{F38EBDFE-6A48-4AF7-A81A-54900363FD2A}" srcOrd="0" destOrd="0" presId="urn:microsoft.com/office/officeart/2005/8/layout/vList5"/>
    <dgm:cxn modelId="{A7806ECD-93B2-4AF8-8500-6C7230C4B5A1}" type="presOf" srcId="{94BF01A3-8291-43A4-A766-E4A687475042}" destId="{7EC51DA0-51DC-4878-96DD-F6262298A121}" srcOrd="0" destOrd="0" presId="urn:microsoft.com/office/officeart/2005/8/layout/vList5"/>
    <dgm:cxn modelId="{15B0C4D1-E9F1-46A9-8ADD-9102B555DBFE}" type="presOf" srcId="{27E03347-B3A1-427E-92AF-CED5149A643E}" destId="{89819077-4681-4198-BDCC-F594B171CCF0}" srcOrd="0" destOrd="0" presId="urn:microsoft.com/office/officeart/2005/8/layout/vList5"/>
    <dgm:cxn modelId="{90FE48D3-5421-499F-AACC-BE1780AE0002}" type="presOf" srcId="{4427AB24-72AE-418D-88DE-676F5CFDCE07}" destId="{0E032C4A-B5A1-4EF1-B8CB-C173F8C6AC80}" srcOrd="0" destOrd="0" presId="urn:microsoft.com/office/officeart/2005/8/layout/vList5"/>
    <dgm:cxn modelId="{EBE3C6DC-8846-495F-B107-3EC728A0169A}" type="presOf" srcId="{74EABDF4-7A01-47F8-9DB9-CBA04E24D1FC}" destId="{C162A556-D744-4D13-9DCD-76520E3A36C7}" srcOrd="0" destOrd="1" presId="urn:microsoft.com/office/officeart/2005/8/layout/vList5"/>
    <dgm:cxn modelId="{B15671EB-12BB-4B82-B2D6-891D959C3ED8}" srcId="{79390D99-7285-49C9-8C07-64E016331EBB}" destId="{27E03347-B3A1-427E-92AF-CED5149A643E}" srcOrd="0" destOrd="0" parTransId="{76DFB2EC-36F9-47AC-90F2-8CE94BA81711}" sibTransId="{A849F64C-9C2A-4DC2-B6E7-EEF353C9A474}"/>
    <dgm:cxn modelId="{E7649FFD-9AF0-4D9F-91ED-BA6756B5FE2F}" srcId="{79390D99-7285-49C9-8C07-64E016331EBB}" destId="{881D328E-E1A4-48BC-BAD4-52C8FF6624C0}" srcOrd="3" destOrd="0" parTransId="{D1941CA0-A866-45EC-B057-D85B9912C0CF}" sibTransId="{EBDD1A4A-B0B6-4C81-8C55-14260271867E}"/>
    <dgm:cxn modelId="{677558B8-7068-4193-8504-4AD0AF1B6375}" type="presParOf" srcId="{F38EBDFE-6A48-4AF7-A81A-54900363FD2A}" destId="{26D4C1E0-97A3-4C15-80A2-DA8DA2A46B56}" srcOrd="0" destOrd="0" presId="urn:microsoft.com/office/officeart/2005/8/layout/vList5"/>
    <dgm:cxn modelId="{4BFD5E63-DEA1-4033-81F7-B817FAB51350}" type="presParOf" srcId="{26D4C1E0-97A3-4C15-80A2-DA8DA2A46B56}" destId="{89819077-4681-4198-BDCC-F594B171CCF0}" srcOrd="0" destOrd="0" presId="urn:microsoft.com/office/officeart/2005/8/layout/vList5"/>
    <dgm:cxn modelId="{491EB3AA-C931-4BAC-AAE2-123BA10DF0A8}" type="presParOf" srcId="{26D4C1E0-97A3-4C15-80A2-DA8DA2A46B56}" destId="{0E032C4A-B5A1-4EF1-B8CB-C173F8C6AC80}" srcOrd="1" destOrd="0" presId="urn:microsoft.com/office/officeart/2005/8/layout/vList5"/>
    <dgm:cxn modelId="{F10542FA-EA23-42B9-A899-6A48F610EC50}" type="presParOf" srcId="{F38EBDFE-6A48-4AF7-A81A-54900363FD2A}" destId="{DE29F240-0CC5-44DA-8A3E-491461B62A61}" srcOrd="1" destOrd="0" presId="urn:microsoft.com/office/officeart/2005/8/layout/vList5"/>
    <dgm:cxn modelId="{CA33B25E-383D-4932-81C1-68D4C74625CB}" type="presParOf" srcId="{F38EBDFE-6A48-4AF7-A81A-54900363FD2A}" destId="{7CA07E6C-3144-4776-818E-6DA904C30B01}" srcOrd="2" destOrd="0" presId="urn:microsoft.com/office/officeart/2005/8/layout/vList5"/>
    <dgm:cxn modelId="{C82D5EE3-F808-47DD-BF94-CD0AC764E42A}" type="presParOf" srcId="{7CA07E6C-3144-4776-818E-6DA904C30B01}" destId="{35F73E8C-89B3-4ADC-9DF1-8B16066FFBD7}" srcOrd="0" destOrd="0" presId="urn:microsoft.com/office/officeart/2005/8/layout/vList5"/>
    <dgm:cxn modelId="{95E22937-4C2D-4352-A9EB-16F21C4D4331}" type="presParOf" srcId="{7CA07E6C-3144-4776-818E-6DA904C30B01}" destId="{1954F9EE-C354-4C05-880B-BE466D5B24C6}" srcOrd="1" destOrd="0" presId="urn:microsoft.com/office/officeart/2005/8/layout/vList5"/>
    <dgm:cxn modelId="{B2878019-974B-45B7-826E-07D1F32C8386}" type="presParOf" srcId="{F38EBDFE-6A48-4AF7-A81A-54900363FD2A}" destId="{C6876C77-8F73-42CB-9D28-B3916AC3F362}" srcOrd="3" destOrd="0" presId="urn:microsoft.com/office/officeart/2005/8/layout/vList5"/>
    <dgm:cxn modelId="{B9987E48-7E93-4F8E-A6A8-2FE34569652A}" type="presParOf" srcId="{F38EBDFE-6A48-4AF7-A81A-54900363FD2A}" destId="{20936637-164D-43D4-A6B9-B95580E45DE4}" srcOrd="4" destOrd="0" presId="urn:microsoft.com/office/officeart/2005/8/layout/vList5"/>
    <dgm:cxn modelId="{500B49D2-1E12-4D6C-ADA4-A829A41C556F}" type="presParOf" srcId="{20936637-164D-43D4-A6B9-B95580E45DE4}" destId="{7EC51DA0-51DC-4878-96DD-F6262298A121}" srcOrd="0" destOrd="0" presId="urn:microsoft.com/office/officeart/2005/8/layout/vList5"/>
    <dgm:cxn modelId="{4B9F425E-4A48-49EE-A4E2-BD5A2194D6F1}" type="presParOf" srcId="{20936637-164D-43D4-A6B9-B95580E45DE4}" destId="{527E67D7-C4B0-411D-BED4-1AFE6EF9D9E6}" srcOrd="1" destOrd="0" presId="urn:microsoft.com/office/officeart/2005/8/layout/vList5"/>
    <dgm:cxn modelId="{A890FB93-A368-4855-8807-654BD2F725FE}" type="presParOf" srcId="{F38EBDFE-6A48-4AF7-A81A-54900363FD2A}" destId="{2774475E-F37A-4BBF-80B7-5D90599B5C52}" srcOrd="5" destOrd="0" presId="urn:microsoft.com/office/officeart/2005/8/layout/vList5"/>
    <dgm:cxn modelId="{D67786E5-4F33-4320-B850-5453CA39408C}" type="presParOf" srcId="{F38EBDFE-6A48-4AF7-A81A-54900363FD2A}" destId="{78C0821F-AD1E-4499-B16E-D0DBF00E1B6C}" srcOrd="6" destOrd="0" presId="urn:microsoft.com/office/officeart/2005/8/layout/vList5"/>
    <dgm:cxn modelId="{C1601C07-752F-44CE-B718-704A83429961}" type="presParOf" srcId="{78C0821F-AD1E-4499-B16E-D0DBF00E1B6C}" destId="{CA36C480-13F6-4E9E-8800-C6957E51F2AB}" srcOrd="0" destOrd="0" presId="urn:microsoft.com/office/officeart/2005/8/layout/vList5"/>
    <dgm:cxn modelId="{CD8CB76B-E680-4507-95C8-D74D680CB38C}" type="presParOf" srcId="{78C0821F-AD1E-4499-B16E-D0DBF00E1B6C}" destId="{C162A556-D744-4D13-9DCD-76520E3A36C7}" srcOrd="1" destOrd="0" presId="urn:microsoft.com/office/officeart/2005/8/layout/vList5"/>
    <dgm:cxn modelId="{85BDBAD8-0741-4444-87B5-89805F0FE7CC}" type="presParOf" srcId="{F38EBDFE-6A48-4AF7-A81A-54900363FD2A}" destId="{067170D9-7DC0-4D26-8A3A-16FF8FA4F1D0}" srcOrd="7" destOrd="0" presId="urn:microsoft.com/office/officeart/2005/8/layout/vList5"/>
    <dgm:cxn modelId="{17F35E8A-E95C-4C2F-9C1D-7B12B819559F}" type="presParOf" srcId="{F38EBDFE-6A48-4AF7-A81A-54900363FD2A}" destId="{B12492B5-E983-41B0-9979-DDCCF1531A33}" srcOrd="8" destOrd="0" presId="urn:microsoft.com/office/officeart/2005/8/layout/vList5"/>
    <dgm:cxn modelId="{E0DD6C63-10B5-4494-BB97-5C608638ABCD}" type="presParOf" srcId="{B12492B5-E983-41B0-9979-DDCCF1531A33}" destId="{FBF1C4C2-A749-4F26-BA41-6CA6741266DF}" srcOrd="0" destOrd="0" presId="urn:microsoft.com/office/officeart/2005/8/layout/vList5"/>
    <dgm:cxn modelId="{391DE551-AC14-4AF3-B251-94EEB85034CB}" type="presParOf" srcId="{B12492B5-E983-41B0-9979-DDCCF1531A33}" destId="{28F66401-B927-4C5E-B16C-1AD04CB54BC9}" srcOrd="1" destOrd="0" presId="urn:microsoft.com/office/officeart/2005/8/layout/vList5"/>
    <dgm:cxn modelId="{B6529062-2EEB-4736-A768-821C8D26F7D0}" type="presParOf" srcId="{F38EBDFE-6A48-4AF7-A81A-54900363FD2A}" destId="{7E481327-9221-4A3E-A371-839366FC8764}" srcOrd="9" destOrd="0" presId="urn:microsoft.com/office/officeart/2005/8/layout/vList5"/>
    <dgm:cxn modelId="{A7342CC0-8700-408E-A074-9EE3C2EB3E2F}" type="presParOf" srcId="{F38EBDFE-6A48-4AF7-A81A-54900363FD2A}" destId="{7E06292F-60B0-4E28-B87B-7469F1AD0779}" srcOrd="10" destOrd="0" presId="urn:microsoft.com/office/officeart/2005/8/layout/vList5"/>
    <dgm:cxn modelId="{23686D7C-856A-4845-BC7B-589A05D6E33D}" type="presParOf" srcId="{7E06292F-60B0-4E28-B87B-7469F1AD0779}" destId="{3E9250CE-950D-4F52-925F-01DD5D07223D}" srcOrd="0" destOrd="0" presId="urn:microsoft.com/office/officeart/2005/8/layout/vList5"/>
    <dgm:cxn modelId="{E477D4F0-08CA-46D6-971C-36C7999DBFC5}" type="presParOf" srcId="{7E06292F-60B0-4E28-B87B-7469F1AD0779}" destId="{C8505729-8429-4D20-A348-BFDB5887A9B9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9861C1-DC50-43A1-8231-0D0170F1A132}">
      <dsp:nvSpPr>
        <dsp:cNvPr id="0" name=""/>
        <dsp:cNvSpPr/>
      </dsp:nvSpPr>
      <dsp:spPr>
        <a:xfrm>
          <a:off x="0" y="213814"/>
          <a:ext cx="11586647" cy="105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9253" tIns="291592" rIns="899253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kern="1200">
              <a:latin typeface="Calibri"/>
              <a:ea typeface="Calibri"/>
              <a:cs typeface="Calibri"/>
            </a:rPr>
            <a:t>Level 3 - High detail + reflections and shadows:</a:t>
          </a:r>
          <a:r>
            <a:rPr lang="en-US" sz="1400" kern="1200">
              <a:latin typeface="Calibri"/>
              <a:ea typeface="Calibri"/>
              <a:cs typeface="Calibri"/>
            </a:rPr>
            <a:t> </a:t>
          </a:r>
          <a:r>
            <a:rPr lang="en-US" sz="1400" b="0" kern="1200">
              <a:latin typeface="Calibri"/>
              <a:ea typeface="Calibri"/>
              <a:cs typeface="Calibri"/>
            </a:rPr>
            <a:t>+37.42 utils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kern="1200">
              <a:latin typeface="Calibri"/>
              <a:ea typeface="Calibri"/>
              <a:cs typeface="Calibri"/>
            </a:rPr>
            <a:t>Level 2 - High detail + lighting realism:</a:t>
          </a:r>
          <a:r>
            <a:rPr lang="en-US" sz="1400" kern="1200">
              <a:latin typeface="Calibri"/>
              <a:ea typeface="Calibri"/>
              <a:cs typeface="Calibri"/>
            </a:rPr>
            <a:t> </a:t>
          </a:r>
          <a:r>
            <a:rPr lang="en-US" sz="1400" b="0" kern="1200">
              <a:latin typeface="Calibri"/>
              <a:ea typeface="Calibri"/>
              <a:cs typeface="Calibri"/>
            </a:rPr>
            <a:t>-36.88 utils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kern="1200">
              <a:latin typeface="Calibri"/>
              <a:ea typeface="Calibri"/>
              <a:cs typeface="Calibri"/>
            </a:rPr>
            <a:t>Level 1 - Basic 3D overlay level:</a:t>
          </a:r>
          <a:r>
            <a:rPr lang="en-US" sz="1400" kern="1200">
              <a:latin typeface="Calibri"/>
              <a:ea typeface="Calibri"/>
              <a:cs typeface="Calibri"/>
            </a:rPr>
            <a:t> </a:t>
          </a:r>
          <a:r>
            <a:rPr lang="en-US" sz="1400" b="0" kern="1200">
              <a:latin typeface="Calibri"/>
              <a:ea typeface="Calibri"/>
              <a:cs typeface="Calibri"/>
            </a:rPr>
            <a:t>-0.54 utils</a:t>
          </a:r>
        </a:p>
      </dsp:txBody>
      <dsp:txXfrm>
        <a:off x="0" y="213814"/>
        <a:ext cx="11586647" cy="1058400"/>
      </dsp:txXfrm>
    </dsp:sp>
    <dsp:sp modelId="{3D7CEE8B-0E50-4CAF-9AAA-639F10E99A99}">
      <dsp:nvSpPr>
        <dsp:cNvPr id="0" name=""/>
        <dsp:cNvSpPr/>
      </dsp:nvSpPr>
      <dsp:spPr>
        <a:xfrm>
          <a:off x="579332" y="7174"/>
          <a:ext cx="8110652" cy="4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6563" tIns="0" rIns="306563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latin typeface="Calibri"/>
              <a:ea typeface="Calibri"/>
              <a:cs typeface="Calibri"/>
            </a:rPr>
            <a:t>XR Realism:</a:t>
          </a:r>
          <a:endParaRPr lang="en-US" sz="1400" kern="1200">
            <a:latin typeface="Calibri"/>
            <a:ea typeface="Calibri"/>
            <a:cs typeface="Calibri"/>
          </a:endParaRPr>
        </a:p>
      </dsp:txBody>
      <dsp:txXfrm>
        <a:off x="599507" y="27349"/>
        <a:ext cx="8070302" cy="372930"/>
      </dsp:txXfrm>
    </dsp:sp>
    <dsp:sp modelId="{28AFC21A-DB60-449F-A4FE-5AF955B0CF9C}">
      <dsp:nvSpPr>
        <dsp:cNvPr id="0" name=""/>
        <dsp:cNvSpPr/>
      </dsp:nvSpPr>
      <dsp:spPr>
        <a:xfrm>
          <a:off x="0" y="1554454"/>
          <a:ext cx="11586647" cy="8158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9253" tIns="291592" rIns="899253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latin typeface="Calibri"/>
              <a:ea typeface="Calibri"/>
              <a:cs typeface="Calibri"/>
            </a:rPr>
            <a:t>Only the </a:t>
          </a:r>
          <a:r>
            <a:rPr lang="en-US" sz="1400" b="1" kern="1200">
              <a:latin typeface="Calibri"/>
              <a:ea typeface="Calibri"/>
              <a:cs typeface="Calibri"/>
            </a:rPr>
            <a:t>highest-realism content </a:t>
          </a:r>
          <a:r>
            <a:rPr lang="en-US" sz="1400" kern="1200">
              <a:latin typeface="Calibri"/>
              <a:ea typeface="Calibri"/>
              <a:cs typeface="Calibri"/>
            </a:rPr>
            <a:t>delivers clearly positive value.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latin typeface="Calibri"/>
              <a:ea typeface="Calibri"/>
              <a:cs typeface="Calibri"/>
            </a:rPr>
            <a:t>Mid-level realism and basic overlays sit at or below zero, behaving like “good enough but not exciting” status quo.</a:t>
          </a:r>
        </a:p>
      </dsp:txBody>
      <dsp:txXfrm>
        <a:off x="0" y="1554454"/>
        <a:ext cx="11586647" cy="815850"/>
      </dsp:txXfrm>
    </dsp:sp>
    <dsp:sp modelId="{B85655BE-D79E-40FD-945F-623EB669C016}">
      <dsp:nvSpPr>
        <dsp:cNvPr id="0" name=""/>
        <dsp:cNvSpPr/>
      </dsp:nvSpPr>
      <dsp:spPr>
        <a:xfrm>
          <a:off x="579332" y="1347814"/>
          <a:ext cx="8110652" cy="4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6563" tIns="0" rIns="306563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latin typeface="Calibri"/>
              <a:ea typeface="Calibri"/>
              <a:cs typeface="Calibri"/>
            </a:rPr>
            <a:t>Interpretation:</a:t>
          </a:r>
          <a:endParaRPr lang="en-US" sz="1400" kern="1200">
            <a:latin typeface="Calibri"/>
            <a:ea typeface="Calibri"/>
            <a:cs typeface="Calibri"/>
          </a:endParaRPr>
        </a:p>
      </dsp:txBody>
      <dsp:txXfrm>
        <a:off x="599507" y="1367989"/>
        <a:ext cx="8070302" cy="372930"/>
      </dsp:txXfrm>
    </dsp:sp>
    <dsp:sp modelId="{7197B352-4DE8-4824-B0BC-6B5470B464F3}">
      <dsp:nvSpPr>
        <dsp:cNvPr id="0" name=""/>
        <dsp:cNvSpPr/>
      </dsp:nvSpPr>
      <dsp:spPr>
        <a:xfrm>
          <a:off x="0" y="2652544"/>
          <a:ext cx="11586647" cy="8158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9253" tIns="291592" rIns="899253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>
              <a:latin typeface="Calibri"/>
              <a:ea typeface="Calibri"/>
              <a:cs typeface="Calibri"/>
            </a:rPr>
            <a:t>Showroom + at home:</a:t>
          </a:r>
          <a:r>
            <a:rPr lang="en-US" sz="1400" kern="1200">
              <a:latin typeface="Calibri"/>
              <a:ea typeface="Calibri"/>
              <a:cs typeface="Calibri"/>
            </a:rPr>
            <a:t> </a:t>
          </a:r>
          <a:r>
            <a:rPr lang="en-US" sz="1400" b="1" kern="1200">
              <a:latin typeface="Calibri"/>
              <a:ea typeface="Calibri"/>
              <a:cs typeface="Calibri"/>
            </a:rPr>
            <a:t>+32.24 utils</a:t>
          </a:r>
          <a:endParaRPr lang="en-US" sz="1400" kern="1200">
            <a:latin typeface="Calibri"/>
            <a:ea typeface="Calibri"/>
            <a:cs typeface="Calibri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>
              <a:latin typeface="Calibri"/>
              <a:ea typeface="Calibri"/>
              <a:cs typeface="Calibri"/>
            </a:rPr>
            <a:t>Showroom only:</a:t>
          </a:r>
          <a:r>
            <a:rPr lang="en-US" sz="1400" kern="1200">
              <a:latin typeface="Calibri"/>
              <a:ea typeface="Calibri"/>
              <a:cs typeface="Calibri"/>
            </a:rPr>
            <a:t> </a:t>
          </a:r>
          <a:r>
            <a:rPr lang="en-US" sz="1400" b="1" kern="1200">
              <a:latin typeface="Calibri"/>
              <a:ea typeface="Calibri"/>
              <a:cs typeface="Calibri"/>
            </a:rPr>
            <a:t>-32.24 utils</a:t>
          </a:r>
          <a:endParaRPr lang="en-US" sz="1400" kern="1200">
            <a:latin typeface="Calibri"/>
            <a:ea typeface="Calibri"/>
            <a:cs typeface="Calibri"/>
          </a:endParaRPr>
        </a:p>
      </dsp:txBody>
      <dsp:txXfrm>
        <a:off x="0" y="2652544"/>
        <a:ext cx="11586647" cy="815850"/>
      </dsp:txXfrm>
    </dsp:sp>
    <dsp:sp modelId="{2CB8C567-85CD-4686-9B09-873B987B3C5E}">
      <dsp:nvSpPr>
        <dsp:cNvPr id="0" name=""/>
        <dsp:cNvSpPr/>
      </dsp:nvSpPr>
      <dsp:spPr>
        <a:xfrm>
          <a:off x="579332" y="2445904"/>
          <a:ext cx="8110652" cy="4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6563" tIns="0" rIns="306563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latin typeface="Calibri"/>
              <a:ea typeface="Calibri"/>
              <a:cs typeface="Calibri"/>
            </a:rPr>
            <a:t>Where you can use it:</a:t>
          </a:r>
          <a:endParaRPr lang="en-US" sz="1400" kern="1200">
            <a:latin typeface="Calibri"/>
            <a:ea typeface="Calibri"/>
            <a:cs typeface="Calibri"/>
          </a:endParaRPr>
        </a:p>
      </dsp:txBody>
      <dsp:txXfrm>
        <a:off x="599507" y="2466079"/>
        <a:ext cx="8070302" cy="372930"/>
      </dsp:txXfrm>
    </dsp:sp>
    <dsp:sp modelId="{AA472D83-7A35-450D-B6C7-7287A740EAD7}">
      <dsp:nvSpPr>
        <dsp:cNvPr id="0" name=""/>
        <dsp:cNvSpPr/>
      </dsp:nvSpPr>
      <dsp:spPr>
        <a:xfrm>
          <a:off x="0" y="3750634"/>
          <a:ext cx="11586647" cy="8158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9253" tIns="291592" rIns="899253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latin typeface="Calibri"/>
              <a:ea typeface="Calibri"/>
              <a:cs typeface="Calibri"/>
            </a:rPr>
            <a:t>Experiences locked to a </a:t>
          </a:r>
          <a:r>
            <a:rPr lang="en-US" sz="1400" b="1" kern="1200">
              <a:latin typeface="Calibri"/>
              <a:ea typeface="Calibri"/>
              <a:cs typeface="Calibri"/>
            </a:rPr>
            <a:t>single showroom location</a:t>
          </a:r>
          <a:r>
            <a:rPr lang="en-US" sz="1400" kern="1200">
              <a:latin typeface="Calibri"/>
              <a:ea typeface="Calibri"/>
              <a:cs typeface="Calibri"/>
            </a:rPr>
            <a:t> have strong negative utility.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latin typeface="Calibri"/>
              <a:ea typeface="Calibri"/>
              <a:cs typeface="Calibri"/>
            </a:rPr>
            <a:t>Users clearly prefer XR that </a:t>
          </a:r>
          <a:r>
            <a:rPr lang="en-US" sz="1400" b="1" kern="1200">
              <a:latin typeface="Calibri"/>
              <a:ea typeface="Calibri"/>
              <a:cs typeface="Calibri"/>
            </a:rPr>
            <a:t>follows them home</a:t>
          </a:r>
          <a:r>
            <a:rPr lang="en-US" sz="1400" kern="1200">
              <a:latin typeface="Calibri"/>
              <a:ea typeface="Calibri"/>
              <a:cs typeface="Calibri"/>
            </a:rPr>
            <a:t> and extends the value of the demo.</a:t>
          </a:r>
        </a:p>
      </dsp:txBody>
      <dsp:txXfrm>
        <a:off x="0" y="3750634"/>
        <a:ext cx="11586647" cy="815850"/>
      </dsp:txXfrm>
    </dsp:sp>
    <dsp:sp modelId="{8E900084-C618-4E49-823C-B50E22E1AD5F}">
      <dsp:nvSpPr>
        <dsp:cNvPr id="0" name=""/>
        <dsp:cNvSpPr/>
      </dsp:nvSpPr>
      <dsp:spPr>
        <a:xfrm>
          <a:off x="579332" y="3543994"/>
          <a:ext cx="8110652" cy="4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6563" tIns="0" rIns="306563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latin typeface="Calibri"/>
              <a:ea typeface="Calibri"/>
              <a:cs typeface="Calibri"/>
            </a:rPr>
            <a:t>Interpretation:</a:t>
          </a:r>
          <a:endParaRPr lang="en-US" sz="1400" kern="1200">
            <a:latin typeface="Calibri"/>
            <a:ea typeface="Calibri"/>
            <a:cs typeface="Calibri"/>
          </a:endParaRPr>
        </a:p>
      </dsp:txBody>
      <dsp:txXfrm>
        <a:off x="599507" y="3564169"/>
        <a:ext cx="8070302" cy="3729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353964-8ED7-EB44-8209-74E8806D79A0}">
      <dsp:nvSpPr>
        <dsp:cNvPr id="0" name=""/>
        <dsp:cNvSpPr/>
      </dsp:nvSpPr>
      <dsp:spPr>
        <a:xfrm>
          <a:off x="3643694" y="2066299"/>
          <a:ext cx="216734" cy="16905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90527"/>
              </a:lnTo>
              <a:lnTo>
                <a:pt x="216734" y="1690527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723AAE-B6C6-2F47-8093-4C715C4FBD07}">
      <dsp:nvSpPr>
        <dsp:cNvPr id="0" name=""/>
        <dsp:cNvSpPr/>
      </dsp:nvSpPr>
      <dsp:spPr>
        <a:xfrm>
          <a:off x="3643694" y="2066299"/>
          <a:ext cx="216734" cy="6646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4651"/>
              </a:lnTo>
              <a:lnTo>
                <a:pt x="216734" y="66465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A25C3F-7248-2C41-AE5F-527287328C77}">
      <dsp:nvSpPr>
        <dsp:cNvPr id="0" name=""/>
        <dsp:cNvSpPr/>
      </dsp:nvSpPr>
      <dsp:spPr>
        <a:xfrm>
          <a:off x="2473329" y="1040423"/>
          <a:ext cx="1748322" cy="3034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1713"/>
              </a:lnTo>
              <a:lnTo>
                <a:pt x="1748322" y="151713"/>
              </a:lnTo>
              <a:lnTo>
                <a:pt x="1748322" y="30342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867682-FE38-5E4A-AFE6-228044370620}">
      <dsp:nvSpPr>
        <dsp:cNvPr id="0" name=""/>
        <dsp:cNvSpPr/>
      </dsp:nvSpPr>
      <dsp:spPr>
        <a:xfrm>
          <a:off x="1895371" y="2066299"/>
          <a:ext cx="216734" cy="16905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90527"/>
              </a:lnTo>
              <a:lnTo>
                <a:pt x="216734" y="1690527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EDAC7B-56D4-DE4B-B009-311722E8237C}">
      <dsp:nvSpPr>
        <dsp:cNvPr id="0" name=""/>
        <dsp:cNvSpPr/>
      </dsp:nvSpPr>
      <dsp:spPr>
        <a:xfrm>
          <a:off x="1895371" y="2066299"/>
          <a:ext cx="216734" cy="6646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4651"/>
              </a:lnTo>
              <a:lnTo>
                <a:pt x="216734" y="66465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1EF278-CB22-0A4C-B1DD-075C1B5F59BD}">
      <dsp:nvSpPr>
        <dsp:cNvPr id="0" name=""/>
        <dsp:cNvSpPr/>
      </dsp:nvSpPr>
      <dsp:spPr>
        <a:xfrm>
          <a:off x="2427609" y="1040423"/>
          <a:ext cx="91440" cy="30342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0342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02B9B6-7816-3B4D-9519-2748354E2E89}">
      <dsp:nvSpPr>
        <dsp:cNvPr id="0" name=""/>
        <dsp:cNvSpPr/>
      </dsp:nvSpPr>
      <dsp:spPr>
        <a:xfrm>
          <a:off x="147048" y="2066299"/>
          <a:ext cx="216734" cy="16905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90527"/>
              </a:lnTo>
              <a:lnTo>
                <a:pt x="216734" y="1690527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59CE90-9853-F847-A955-4CE38F30E4AB}">
      <dsp:nvSpPr>
        <dsp:cNvPr id="0" name=""/>
        <dsp:cNvSpPr/>
      </dsp:nvSpPr>
      <dsp:spPr>
        <a:xfrm>
          <a:off x="147048" y="2066299"/>
          <a:ext cx="216734" cy="6646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4651"/>
              </a:lnTo>
              <a:lnTo>
                <a:pt x="216734" y="66465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2D14C6-AD1E-594E-A499-E7DADEDF4FAA}">
      <dsp:nvSpPr>
        <dsp:cNvPr id="0" name=""/>
        <dsp:cNvSpPr/>
      </dsp:nvSpPr>
      <dsp:spPr>
        <a:xfrm>
          <a:off x="725006" y="1040423"/>
          <a:ext cx="1748322" cy="303427"/>
        </a:xfrm>
        <a:custGeom>
          <a:avLst/>
          <a:gdLst/>
          <a:ahLst/>
          <a:cxnLst/>
          <a:rect l="0" t="0" r="0" b="0"/>
          <a:pathLst>
            <a:path>
              <a:moveTo>
                <a:pt x="1748322" y="0"/>
              </a:moveTo>
              <a:lnTo>
                <a:pt x="1748322" y="151713"/>
              </a:lnTo>
              <a:lnTo>
                <a:pt x="0" y="151713"/>
              </a:lnTo>
              <a:lnTo>
                <a:pt x="0" y="30342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5AA742-399A-6041-8BF6-500FBCFAF978}">
      <dsp:nvSpPr>
        <dsp:cNvPr id="0" name=""/>
        <dsp:cNvSpPr/>
      </dsp:nvSpPr>
      <dsp:spPr>
        <a:xfrm>
          <a:off x="1750882" y="317976"/>
          <a:ext cx="1444894" cy="72244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>
              <a:latin typeface="Calibri" panose="020F0502020204030204" pitchFamily="34" charset="0"/>
              <a:cs typeface="Calibri" panose="020F0502020204030204" pitchFamily="34" charset="0"/>
            </a:rPr>
            <a:t>AutoXR</a:t>
          </a:r>
        </a:p>
      </dsp:txBody>
      <dsp:txXfrm>
        <a:off x="1750882" y="317976"/>
        <a:ext cx="1444894" cy="722447"/>
      </dsp:txXfrm>
    </dsp:sp>
    <dsp:sp modelId="{3E648E5B-813D-D143-88A4-B86AC8FDE510}">
      <dsp:nvSpPr>
        <dsp:cNvPr id="0" name=""/>
        <dsp:cNvSpPr/>
      </dsp:nvSpPr>
      <dsp:spPr>
        <a:xfrm>
          <a:off x="2559" y="1343851"/>
          <a:ext cx="1444894" cy="72244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>
              <a:latin typeface="Calibri" panose="020F0502020204030204" pitchFamily="34" charset="0"/>
              <a:cs typeface="Calibri" panose="020F0502020204030204" pitchFamily="34" charset="0"/>
            </a:rPr>
            <a:t>Primary Segment</a:t>
          </a:r>
        </a:p>
      </dsp:txBody>
      <dsp:txXfrm>
        <a:off x="2559" y="1343851"/>
        <a:ext cx="1444894" cy="722447"/>
      </dsp:txXfrm>
    </dsp:sp>
    <dsp:sp modelId="{5ECFB4D8-D4A7-0048-94C0-A663B80A1A09}">
      <dsp:nvSpPr>
        <dsp:cNvPr id="0" name=""/>
        <dsp:cNvSpPr/>
      </dsp:nvSpPr>
      <dsp:spPr>
        <a:xfrm>
          <a:off x="363783" y="2369726"/>
          <a:ext cx="1444894" cy="72244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>
              <a:latin typeface="Calibri" panose="020F0502020204030204" pitchFamily="34" charset="0"/>
              <a:cs typeface="Calibri" panose="020F0502020204030204" pitchFamily="34" charset="0"/>
            </a:rPr>
            <a:t>OEM dealerships</a:t>
          </a:r>
        </a:p>
      </dsp:txBody>
      <dsp:txXfrm>
        <a:off x="363783" y="2369726"/>
        <a:ext cx="1444894" cy="722447"/>
      </dsp:txXfrm>
    </dsp:sp>
    <dsp:sp modelId="{B1D68BAF-3B71-1C49-B38F-34B719484D92}">
      <dsp:nvSpPr>
        <dsp:cNvPr id="0" name=""/>
        <dsp:cNvSpPr/>
      </dsp:nvSpPr>
      <dsp:spPr>
        <a:xfrm>
          <a:off x="363783" y="3395602"/>
          <a:ext cx="1444894" cy="72244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>
              <a:latin typeface="Calibri" panose="020F0502020204030204" pitchFamily="34" charset="0"/>
              <a:cs typeface="Calibri" panose="020F0502020204030204" pitchFamily="34" charset="0"/>
            </a:rPr>
            <a:t>Large independent shops</a:t>
          </a:r>
        </a:p>
      </dsp:txBody>
      <dsp:txXfrm>
        <a:off x="363783" y="3395602"/>
        <a:ext cx="1444894" cy="722447"/>
      </dsp:txXfrm>
    </dsp:sp>
    <dsp:sp modelId="{B15128AA-FC43-5144-913D-8C626D41F1E4}">
      <dsp:nvSpPr>
        <dsp:cNvPr id="0" name=""/>
        <dsp:cNvSpPr/>
      </dsp:nvSpPr>
      <dsp:spPr>
        <a:xfrm>
          <a:off x="1750882" y="1343851"/>
          <a:ext cx="1444894" cy="72244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>
              <a:latin typeface="Calibri" panose="020F0502020204030204" pitchFamily="34" charset="0"/>
              <a:cs typeface="Calibri" panose="020F0502020204030204" pitchFamily="34" charset="0"/>
            </a:rPr>
            <a:t>Secondary Segment</a:t>
          </a:r>
        </a:p>
      </dsp:txBody>
      <dsp:txXfrm>
        <a:off x="1750882" y="1343851"/>
        <a:ext cx="1444894" cy="722447"/>
      </dsp:txXfrm>
    </dsp:sp>
    <dsp:sp modelId="{F6394F5C-1CBB-E145-9583-B6C19B9446A7}">
      <dsp:nvSpPr>
        <dsp:cNvPr id="0" name=""/>
        <dsp:cNvSpPr/>
      </dsp:nvSpPr>
      <dsp:spPr>
        <a:xfrm>
          <a:off x="2112105" y="2369726"/>
          <a:ext cx="1444894" cy="72244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>
              <a:latin typeface="Calibri" panose="020F0502020204030204" pitchFamily="34" charset="0"/>
              <a:cs typeface="Calibri" panose="020F0502020204030204" pitchFamily="34" charset="0"/>
            </a:rPr>
            <a:t>Training academies</a:t>
          </a:r>
        </a:p>
      </dsp:txBody>
      <dsp:txXfrm>
        <a:off x="2112105" y="2369726"/>
        <a:ext cx="1444894" cy="722447"/>
      </dsp:txXfrm>
    </dsp:sp>
    <dsp:sp modelId="{5A229B8B-D512-0348-8A08-062CEAF15F18}">
      <dsp:nvSpPr>
        <dsp:cNvPr id="0" name=""/>
        <dsp:cNvSpPr/>
      </dsp:nvSpPr>
      <dsp:spPr>
        <a:xfrm>
          <a:off x="2112105" y="3395602"/>
          <a:ext cx="1444894" cy="72244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>
              <a:latin typeface="Calibri" panose="020F0502020204030204" pitchFamily="34" charset="0"/>
              <a:cs typeface="Calibri" panose="020F0502020204030204" pitchFamily="34" charset="0"/>
            </a:rPr>
            <a:t>enthusiast communities</a:t>
          </a:r>
        </a:p>
      </dsp:txBody>
      <dsp:txXfrm>
        <a:off x="2112105" y="3395602"/>
        <a:ext cx="1444894" cy="722447"/>
      </dsp:txXfrm>
    </dsp:sp>
    <dsp:sp modelId="{6EB75296-751A-024A-A2B5-BA38E4970D20}">
      <dsp:nvSpPr>
        <dsp:cNvPr id="0" name=""/>
        <dsp:cNvSpPr/>
      </dsp:nvSpPr>
      <dsp:spPr>
        <a:xfrm>
          <a:off x="3499205" y="1343851"/>
          <a:ext cx="1444894" cy="72244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>
              <a:latin typeface="Calibri" panose="020F0502020204030204" pitchFamily="34" charset="0"/>
              <a:cs typeface="Calibri" panose="020F0502020204030204" pitchFamily="34" charset="0"/>
            </a:rPr>
            <a:t>Not in Focus now</a:t>
          </a:r>
        </a:p>
      </dsp:txBody>
      <dsp:txXfrm>
        <a:off x="3499205" y="1343851"/>
        <a:ext cx="1444894" cy="722447"/>
      </dsp:txXfrm>
    </dsp:sp>
    <dsp:sp modelId="{82D21A25-1660-9642-B492-B6FE39CA1DC3}">
      <dsp:nvSpPr>
        <dsp:cNvPr id="0" name=""/>
        <dsp:cNvSpPr/>
      </dsp:nvSpPr>
      <dsp:spPr>
        <a:xfrm>
          <a:off x="3860428" y="2369726"/>
          <a:ext cx="1444894" cy="72244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>
              <a:latin typeface="Calibri" panose="020F0502020204030204" pitchFamily="34" charset="0"/>
              <a:cs typeface="Calibri" panose="020F0502020204030204" pitchFamily="34" charset="0"/>
            </a:rPr>
            <a:t>Social/fun sharing</a:t>
          </a:r>
        </a:p>
      </dsp:txBody>
      <dsp:txXfrm>
        <a:off x="3860428" y="2369726"/>
        <a:ext cx="1444894" cy="722447"/>
      </dsp:txXfrm>
    </dsp:sp>
    <dsp:sp modelId="{E24975E5-7494-AA44-B751-41ADCB5BD978}">
      <dsp:nvSpPr>
        <dsp:cNvPr id="0" name=""/>
        <dsp:cNvSpPr/>
      </dsp:nvSpPr>
      <dsp:spPr>
        <a:xfrm>
          <a:off x="3860428" y="3395602"/>
          <a:ext cx="1444894" cy="72244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>
              <a:latin typeface="Calibri" panose="020F0502020204030204" pitchFamily="34" charset="0"/>
              <a:cs typeface="Calibri" panose="020F0502020204030204" pitchFamily="34" charset="0"/>
            </a:rPr>
            <a:t>Those who don’t prefer XR</a:t>
          </a:r>
        </a:p>
      </dsp:txBody>
      <dsp:txXfrm>
        <a:off x="3860428" y="3395602"/>
        <a:ext cx="1444894" cy="72244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90D799-4AF5-450C-8704-31C69A5B47FB}">
      <dsp:nvSpPr>
        <dsp:cNvPr id="0" name=""/>
        <dsp:cNvSpPr/>
      </dsp:nvSpPr>
      <dsp:spPr>
        <a:xfrm>
          <a:off x="0" y="782"/>
          <a:ext cx="6445770" cy="54113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latin typeface="Calibri" panose="020F0502020204030204" pitchFamily="34" charset="0"/>
              <a:cs typeface="Calibri" panose="020F0502020204030204" pitchFamily="34" charset="0"/>
            </a:rPr>
            <a:t>Collaboration features:</a:t>
          </a:r>
          <a:endParaRPr lang="en-US" sz="1400" kern="120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26416" y="27198"/>
        <a:ext cx="6392938" cy="488300"/>
      </dsp:txXfrm>
    </dsp:sp>
    <dsp:sp modelId="{F1AC4FDE-4775-4524-936F-D15F6EDFC1D9}">
      <dsp:nvSpPr>
        <dsp:cNvPr id="0" name=""/>
        <dsp:cNvSpPr/>
      </dsp:nvSpPr>
      <dsp:spPr>
        <a:xfrm>
          <a:off x="0" y="541915"/>
          <a:ext cx="6445770" cy="7110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4653" tIns="17780" rIns="99568" bIns="177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1" kern="1200">
              <a:latin typeface="Calibri" panose="020F0502020204030204" pitchFamily="34" charset="0"/>
              <a:cs typeface="Calibri" panose="020F0502020204030204" pitchFamily="34" charset="0"/>
            </a:rPr>
            <a:t>Dealer annotations: </a:t>
          </a:r>
          <a:r>
            <a:rPr lang="en-US" sz="1400" kern="1200">
              <a:latin typeface="Calibri" panose="020F0502020204030204" pitchFamily="34" charset="0"/>
              <a:cs typeface="Calibri" panose="020F0502020204030204" pitchFamily="34" charset="0"/>
            </a:rPr>
            <a:t>+20.30 utils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1" kern="1200">
              <a:latin typeface="Calibri" panose="020F0502020204030204" pitchFamily="34" charset="0"/>
              <a:cs typeface="Calibri" panose="020F0502020204030204" pitchFamily="34" charset="0"/>
            </a:rPr>
            <a:t>Friends/family sharing</a:t>
          </a:r>
          <a:r>
            <a:rPr lang="en-US" sz="1400" kern="1200">
              <a:latin typeface="Calibri" panose="020F0502020204030204" pitchFamily="34" charset="0"/>
              <a:cs typeface="Calibri" panose="020F0502020204030204" pitchFamily="34" charset="0"/>
            </a:rPr>
            <a:t>: +6.70 utils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1" kern="1200">
              <a:latin typeface="Calibri" panose="020F0502020204030204" pitchFamily="34" charset="0"/>
              <a:cs typeface="Calibri" panose="020F0502020204030204" pitchFamily="34" charset="0"/>
            </a:rPr>
            <a:t>No collaboration: </a:t>
          </a:r>
          <a:r>
            <a:rPr lang="en-US" sz="1400" b="0" kern="1200">
              <a:latin typeface="Calibri" panose="020F0502020204030204" pitchFamily="34" charset="0"/>
              <a:cs typeface="Calibri" panose="020F0502020204030204" pitchFamily="34" charset="0"/>
            </a:rPr>
            <a:t>-27.00 utils</a:t>
          </a:r>
        </a:p>
      </dsp:txBody>
      <dsp:txXfrm>
        <a:off x="0" y="541915"/>
        <a:ext cx="6445770" cy="711057"/>
      </dsp:txXfrm>
    </dsp:sp>
    <dsp:sp modelId="{AE6BE6FD-2F6A-4611-A2AB-3462F3E80E8C}">
      <dsp:nvSpPr>
        <dsp:cNvPr id="0" name=""/>
        <dsp:cNvSpPr/>
      </dsp:nvSpPr>
      <dsp:spPr>
        <a:xfrm>
          <a:off x="0" y="1252972"/>
          <a:ext cx="6445770" cy="54113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latin typeface="Calibri" panose="020F0502020204030204" pitchFamily="34" charset="0"/>
              <a:cs typeface="Calibri" panose="020F0502020204030204" pitchFamily="34" charset="0"/>
            </a:rPr>
            <a:t>Interpretation:</a:t>
          </a:r>
          <a:endParaRPr lang="en-US" sz="1400" kern="120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26416" y="1279388"/>
        <a:ext cx="6392938" cy="488300"/>
      </dsp:txXfrm>
    </dsp:sp>
    <dsp:sp modelId="{72F36BDD-1F1F-4F04-92FD-7F40E76310C9}">
      <dsp:nvSpPr>
        <dsp:cNvPr id="0" name=""/>
        <dsp:cNvSpPr/>
      </dsp:nvSpPr>
      <dsp:spPr>
        <a:xfrm>
          <a:off x="0" y="1794104"/>
          <a:ext cx="6445770" cy="6704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4653" tIns="17780" rIns="99568" bIns="177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>
              <a:latin typeface="Calibri" panose="020F0502020204030204" pitchFamily="34" charset="0"/>
              <a:cs typeface="Calibri" panose="020F0502020204030204" pitchFamily="34" charset="0"/>
            </a:rPr>
            <a:t>Customers </a:t>
          </a:r>
          <a:r>
            <a:rPr lang="en-US" sz="1400" b="1" kern="1200">
              <a:latin typeface="Calibri" panose="020F0502020204030204" pitchFamily="34" charset="0"/>
              <a:cs typeface="Calibri" panose="020F0502020204030204" pitchFamily="34" charset="0"/>
            </a:rPr>
            <a:t>strongly dislike having no collaboration</a:t>
          </a:r>
          <a:r>
            <a:rPr lang="en-US" sz="1400" kern="1200">
              <a:latin typeface="Calibri" panose="020F0502020204030204" pitchFamily="34" charset="0"/>
              <a:cs typeface="Calibri" panose="020F0502020204030204" pitchFamily="34" charset="0"/>
            </a:rPr>
            <a:t>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>
              <a:latin typeface="Calibri" panose="020F0502020204030204" pitchFamily="34" charset="0"/>
              <a:cs typeface="Calibri" panose="020F0502020204030204" pitchFamily="34" charset="0"/>
            </a:rPr>
            <a:t>They value </a:t>
          </a:r>
          <a:r>
            <a:rPr lang="en-US" sz="1400" b="1" kern="1200">
              <a:latin typeface="Calibri" panose="020F0502020204030204" pitchFamily="34" charset="0"/>
              <a:cs typeface="Calibri" panose="020F0502020204030204" pitchFamily="34" charset="0"/>
            </a:rPr>
            <a:t>dealer annotations</a:t>
          </a:r>
          <a:r>
            <a:rPr lang="en-US" sz="1400" kern="1200">
              <a:latin typeface="Calibri" panose="020F0502020204030204" pitchFamily="34" charset="0"/>
              <a:cs typeface="Calibri" panose="020F0502020204030204" pitchFamily="34" charset="0"/>
            </a:rPr>
            <a:t> much more than simple social sharing, which fits a </a:t>
          </a:r>
          <a:r>
            <a:rPr lang="en-US" sz="1400" b="1" kern="1200">
              <a:latin typeface="Calibri" panose="020F0502020204030204" pitchFamily="34" charset="0"/>
              <a:cs typeface="Calibri" panose="020F0502020204030204" pitchFamily="34" charset="0"/>
            </a:rPr>
            <a:t>professional, sales-oriented</a:t>
          </a:r>
          <a:r>
            <a:rPr lang="en-US" sz="1400" kern="1200">
              <a:latin typeface="Calibri" panose="020F0502020204030204" pitchFamily="34" charset="0"/>
              <a:cs typeface="Calibri" panose="020F0502020204030204" pitchFamily="34" charset="0"/>
            </a:rPr>
            <a:t> workflow rather than casual hobby use.</a:t>
          </a:r>
        </a:p>
      </dsp:txBody>
      <dsp:txXfrm>
        <a:off x="0" y="1794104"/>
        <a:ext cx="6445770" cy="670425"/>
      </dsp:txXfrm>
    </dsp:sp>
    <dsp:sp modelId="{174891FE-A982-4D4A-BC66-0F05BD8CAE51}">
      <dsp:nvSpPr>
        <dsp:cNvPr id="0" name=""/>
        <dsp:cNvSpPr/>
      </dsp:nvSpPr>
      <dsp:spPr>
        <a:xfrm>
          <a:off x="0" y="2464529"/>
          <a:ext cx="6445770" cy="54113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latin typeface="Calibri" panose="020F0502020204030204" pitchFamily="34" charset="0"/>
              <a:cs typeface="Calibri" panose="020F0502020204030204" pitchFamily="34" charset="0"/>
            </a:rPr>
            <a:t>Primary target segment:</a:t>
          </a:r>
          <a:endParaRPr lang="en-US" sz="1400" kern="120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26416" y="2490945"/>
        <a:ext cx="6392938" cy="488300"/>
      </dsp:txXfrm>
    </dsp:sp>
    <dsp:sp modelId="{B87BCF5D-E931-46AE-9470-F67F111FA574}">
      <dsp:nvSpPr>
        <dsp:cNvPr id="0" name=""/>
        <dsp:cNvSpPr/>
      </dsp:nvSpPr>
      <dsp:spPr>
        <a:xfrm>
          <a:off x="0" y="3005661"/>
          <a:ext cx="6445770" cy="7110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4653" tIns="17780" rIns="99568" bIns="177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1" kern="1200">
              <a:latin typeface="Calibri" panose="020F0502020204030204" pitchFamily="34" charset="0"/>
              <a:cs typeface="Calibri" panose="020F0502020204030204" pitchFamily="34" charset="0"/>
            </a:rPr>
            <a:t>OEM dealerships and larger independent shops</a:t>
          </a:r>
          <a:r>
            <a:rPr lang="en-US" sz="1400" kern="1200">
              <a:latin typeface="Calibri" panose="020F0502020204030204" pitchFamily="34" charset="0"/>
              <a:cs typeface="Calibri" panose="020F0502020204030204" pitchFamily="34" charset="0"/>
            </a:rPr>
            <a:t> that: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>
              <a:latin typeface="Calibri" panose="020F0502020204030204" pitchFamily="34" charset="0"/>
              <a:cs typeface="Calibri" panose="020F0502020204030204" pitchFamily="34" charset="0"/>
            </a:rPr>
            <a:t>Need clear feature explanations and delivery walkthroughs. 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>
              <a:latin typeface="Calibri" panose="020F0502020204030204" pitchFamily="34" charset="0"/>
              <a:cs typeface="Calibri" panose="020F0502020204030204" pitchFamily="34" charset="0"/>
            </a:rPr>
            <a:t>Dealer-annotation feature matches their sales and service workflow.</a:t>
          </a:r>
        </a:p>
      </dsp:txBody>
      <dsp:txXfrm>
        <a:off x="0" y="3005661"/>
        <a:ext cx="6445770" cy="711057"/>
      </dsp:txXfrm>
    </dsp:sp>
    <dsp:sp modelId="{B72EDE02-35F1-4A6E-B74A-740C46716D2E}">
      <dsp:nvSpPr>
        <dsp:cNvPr id="0" name=""/>
        <dsp:cNvSpPr/>
      </dsp:nvSpPr>
      <dsp:spPr>
        <a:xfrm>
          <a:off x="0" y="3716718"/>
          <a:ext cx="6445770" cy="54113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latin typeface="Calibri" panose="020F0502020204030204" pitchFamily="34" charset="0"/>
              <a:cs typeface="Calibri" panose="020F0502020204030204" pitchFamily="34" charset="0"/>
            </a:rPr>
            <a:t>Secondary segment (later): </a:t>
          </a:r>
          <a:r>
            <a:rPr lang="en-US" sz="1400" kern="1200">
              <a:latin typeface="Calibri" panose="020F0502020204030204" pitchFamily="34" charset="0"/>
              <a:cs typeface="Calibri" panose="020F0502020204030204" pitchFamily="34" charset="0"/>
            </a:rPr>
            <a:t>Training academies or enthusiast communities where “share with friends/family” is more important.</a:t>
          </a:r>
        </a:p>
      </dsp:txBody>
      <dsp:txXfrm>
        <a:off x="26416" y="3743134"/>
        <a:ext cx="6392938" cy="488300"/>
      </dsp:txXfrm>
    </dsp:sp>
    <dsp:sp modelId="{38B85F69-487C-4BC2-83D3-4BB84F76632E}">
      <dsp:nvSpPr>
        <dsp:cNvPr id="0" name=""/>
        <dsp:cNvSpPr/>
      </dsp:nvSpPr>
      <dsp:spPr>
        <a:xfrm>
          <a:off x="0" y="4271983"/>
          <a:ext cx="6445770" cy="54113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Calibri" panose="020F0502020204030204" pitchFamily="34" charset="0"/>
              <a:cs typeface="Calibri" panose="020F0502020204030204" pitchFamily="34" charset="0"/>
            </a:rPr>
            <a:t>Not in Focus now: </a:t>
          </a:r>
          <a:r>
            <a:rPr lang="en-US" sz="1400" kern="1200" dirty="0">
              <a:latin typeface="Calibri" panose="020F0502020204030204" pitchFamily="34" charset="0"/>
              <a:cs typeface="Calibri" panose="020F0502020204030204" pitchFamily="34" charset="0"/>
            </a:rPr>
            <a:t>Social / fun sharing only (friends &amp; family), Users who prefer </a:t>
          </a:r>
          <a:r>
            <a:rPr lang="en-US" sz="1400" b="1" kern="1200" dirty="0">
              <a:latin typeface="Calibri" panose="020F0502020204030204" pitchFamily="34" charset="0"/>
              <a:cs typeface="Calibri" panose="020F0502020204030204" pitchFamily="34" charset="0"/>
            </a:rPr>
            <a:t>no XR solution</a:t>
          </a:r>
          <a:endParaRPr lang="en-US" sz="14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26416" y="4298399"/>
        <a:ext cx="6392938" cy="4883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E1ADEF-D3A5-451B-84A2-9F5F5B205D8A}">
      <dsp:nvSpPr>
        <dsp:cNvPr id="0" name=""/>
        <dsp:cNvSpPr/>
      </dsp:nvSpPr>
      <dsp:spPr>
        <a:xfrm>
          <a:off x="5233" y="351264"/>
          <a:ext cx="3783120" cy="972000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Why CBC?</a:t>
          </a:r>
        </a:p>
      </dsp:txBody>
      <dsp:txXfrm>
        <a:off x="491233" y="351264"/>
        <a:ext cx="2811120" cy="972000"/>
      </dsp:txXfrm>
    </dsp:sp>
    <dsp:sp modelId="{7BE9ED25-7E6A-4370-8118-0F79EA64C3F0}">
      <dsp:nvSpPr>
        <dsp:cNvPr id="0" name=""/>
        <dsp:cNvSpPr/>
      </dsp:nvSpPr>
      <dsp:spPr>
        <a:xfrm>
          <a:off x="5233" y="1444765"/>
          <a:ext cx="3026496" cy="1893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Find Trade-offs between features and cost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Calculate MVP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Calculate Price Elasticity and WTP</a:t>
          </a:r>
        </a:p>
      </dsp:txBody>
      <dsp:txXfrm>
        <a:off x="5233" y="1444765"/>
        <a:ext cx="3026496" cy="1893375"/>
      </dsp:txXfrm>
    </dsp:sp>
    <dsp:sp modelId="{6E743F1D-4475-41D1-9F03-9D43B3A23561}">
      <dsp:nvSpPr>
        <dsp:cNvPr id="0" name=""/>
        <dsp:cNvSpPr/>
      </dsp:nvSpPr>
      <dsp:spPr>
        <a:xfrm>
          <a:off x="3572354" y="351264"/>
          <a:ext cx="3783120" cy="972000"/>
        </a:xfrm>
        <a:prstGeom prst="chevron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Key Attributes:</a:t>
          </a:r>
        </a:p>
      </dsp:txBody>
      <dsp:txXfrm>
        <a:off x="4058354" y="351264"/>
        <a:ext cx="2811120" cy="972000"/>
      </dsp:txXfrm>
    </dsp:sp>
    <dsp:sp modelId="{8AF27663-8E5C-4091-8A69-227E2915239A}">
      <dsp:nvSpPr>
        <dsp:cNvPr id="0" name=""/>
        <dsp:cNvSpPr/>
      </dsp:nvSpPr>
      <dsp:spPr>
        <a:xfrm>
          <a:off x="3572354" y="1444765"/>
          <a:ext cx="3026496" cy="1893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/>
            <a:t>XR Realism:</a:t>
          </a:r>
          <a:r>
            <a:rPr lang="en-US" sz="1800" kern="1200"/>
            <a:t> </a:t>
          </a:r>
          <a:r>
            <a:rPr lang="en-US" sz="1800" i="1" kern="1200"/>
            <a:t>Basic Overlay</a:t>
          </a:r>
          <a:r>
            <a:rPr lang="en-US" sz="1800" kern="1200"/>
            <a:t> vs. </a:t>
          </a:r>
          <a:r>
            <a:rPr lang="en-US" sz="1800" i="1" kern="1200"/>
            <a:t>High-Fidelity Reflections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/>
            <a:t>Usage Location:</a:t>
          </a:r>
          <a:r>
            <a:rPr lang="en-US" sz="1800" kern="1200"/>
            <a:t> </a:t>
          </a:r>
          <a:r>
            <a:rPr lang="en-US" sz="1800" i="1" kern="1200"/>
            <a:t>Showroom Only</a:t>
          </a:r>
          <a:r>
            <a:rPr lang="en-US" sz="1800" kern="1200"/>
            <a:t> vs. </a:t>
          </a:r>
          <a:r>
            <a:rPr lang="en-US" sz="1800" i="1" kern="1200"/>
            <a:t>+ At Home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/>
            <a:t>Save Configuration:</a:t>
          </a:r>
          <a:r>
            <a:rPr lang="en-US" sz="1800" kern="1200"/>
            <a:t> </a:t>
          </a:r>
          <a:r>
            <a:rPr lang="en-US" sz="1800" i="1" kern="1200"/>
            <a:t>3 Setups</a:t>
          </a:r>
          <a:r>
            <a:rPr lang="en-US" sz="1800" kern="1200"/>
            <a:t> vs. </a:t>
          </a:r>
          <a:r>
            <a:rPr lang="en-US" sz="1800" i="1" kern="1200"/>
            <a:t>10 Setups</a:t>
          </a:r>
          <a:r>
            <a:rPr lang="en-US" sz="1800" kern="1200"/>
            <a:t>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/>
            <a:t>Monthly Price:</a:t>
          </a:r>
          <a:r>
            <a:rPr lang="en-US" sz="1800" kern="1200"/>
            <a:t> </a:t>
          </a:r>
          <a:r>
            <a:rPr lang="en-US" sz="1800" i="1" kern="1200"/>
            <a:t>$5, $10, $20</a:t>
          </a:r>
          <a:r>
            <a:rPr lang="en-US" sz="1800" kern="1200"/>
            <a:t> </a:t>
          </a:r>
        </a:p>
      </dsp:txBody>
      <dsp:txXfrm>
        <a:off x="3572354" y="1444765"/>
        <a:ext cx="3026496" cy="1893375"/>
      </dsp:txXfrm>
    </dsp:sp>
    <dsp:sp modelId="{1DBD0689-F13E-4B0C-B7D2-BE36EBDABD4A}">
      <dsp:nvSpPr>
        <dsp:cNvPr id="0" name=""/>
        <dsp:cNvSpPr/>
      </dsp:nvSpPr>
      <dsp:spPr>
        <a:xfrm>
          <a:off x="7139474" y="351264"/>
          <a:ext cx="3783120" cy="972000"/>
        </a:xfrm>
        <a:prstGeom prst="chevron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Sampling &amp; Estimation</a:t>
          </a:r>
        </a:p>
      </dsp:txBody>
      <dsp:txXfrm>
        <a:off x="7625474" y="351264"/>
        <a:ext cx="2811120" cy="972000"/>
      </dsp:txXfrm>
    </dsp:sp>
    <dsp:sp modelId="{E5621580-DDFF-4B92-BF8C-04CDD0723396}">
      <dsp:nvSpPr>
        <dsp:cNvPr id="0" name=""/>
        <dsp:cNvSpPr/>
      </dsp:nvSpPr>
      <dsp:spPr>
        <a:xfrm>
          <a:off x="7139474" y="1444765"/>
          <a:ext cx="3026496" cy="1893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latin typeface="Aptos Display" panose="02110004020202020204"/>
            </a:rPr>
            <a:t>Mixed Population of Digital and Traditional Users, mainly students.</a:t>
          </a: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latin typeface="Aptos Display" panose="02110004020202020204"/>
            </a:rPr>
            <a:t>Utility Scores to WTP</a:t>
          </a:r>
        </a:p>
      </dsp:txBody>
      <dsp:txXfrm>
        <a:off x="7139474" y="1444765"/>
        <a:ext cx="3026496" cy="189337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BF2E3F-60A8-4102-8616-FEE1FBBC0B9F}">
      <dsp:nvSpPr>
        <dsp:cNvPr id="0" name=""/>
        <dsp:cNvSpPr/>
      </dsp:nvSpPr>
      <dsp:spPr>
        <a:xfrm>
          <a:off x="2563104" y="502535"/>
          <a:ext cx="38767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8767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2746486" y="546161"/>
        <a:ext cx="20913" cy="4186"/>
      </dsp:txXfrm>
    </dsp:sp>
    <dsp:sp modelId="{0C5BF4B2-4DD4-42DB-962F-F0E31AC53A28}">
      <dsp:nvSpPr>
        <dsp:cNvPr id="0" name=""/>
        <dsp:cNvSpPr/>
      </dsp:nvSpPr>
      <dsp:spPr>
        <a:xfrm>
          <a:off x="746312" y="2677"/>
          <a:ext cx="1818592" cy="10911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9113" tIns="93539" rIns="89113" bIns="9353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Key segment split (Q1):</a:t>
          </a:r>
          <a:endParaRPr lang="en-US" sz="1400" kern="12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746312" y="2677"/>
        <a:ext cx="1818592" cy="1091155"/>
      </dsp:txXfrm>
    </dsp:sp>
    <dsp:sp modelId="{4D5411D8-361A-4281-997A-BDD5AA6633E3}">
      <dsp:nvSpPr>
        <dsp:cNvPr id="0" name=""/>
        <dsp:cNvSpPr/>
      </dsp:nvSpPr>
      <dsp:spPr>
        <a:xfrm>
          <a:off x="4799973" y="502535"/>
          <a:ext cx="38767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8767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4983355" y="546161"/>
        <a:ext cx="20913" cy="4186"/>
      </dsp:txXfrm>
    </dsp:sp>
    <dsp:sp modelId="{476F0FA2-FB80-4D31-8642-2229F83A7F40}">
      <dsp:nvSpPr>
        <dsp:cNvPr id="0" name=""/>
        <dsp:cNvSpPr/>
      </dsp:nvSpPr>
      <dsp:spPr>
        <a:xfrm>
          <a:off x="2983181" y="2677"/>
          <a:ext cx="1818592" cy="10911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9113" tIns="93539" rIns="89113" bIns="9353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Customized before: online, showroom, or both</a:t>
          </a:r>
        </a:p>
      </dsp:txBody>
      <dsp:txXfrm>
        <a:off x="2983181" y="2677"/>
        <a:ext cx="1818592" cy="1091155"/>
      </dsp:txXfrm>
    </dsp:sp>
    <dsp:sp modelId="{D6A3ADEE-F330-4B97-94E9-1800222CC47B}">
      <dsp:nvSpPr>
        <dsp:cNvPr id="0" name=""/>
        <dsp:cNvSpPr/>
      </dsp:nvSpPr>
      <dsp:spPr>
        <a:xfrm>
          <a:off x="7036842" y="502535"/>
          <a:ext cx="38767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8767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7220224" y="546161"/>
        <a:ext cx="20913" cy="4186"/>
      </dsp:txXfrm>
    </dsp:sp>
    <dsp:sp modelId="{1F4F8529-F3E2-43B5-97DB-AF983CBA92A4}">
      <dsp:nvSpPr>
        <dsp:cNvPr id="0" name=""/>
        <dsp:cNvSpPr/>
      </dsp:nvSpPr>
      <dsp:spPr>
        <a:xfrm>
          <a:off x="5220050" y="2677"/>
          <a:ext cx="1818592" cy="10911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9113" tIns="93539" rIns="89113" bIns="9353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Never customized: first-time customizers</a:t>
          </a:r>
        </a:p>
      </dsp:txBody>
      <dsp:txXfrm>
        <a:off x="5220050" y="2677"/>
        <a:ext cx="1818592" cy="1091155"/>
      </dsp:txXfrm>
    </dsp:sp>
    <dsp:sp modelId="{88B5AB5E-CF82-4A22-8C42-9EBDB622D3CF}">
      <dsp:nvSpPr>
        <dsp:cNvPr id="0" name=""/>
        <dsp:cNvSpPr/>
      </dsp:nvSpPr>
      <dsp:spPr>
        <a:xfrm>
          <a:off x="1655608" y="1092032"/>
          <a:ext cx="6710606" cy="387676"/>
        </a:xfrm>
        <a:custGeom>
          <a:avLst/>
          <a:gdLst/>
          <a:ahLst/>
          <a:cxnLst/>
          <a:rect l="0" t="0" r="0" b="0"/>
          <a:pathLst>
            <a:path>
              <a:moveTo>
                <a:pt x="6710606" y="0"/>
              </a:moveTo>
              <a:lnTo>
                <a:pt x="6710606" y="210938"/>
              </a:lnTo>
              <a:lnTo>
                <a:pt x="0" y="210938"/>
              </a:lnTo>
              <a:lnTo>
                <a:pt x="0" y="387676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4842821" y="1283777"/>
        <a:ext cx="336181" cy="4186"/>
      </dsp:txXfrm>
    </dsp:sp>
    <dsp:sp modelId="{354FA055-F605-4180-AD66-45380D002933}">
      <dsp:nvSpPr>
        <dsp:cNvPr id="0" name=""/>
        <dsp:cNvSpPr/>
      </dsp:nvSpPr>
      <dsp:spPr>
        <a:xfrm>
          <a:off x="7456919" y="2677"/>
          <a:ext cx="1818592" cy="10911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9113" tIns="93539" rIns="89113" bIns="9353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Observed behavior in CBC (None choices):</a:t>
          </a:r>
          <a:endParaRPr lang="en-US" sz="1400" kern="12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7456919" y="2677"/>
        <a:ext cx="1818592" cy="1091155"/>
      </dsp:txXfrm>
    </dsp:sp>
    <dsp:sp modelId="{B54E2285-3BE5-43CD-AF8C-A0D13D9CA26C}">
      <dsp:nvSpPr>
        <dsp:cNvPr id="0" name=""/>
        <dsp:cNvSpPr/>
      </dsp:nvSpPr>
      <dsp:spPr>
        <a:xfrm>
          <a:off x="2563104" y="2011967"/>
          <a:ext cx="38767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8767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2746486" y="2055593"/>
        <a:ext cx="20913" cy="4186"/>
      </dsp:txXfrm>
    </dsp:sp>
    <dsp:sp modelId="{C5A6FC8B-A809-45BE-BC15-381186AFB071}">
      <dsp:nvSpPr>
        <dsp:cNvPr id="0" name=""/>
        <dsp:cNvSpPr/>
      </dsp:nvSpPr>
      <dsp:spPr>
        <a:xfrm>
          <a:off x="746312" y="1512109"/>
          <a:ext cx="1818592" cy="10911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9113" tIns="93539" rIns="89113" bIns="9353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Overall, None rate: 18.3%</a:t>
          </a:r>
        </a:p>
      </dsp:txBody>
      <dsp:txXfrm>
        <a:off x="746312" y="1512109"/>
        <a:ext cx="1818592" cy="1091155"/>
      </dsp:txXfrm>
    </dsp:sp>
    <dsp:sp modelId="{CDC1585F-8AF1-4AD2-B975-719663A923E9}">
      <dsp:nvSpPr>
        <dsp:cNvPr id="0" name=""/>
        <dsp:cNvSpPr/>
      </dsp:nvSpPr>
      <dsp:spPr>
        <a:xfrm>
          <a:off x="4799973" y="2011967"/>
          <a:ext cx="38767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8767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4983355" y="2055593"/>
        <a:ext cx="20913" cy="4186"/>
      </dsp:txXfrm>
    </dsp:sp>
    <dsp:sp modelId="{8CF18A02-F194-4368-8E1D-3C15F16E8449}">
      <dsp:nvSpPr>
        <dsp:cNvPr id="0" name=""/>
        <dsp:cNvSpPr/>
      </dsp:nvSpPr>
      <dsp:spPr>
        <a:xfrm>
          <a:off x="2983181" y="1512109"/>
          <a:ext cx="1818592" cy="10911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9113" tIns="93539" rIns="89113" bIns="9353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Customized before: ~10.4% None</a:t>
          </a:r>
        </a:p>
      </dsp:txBody>
      <dsp:txXfrm>
        <a:off x="2983181" y="1512109"/>
        <a:ext cx="1818592" cy="1091155"/>
      </dsp:txXfrm>
    </dsp:sp>
    <dsp:sp modelId="{0C39F9F9-4F87-4D93-80FA-563E6F48E794}">
      <dsp:nvSpPr>
        <dsp:cNvPr id="0" name=""/>
        <dsp:cNvSpPr/>
      </dsp:nvSpPr>
      <dsp:spPr>
        <a:xfrm>
          <a:off x="3029175" y="2601464"/>
          <a:ext cx="3100171" cy="390353"/>
        </a:xfrm>
        <a:custGeom>
          <a:avLst/>
          <a:gdLst/>
          <a:ahLst/>
          <a:cxnLst/>
          <a:rect l="0" t="0" r="0" b="0"/>
          <a:pathLst>
            <a:path>
              <a:moveTo>
                <a:pt x="3100171" y="0"/>
              </a:moveTo>
              <a:lnTo>
                <a:pt x="3100171" y="212276"/>
              </a:lnTo>
              <a:lnTo>
                <a:pt x="0" y="212276"/>
              </a:lnTo>
              <a:lnTo>
                <a:pt x="0" y="390353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4501045" y="2794548"/>
        <a:ext cx="156431" cy="4186"/>
      </dsp:txXfrm>
    </dsp:sp>
    <dsp:sp modelId="{381BB826-0BC6-4269-AE1D-ECAA646885E2}">
      <dsp:nvSpPr>
        <dsp:cNvPr id="0" name=""/>
        <dsp:cNvSpPr/>
      </dsp:nvSpPr>
      <dsp:spPr>
        <a:xfrm>
          <a:off x="5220050" y="1512109"/>
          <a:ext cx="1818592" cy="10911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9113" tIns="93539" rIns="89113" bIns="9353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Never customized: ~42.2% None</a:t>
          </a:r>
        </a:p>
      </dsp:txBody>
      <dsp:txXfrm>
        <a:off x="5220050" y="1512109"/>
        <a:ext cx="1818592" cy="1091155"/>
      </dsp:txXfrm>
    </dsp:sp>
    <dsp:sp modelId="{2B8AB8CC-86B2-4BD4-8018-4F08C8330506}">
      <dsp:nvSpPr>
        <dsp:cNvPr id="0" name=""/>
        <dsp:cNvSpPr/>
      </dsp:nvSpPr>
      <dsp:spPr>
        <a:xfrm>
          <a:off x="0" y="3024218"/>
          <a:ext cx="6058350" cy="19763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9113" tIns="93539" rIns="89113" bIns="93539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Simulation at $15/month Premium:</a:t>
          </a:r>
          <a:endParaRPr lang="en-US" sz="1400" kern="12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The Premium bundle at $15/month is strongly attractive for experienced customizers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First-time customizers are much more likely to choose None, even at the same price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This segment likely needs: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 lighter, simpler trial or entry plan, or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 dealer-guided onboarding flow that explains the tool and options</a:t>
          </a:r>
        </a:p>
      </dsp:txBody>
      <dsp:txXfrm>
        <a:off x="0" y="3024218"/>
        <a:ext cx="6058350" cy="197635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F1AAFA-83B6-4DDB-95DB-95B9EE2785B9}">
      <dsp:nvSpPr>
        <dsp:cNvPr id="0" name=""/>
        <dsp:cNvSpPr/>
      </dsp:nvSpPr>
      <dsp:spPr>
        <a:xfrm>
          <a:off x="9550" y="0"/>
          <a:ext cx="843768" cy="84376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BEA5CD-AAC5-495D-A303-1EB0D071AF85}">
      <dsp:nvSpPr>
        <dsp:cNvPr id="0" name=""/>
        <dsp:cNvSpPr/>
      </dsp:nvSpPr>
      <dsp:spPr>
        <a:xfrm>
          <a:off x="9550" y="1024059"/>
          <a:ext cx="2410768" cy="3616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b="1" kern="1200">
              <a:latin typeface="Calibri"/>
              <a:ea typeface="Calibri"/>
              <a:cs typeface="Calibri"/>
            </a:rPr>
            <a:t>1. Product fit:</a:t>
          </a:r>
          <a:endParaRPr lang="en-US" sz="2000" kern="1200">
            <a:latin typeface="Calibri"/>
            <a:ea typeface="Calibri"/>
            <a:cs typeface="Calibri"/>
          </a:endParaRPr>
        </a:p>
      </dsp:txBody>
      <dsp:txXfrm>
        <a:off x="9550" y="1024059"/>
        <a:ext cx="2410768" cy="361615"/>
      </dsp:txXfrm>
    </dsp:sp>
    <dsp:sp modelId="{5BE1E07E-08EC-4BE3-BC99-D71CEADE0D36}">
      <dsp:nvSpPr>
        <dsp:cNvPr id="0" name=""/>
        <dsp:cNvSpPr/>
      </dsp:nvSpPr>
      <dsp:spPr>
        <a:xfrm>
          <a:off x="9550" y="1469530"/>
          <a:ext cx="2410768" cy="27232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Calibri"/>
              <a:ea typeface="Calibri"/>
              <a:cs typeface="Calibri"/>
            </a:rPr>
            <a:t>AutoXR’s value lies in high realism, showroom + home access, and guided collaboration (dealer annotations)</a:t>
          </a:r>
        </a:p>
      </dsp:txBody>
      <dsp:txXfrm>
        <a:off x="9550" y="1469530"/>
        <a:ext cx="2410768" cy="2723274"/>
      </dsp:txXfrm>
    </dsp:sp>
    <dsp:sp modelId="{51A47A97-C4D7-4649-AE39-8B4C8A9F3DEF}">
      <dsp:nvSpPr>
        <dsp:cNvPr id="0" name=""/>
        <dsp:cNvSpPr/>
      </dsp:nvSpPr>
      <dsp:spPr>
        <a:xfrm>
          <a:off x="2842203" y="0"/>
          <a:ext cx="843768" cy="84376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5D7D31-2E9D-4064-BDE3-85357D27F6D9}">
      <dsp:nvSpPr>
        <dsp:cNvPr id="0" name=""/>
        <dsp:cNvSpPr/>
      </dsp:nvSpPr>
      <dsp:spPr>
        <a:xfrm>
          <a:off x="2842203" y="1024059"/>
          <a:ext cx="2410768" cy="3616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b="1" kern="1200">
              <a:latin typeface="Calibri"/>
              <a:ea typeface="Calibri"/>
              <a:cs typeface="Calibri"/>
            </a:rPr>
            <a:t>2. Customer segment:</a:t>
          </a:r>
          <a:endParaRPr lang="en-US" sz="2000" kern="1200">
            <a:latin typeface="Calibri"/>
            <a:ea typeface="Calibri"/>
            <a:cs typeface="Calibri"/>
          </a:endParaRPr>
        </a:p>
      </dsp:txBody>
      <dsp:txXfrm>
        <a:off x="2842203" y="1024059"/>
        <a:ext cx="2410768" cy="361615"/>
      </dsp:txXfrm>
    </dsp:sp>
    <dsp:sp modelId="{71BF2C5F-E093-41D8-B234-687FEF6A50ED}">
      <dsp:nvSpPr>
        <dsp:cNvPr id="0" name=""/>
        <dsp:cNvSpPr/>
      </dsp:nvSpPr>
      <dsp:spPr>
        <a:xfrm>
          <a:off x="2842203" y="1469530"/>
          <a:ext cx="2410768" cy="27232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Calibri"/>
              <a:ea typeface="Calibri"/>
              <a:cs typeface="Calibri"/>
            </a:rPr>
            <a:t>Best near-term fit: OEM dealerships and larger independent shops serving buyers who already customize online or in showrooms</a:t>
          </a:r>
        </a:p>
      </dsp:txBody>
      <dsp:txXfrm>
        <a:off x="2842203" y="1469530"/>
        <a:ext cx="2410768" cy="2723274"/>
      </dsp:txXfrm>
    </dsp:sp>
    <dsp:sp modelId="{1F17AA09-4D2E-42D0-95C7-DC6D370C0E22}">
      <dsp:nvSpPr>
        <dsp:cNvPr id="0" name=""/>
        <dsp:cNvSpPr/>
      </dsp:nvSpPr>
      <dsp:spPr>
        <a:xfrm>
          <a:off x="5674856" y="0"/>
          <a:ext cx="843768" cy="84376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4B2DB1-A482-4D7B-95CD-E8C15E88322C}">
      <dsp:nvSpPr>
        <dsp:cNvPr id="0" name=""/>
        <dsp:cNvSpPr/>
      </dsp:nvSpPr>
      <dsp:spPr>
        <a:xfrm>
          <a:off x="5674856" y="1024059"/>
          <a:ext cx="2410768" cy="3616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b="1" kern="1200">
              <a:latin typeface="Calibri"/>
              <a:ea typeface="Calibri"/>
              <a:cs typeface="Calibri"/>
            </a:rPr>
            <a:t>3. Pricing strategy:</a:t>
          </a:r>
          <a:endParaRPr lang="en-US" sz="2000" kern="1200">
            <a:latin typeface="Calibri"/>
            <a:ea typeface="Calibri"/>
            <a:cs typeface="Calibri"/>
          </a:endParaRPr>
        </a:p>
      </dsp:txBody>
      <dsp:txXfrm>
        <a:off x="5674856" y="1024059"/>
        <a:ext cx="2410768" cy="361615"/>
      </dsp:txXfrm>
    </dsp:sp>
    <dsp:sp modelId="{E45F432A-4F6C-4DD8-AAFF-50DB8A58DD97}">
      <dsp:nvSpPr>
        <dsp:cNvPr id="0" name=""/>
        <dsp:cNvSpPr/>
      </dsp:nvSpPr>
      <dsp:spPr>
        <a:xfrm>
          <a:off x="5674856" y="1469530"/>
          <a:ext cx="2410768" cy="27232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Calibri"/>
              <a:ea typeface="Calibri"/>
              <a:cs typeface="Calibri"/>
            </a:rPr>
            <a:t>Use a tiered structure rather than a single flat price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Calibri"/>
              <a:ea typeface="Calibri"/>
              <a:cs typeface="Calibri"/>
            </a:rPr>
            <a:t>Position Premium in the $14–$15/month range (per end-user equivalent), anchored by EVC and simulations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Calibri"/>
              <a:ea typeface="Calibri"/>
              <a:cs typeface="Calibri"/>
            </a:rPr>
            <a:t>For dealers, a $150/location/month subscription is perceived as close to “about right” on average</a:t>
          </a:r>
        </a:p>
      </dsp:txBody>
      <dsp:txXfrm>
        <a:off x="5674856" y="1469530"/>
        <a:ext cx="2410768" cy="2723274"/>
      </dsp:txXfrm>
    </dsp:sp>
    <dsp:sp modelId="{FF525B5E-E02E-4679-A47A-1CEFAB175810}">
      <dsp:nvSpPr>
        <dsp:cNvPr id="0" name=""/>
        <dsp:cNvSpPr/>
      </dsp:nvSpPr>
      <dsp:spPr>
        <a:xfrm>
          <a:off x="8507509" y="0"/>
          <a:ext cx="843768" cy="84376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6CB614-8CDD-4DDD-B8F7-B43422A802ED}">
      <dsp:nvSpPr>
        <dsp:cNvPr id="0" name=""/>
        <dsp:cNvSpPr/>
      </dsp:nvSpPr>
      <dsp:spPr>
        <a:xfrm>
          <a:off x="8507509" y="1024059"/>
          <a:ext cx="2410768" cy="3616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b="1" kern="1200">
              <a:latin typeface="Calibri"/>
              <a:ea typeface="Calibri"/>
              <a:cs typeface="Calibri"/>
            </a:rPr>
            <a:t>4. Adoption risk:</a:t>
          </a:r>
          <a:endParaRPr lang="en-US" sz="2000" kern="1200">
            <a:latin typeface="Calibri"/>
            <a:ea typeface="Calibri"/>
            <a:cs typeface="Calibri"/>
          </a:endParaRPr>
        </a:p>
      </dsp:txBody>
      <dsp:txXfrm>
        <a:off x="8507509" y="1024059"/>
        <a:ext cx="2410768" cy="361615"/>
      </dsp:txXfrm>
    </dsp:sp>
    <dsp:sp modelId="{45F8FC25-315E-444F-ACC2-5357C8EAACD0}">
      <dsp:nvSpPr>
        <dsp:cNvPr id="0" name=""/>
        <dsp:cNvSpPr/>
      </dsp:nvSpPr>
      <dsp:spPr>
        <a:xfrm>
          <a:off x="8507509" y="1469530"/>
          <a:ext cx="2410768" cy="27232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Calibri"/>
              <a:ea typeface="Calibri"/>
              <a:cs typeface="Calibri"/>
            </a:rPr>
            <a:t>Comfort (motion sickness) and privacy are key concerns that must be actively managed</a:t>
          </a:r>
        </a:p>
      </dsp:txBody>
      <dsp:txXfrm>
        <a:off x="8507509" y="1469530"/>
        <a:ext cx="2410768" cy="272327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BB4942-1D44-4D8C-9DED-D23E3470F41D}">
      <dsp:nvSpPr>
        <dsp:cNvPr id="0" name=""/>
        <dsp:cNvSpPr/>
      </dsp:nvSpPr>
      <dsp:spPr>
        <a:xfrm>
          <a:off x="2233016" y="20879"/>
          <a:ext cx="8932067" cy="1614482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3307" tIns="358426" rIns="173307" bIns="35842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Calibri"/>
              <a:ea typeface="Calibri"/>
              <a:cs typeface="Calibri"/>
            </a:rPr>
            <a:t>Plan: Plan B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Calibri"/>
              <a:ea typeface="Calibri"/>
              <a:cs typeface="Calibri"/>
            </a:rPr>
            <a:t>XR realism: Level 3 (high detail + reflections)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Calibri"/>
              <a:ea typeface="Calibri"/>
              <a:cs typeface="Calibri"/>
            </a:rPr>
            <a:t>Where to use: Showroom and home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Calibri"/>
              <a:ea typeface="Calibri"/>
              <a:cs typeface="Calibri"/>
            </a:rPr>
            <a:t>Saved configurations: Up to 10 setups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Calibri"/>
              <a:ea typeface="Calibri"/>
              <a:cs typeface="Calibri"/>
            </a:rPr>
            <a:t>Collaboration: Dealer annotations</a:t>
          </a:r>
        </a:p>
      </dsp:txBody>
      <dsp:txXfrm>
        <a:off x="2233016" y="20879"/>
        <a:ext cx="8932067" cy="1614482"/>
      </dsp:txXfrm>
    </dsp:sp>
    <dsp:sp modelId="{F8DE6122-4FC4-4F0C-B99B-E36CCB1844A3}">
      <dsp:nvSpPr>
        <dsp:cNvPr id="0" name=""/>
        <dsp:cNvSpPr/>
      </dsp:nvSpPr>
      <dsp:spPr>
        <a:xfrm>
          <a:off x="0" y="2231"/>
          <a:ext cx="2233016" cy="165177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64" tIns="139388" rIns="118164" bIns="139388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Calibri"/>
              <a:ea typeface="Calibri"/>
              <a:cs typeface="Calibri"/>
            </a:rPr>
            <a:t>Recommended Premium configuration (v1):</a:t>
          </a:r>
          <a:endParaRPr lang="en-US" sz="1600" kern="1200">
            <a:latin typeface="Calibri"/>
            <a:ea typeface="Calibri"/>
            <a:cs typeface="Calibri"/>
          </a:endParaRPr>
        </a:p>
      </dsp:txBody>
      <dsp:txXfrm>
        <a:off x="0" y="2231"/>
        <a:ext cx="2233016" cy="1651778"/>
      </dsp:txXfrm>
    </dsp:sp>
    <dsp:sp modelId="{CED1BC99-8CE7-46E2-ADFB-ADDF404DD333}">
      <dsp:nvSpPr>
        <dsp:cNvPr id="0" name=""/>
        <dsp:cNvSpPr/>
      </dsp:nvSpPr>
      <dsp:spPr>
        <a:xfrm>
          <a:off x="2235199" y="1738719"/>
          <a:ext cx="8940799" cy="727279"/>
        </a:xfrm>
        <a:prstGeom prst="rect">
          <a:avLst/>
        </a:prstGeom>
        <a:solidFill>
          <a:schemeClr val="accent2">
            <a:tint val="40000"/>
            <a:alpha val="90000"/>
            <a:hueOff val="3367362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62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3476" tIns="358426" rIns="173476" bIns="35842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Calibri"/>
              <a:ea typeface="Calibri"/>
              <a:cs typeface="Calibri"/>
            </a:rPr>
            <a:t>Aligns with highest utilities on realism, access, and collaboration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Calibri"/>
              <a:ea typeface="Calibri"/>
              <a:cs typeface="Calibri"/>
            </a:rPr>
            <a:t>Matches survey attitudes: realism and confidence (Q5, Q6, Q8) and desire to use AutoXR (Q11)</a:t>
          </a:r>
        </a:p>
      </dsp:txBody>
      <dsp:txXfrm>
        <a:off x="2235199" y="1738719"/>
        <a:ext cx="8940799" cy="727279"/>
      </dsp:txXfrm>
    </dsp:sp>
    <dsp:sp modelId="{EAD42D29-A5E9-4290-A27C-035991BBA7F0}">
      <dsp:nvSpPr>
        <dsp:cNvPr id="0" name=""/>
        <dsp:cNvSpPr/>
      </dsp:nvSpPr>
      <dsp:spPr>
        <a:xfrm>
          <a:off x="0" y="1738676"/>
          <a:ext cx="2235199" cy="727364"/>
        </a:xfrm>
        <a:prstGeom prst="rect">
          <a:avLst/>
        </a:prstGeom>
        <a:solidFill>
          <a:schemeClr val="accent2">
            <a:hueOff val="3221806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6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279" tIns="139388" rIns="118279" bIns="139388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Calibri"/>
              <a:ea typeface="Calibri"/>
              <a:cs typeface="Calibri"/>
            </a:rPr>
            <a:t>Why this configuration:</a:t>
          </a:r>
          <a:endParaRPr lang="en-US" sz="1600" kern="1200">
            <a:latin typeface="Calibri"/>
            <a:ea typeface="Calibri"/>
            <a:cs typeface="Calibri"/>
          </a:endParaRPr>
        </a:p>
      </dsp:txBody>
      <dsp:txXfrm>
        <a:off x="0" y="1738676"/>
        <a:ext cx="2235199" cy="727364"/>
      </dsp:txXfrm>
    </dsp:sp>
    <dsp:sp modelId="{44CB9431-BB04-4A7E-85E1-287AAC8F3D4B}">
      <dsp:nvSpPr>
        <dsp:cNvPr id="0" name=""/>
        <dsp:cNvSpPr/>
      </dsp:nvSpPr>
      <dsp:spPr>
        <a:xfrm>
          <a:off x="2233016" y="2550708"/>
          <a:ext cx="8932067" cy="2176985"/>
        </a:xfrm>
        <a:prstGeom prst="rect">
          <a:avLst/>
        </a:prstGeom>
        <a:solidFill>
          <a:schemeClr val="accent2">
            <a:tint val="40000"/>
            <a:alpha val="90000"/>
            <a:hueOff val="6734724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24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3307" tIns="358426" rIns="173307" bIns="35842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Calibri"/>
              <a:ea typeface="Calibri"/>
              <a:cs typeface="Calibri"/>
            </a:rPr>
            <a:t>Basic: $10/month (low realism, showroom-only, minimal collaboration)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Calibri"/>
              <a:ea typeface="Calibri"/>
              <a:cs typeface="Calibri"/>
            </a:rPr>
            <a:t>Premium: $14–$15/month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Calibri"/>
              <a:ea typeface="Calibri"/>
              <a:cs typeface="Calibri"/>
            </a:rPr>
            <a:t>≈ 70–75% of calculated EVC (~$19.6/month)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Calibri"/>
              <a:ea typeface="Calibri"/>
              <a:cs typeface="Calibri"/>
            </a:rPr>
            <a:t>Supported by simulation take-up and willingness-to-pay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Calibri"/>
              <a:ea typeface="Calibri"/>
              <a:cs typeface="Calibri"/>
            </a:rPr>
            <a:t>Dealer package: AutoXR Pro at $150/location/month with ROI justification (upsell, faster explanations, fewer post-sale questions)</a:t>
          </a:r>
        </a:p>
      </dsp:txBody>
      <dsp:txXfrm>
        <a:off x="2233016" y="2550708"/>
        <a:ext cx="8932067" cy="2176985"/>
      </dsp:txXfrm>
    </dsp:sp>
    <dsp:sp modelId="{8DB003CB-A34B-44EB-93AA-A89E155CB1F0}">
      <dsp:nvSpPr>
        <dsp:cNvPr id="0" name=""/>
        <dsp:cNvSpPr/>
      </dsp:nvSpPr>
      <dsp:spPr>
        <a:xfrm>
          <a:off x="0" y="2559704"/>
          <a:ext cx="2233016" cy="2158993"/>
        </a:xfrm>
        <a:prstGeom prst="rect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64" tIns="139388" rIns="118164" bIns="139388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Calibri"/>
              <a:ea typeface="Calibri"/>
              <a:cs typeface="Calibri"/>
            </a:rPr>
            <a:t>Recommended pricing:</a:t>
          </a:r>
          <a:endParaRPr lang="en-US" sz="1600" kern="1200">
            <a:latin typeface="Calibri"/>
            <a:ea typeface="Calibri"/>
            <a:cs typeface="Calibri"/>
          </a:endParaRPr>
        </a:p>
      </dsp:txBody>
      <dsp:txXfrm>
        <a:off x="0" y="2559704"/>
        <a:ext cx="2233016" cy="215899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032C4A-B5A1-4EF1-B8CB-C173F8C6AC80}">
      <dsp:nvSpPr>
        <dsp:cNvPr id="0" name=""/>
        <dsp:cNvSpPr/>
      </dsp:nvSpPr>
      <dsp:spPr>
        <a:xfrm rot="5400000">
          <a:off x="6843233" y="-2979454"/>
          <a:ext cx="614748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latin typeface="Calibri"/>
              <a:ea typeface="Calibri"/>
              <a:cs typeface="Calibri"/>
            </a:rPr>
            <a:t>n = 40, mostly students and early-career professionals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latin typeface="Calibri"/>
              <a:ea typeface="Calibri"/>
              <a:cs typeface="Calibri"/>
            </a:rPr>
            <a:t>Not fully representative of all dealership customers or markets</a:t>
          </a:r>
        </a:p>
      </dsp:txBody>
      <dsp:txXfrm rot="-5400000">
        <a:off x="3785615" y="108174"/>
        <a:ext cx="6699974" cy="554728"/>
      </dsp:txXfrm>
    </dsp:sp>
    <dsp:sp modelId="{89819077-4681-4198-BDCC-F594B171CCF0}">
      <dsp:nvSpPr>
        <dsp:cNvPr id="0" name=""/>
        <dsp:cNvSpPr/>
      </dsp:nvSpPr>
      <dsp:spPr>
        <a:xfrm>
          <a:off x="0" y="1319"/>
          <a:ext cx="3785616" cy="7684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Calibri"/>
              <a:ea typeface="Calibri"/>
              <a:cs typeface="Calibri"/>
            </a:rPr>
            <a:t>Sample and context:</a:t>
          </a:r>
          <a:endParaRPr lang="en-US" sz="1600" kern="1200">
            <a:latin typeface="Calibri"/>
            <a:ea typeface="Calibri"/>
            <a:cs typeface="Calibri"/>
          </a:endParaRPr>
        </a:p>
      </dsp:txBody>
      <dsp:txXfrm>
        <a:off x="37512" y="38831"/>
        <a:ext cx="3710592" cy="693411"/>
      </dsp:txXfrm>
    </dsp:sp>
    <dsp:sp modelId="{1954F9EE-C354-4C05-880B-BE466D5B24C6}">
      <dsp:nvSpPr>
        <dsp:cNvPr id="0" name=""/>
        <dsp:cNvSpPr/>
      </dsp:nvSpPr>
      <dsp:spPr>
        <a:xfrm rot="5400000">
          <a:off x="6843233" y="-2172596"/>
          <a:ext cx="614748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latin typeface="Calibri"/>
              <a:ea typeface="Calibri"/>
              <a:cs typeface="Calibri"/>
            </a:rPr>
            <a:t>CBC choices may not perfectly match real-world decisions, especially at higher prices</a:t>
          </a:r>
        </a:p>
      </dsp:txBody>
      <dsp:txXfrm rot="-5400000">
        <a:off x="3785615" y="915032"/>
        <a:ext cx="6699974" cy="554728"/>
      </dsp:txXfrm>
    </dsp:sp>
    <dsp:sp modelId="{35F73E8C-89B3-4ADC-9DF1-8B16066FFBD7}">
      <dsp:nvSpPr>
        <dsp:cNvPr id="0" name=""/>
        <dsp:cNvSpPr/>
      </dsp:nvSpPr>
      <dsp:spPr>
        <a:xfrm>
          <a:off x="0" y="808177"/>
          <a:ext cx="3785616" cy="7684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Calibri"/>
              <a:ea typeface="Calibri"/>
              <a:cs typeface="Calibri"/>
            </a:rPr>
            <a:t>Stated preference vs real behavior:</a:t>
          </a:r>
          <a:endParaRPr lang="en-US" sz="1600" kern="1200">
            <a:latin typeface="Calibri"/>
            <a:ea typeface="Calibri"/>
            <a:cs typeface="Calibri"/>
          </a:endParaRPr>
        </a:p>
      </dsp:txBody>
      <dsp:txXfrm>
        <a:off x="37512" y="845689"/>
        <a:ext cx="3710592" cy="693411"/>
      </dsp:txXfrm>
    </dsp:sp>
    <dsp:sp modelId="{527E67D7-C4B0-411D-BED4-1AFE6EF9D9E6}">
      <dsp:nvSpPr>
        <dsp:cNvPr id="0" name=""/>
        <dsp:cNvSpPr/>
      </dsp:nvSpPr>
      <dsp:spPr>
        <a:xfrm rot="5400000">
          <a:off x="6843233" y="-1365739"/>
          <a:ext cx="614748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latin typeface="Calibri"/>
              <a:ea typeface="Calibri"/>
              <a:cs typeface="Calibri"/>
            </a:rPr>
            <a:t>Most frequent open-ended concern; real-world adoption may be lower if XR comfort is not addressed</a:t>
          </a:r>
        </a:p>
      </dsp:txBody>
      <dsp:txXfrm rot="-5400000">
        <a:off x="3785615" y="1721889"/>
        <a:ext cx="6699974" cy="554728"/>
      </dsp:txXfrm>
    </dsp:sp>
    <dsp:sp modelId="{7EC51DA0-51DC-4878-96DD-F6262298A121}">
      <dsp:nvSpPr>
        <dsp:cNvPr id="0" name=""/>
        <dsp:cNvSpPr/>
      </dsp:nvSpPr>
      <dsp:spPr>
        <a:xfrm>
          <a:off x="0" y="1615034"/>
          <a:ext cx="3785616" cy="7684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Calibri"/>
              <a:ea typeface="Calibri"/>
              <a:cs typeface="Calibri"/>
            </a:rPr>
            <a:t>Comfort and motion sickness:</a:t>
          </a:r>
          <a:endParaRPr lang="en-US" sz="1600" kern="1200">
            <a:latin typeface="Calibri"/>
            <a:ea typeface="Calibri"/>
            <a:cs typeface="Calibri"/>
          </a:endParaRPr>
        </a:p>
      </dsp:txBody>
      <dsp:txXfrm>
        <a:off x="37512" y="1652546"/>
        <a:ext cx="3710592" cy="693411"/>
      </dsp:txXfrm>
    </dsp:sp>
    <dsp:sp modelId="{C162A556-D744-4D13-9DCD-76520E3A36C7}">
      <dsp:nvSpPr>
        <dsp:cNvPr id="0" name=""/>
        <dsp:cNvSpPr/>
      </dsp:nvSpPr>
      <dsp:spPr>
        <a:xfrm rot="5400000">
          <a:off x="6843233" y="-558881"/>
          <a:ext cx="614748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latin typeface="Calibri"/>
              <a:ea typeface="Calibri"/>
              <a:cs typeface="Calibri"/>
            </a:rPr>
            <a:t>Some respondents questioned why individuals would pay a subscription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latin typeface="Calibri"/>
              <a:ea typeface="Calibri"/>
              <a:cs typeface="Calibri"/>
            </a:rPr>
            <a:t>Supports a B2B focus on dealers and OEMs with clear ROI framing</a:t>
          </a:r>
        </a:p>
      </dsp:txBody>
      <dsp:txXfrm rot="-5400000">
        <a:off x="3785615" y="2528747"/>
        <a:ext cx="6699974" cy="554728"/>
      </dsp:txXfrm>
    </dsp:sp>
    <dsp:sp modelId="{CA36C480-13F6-4E9E-8800-C6957E51F2AB}">
      <dsp:nvSpPr>
        <dsp:cNvPr id="0" name=""/>
        <dsp:cNvSpPr/>
      </dsp:nvSpPr>
      <dsp:spPr>
        <a:xfrm>
          <a:off x="0" y="2421892"/>
          <a:ext cx="3785616" cy="7684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Calibri"/>
              <a:ea typeface="Calibri"/>
              <a:cs typeface="Calibri"/>
            </a:rPr>
            <a:t>Pricing model skepticism:</a:t>
          </a:r>
          <a:endParaRPr lang="en-US" sz="1600" kern="1200">
            <a:latin typeface="Calibri"/>
            <a:ea typeface="Calibri"/>
            <a:cs typeface="Calibri"/>
          </a:endParaRPr>
        </a:p>
      </dsp:txBody>
      <dsp:txXfrm>
        <a:off x="37512" y="2459404"/>
        <a:ext cx="3710592" cy="693411"/>
      </dsp:txXfrm>
    </dsp:sp>
    <dsp:sp modelId="{28F66401-B927-4C5E-B16C-1AD04CB54BC9}">
      <dsp:nvSpPr>
        <dsp:cNvPr id="0" name=""/>
        <dsp:cNvSpPr/>
      </dsp:nvSpPr>
      <dsp:spPr>
        <a:xfrm rot="5400000">
          <a:off x="6843233" y="247975"/>
          <a:ext cx="614748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latin typeface="Calibri"/>
              <a:ea typeface="Calibri"/>
              <a:cs typeface="Calibri"/>
            </a:rPr>
            <a:t>Several respondents mentioned privacy; data capture on or around vehicles must be designed carefully</a:t>
          </a:r>
        </a:p>
      </dsp:txBody>
      <dsp:txXfrm rot="-5400000">
        <a:off x="3785615" y="3335603"/>
        <a:ext cx="6699974" cy="554728"/>
      </dsp:txXfrm>
    </dsp:sp>
    <dsp:sp modelId="{FBF1C4C2-A749-4F26-BA41-6CA6741266DF}">
      <dsp:nvSpPr>
        <dsp:cNvPr id="0" name=""/>
        <dsp:cNvSpPr/>
      </dsp:nvSpPr>
      <dsp:spPr>
        <a:xfrm>
          <a:off x="0" y="3228749"/>
          <a:ext cx="3785616" cy="7684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Calibri"/>
              <a:ea typeface="Calibri"/>
              <a:cs typeface="Calibri"/>
            </a:rPr>
            <a:t>Privacy:</a:t>
          </a:r>
          <a:endParaRPr lang="en-US" sz="1600" kern="1200">
            <a:latin typeface="Calibri"/>
            <a:ea typeface="Calibri"/>
            <a:cs typeface="Calibri"/>
          </a:endParaRPr>
        </a:p>
      </dsp:txBody>
      <dsp:txXfrm>
        <a:off x="37512" y="3266261"/>
        <a:ext cx="3710592" cy="693411"/>
      </dsp:txXfrm>
    </dsp:sp>
    <dsp:sp modelId="{C8505729-8429-4D20-A348-BFDB5887A9B9}">
      <dsp:nvSpPr>
        <dsp:cNvPr id="0" name=""/>
        <dsp:cNvSpPr/>
      </dsp:nvSpPr>
      <dsp:spPr>
        <a:xfrm rot="5400000">
          <a:off x="6843233" y="1054833"/>
          <a:ext cx="614748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latin typeface="Calibri"/>
              <a:ea typeface="Calibri"/>
              <a:cs typeface="Calibri"/>
            </a:rPr>
            <a:t>Simulations assume static bundles and do not fully capture hardware availability, dealer training, or in-dealership exp</a:t>
          </a:r>
          <a:r>
            <a:rPr lang="en-US" sz="1600" kern="1200"/>
            <a:t>erience</a:t>
          </a:r>
        </a:p>
      </dsp:txBody>
      <dsp:txXfrm rot="-5400000">
        <a:off x="3785615" y="4142461"/>
        <a:ext cx="6699974" cy="554728"/>
      </dsp:txXfrm>
    </dsp:sp>
    <dsp:sp modelId="{3E9250CE-950D-4F52-925F-01DD5D07223D}">
      <dsp:nvSpPr>
        <dsp:cNvPr id="0" name=""/>
        <dsp:cNvSpPr/>
      </dsp:nvSpPr>
      <dsp:spPr>
        <a:xfrm>
          <a:off x="0" y="4035607"/>
          <a:ext cx="3785616" cy="7684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Calibri"/>
              <a:ea typeface="Calibri"/>
              <a:cs typeface="Calibri"/>
            </a:rPr>
            <a:t>Simulation scope:</a:t>
          </a:r>
          <a:endParaRPr lang="en-US" sz="1600" kern="1200">
            <a:latin typeface="Calibri"/>
            <a:ea typeface="Calibri"/>
            <a:cs typeface="Calibri"/>
          </a:endParaRPr>
        </a:p>
      </dsp:txBody>
      <dsp:txXfrm>
        <a:off x="37512" y="4073119"/>
        <a:ext cx="3710592" cy="6934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619898-1782-4844-8156-F3303DA8645E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B949B8-50AD-4F79-A110-CA6B01928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506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know the market split and how many % are using Unreal and Unity Forma (relevant benchmark</a:t>
            </a:r>
            <a:r>
              <a:rPr lang="en-US"/>
              <a:t>) - </a:t>
            </a:r>
            <a:r>
              <a:rPr lang="en-US" dirty="0"/>
              <a:t>deep diving based on the current market</a:t>
            </a:r>
          </a:p>
          <a:p>
            <a:pPr marL="171450" indent="-171450">
              <a:buFontTx/>
              <a:buChar char="-"/>
            </a:pPr>
            <a:r>
              <a:rPr lang="en-US" dirty="0"/>
              <a:t>for output --&gt; Having a video is fine but not a great value add. But it’s better to add how you explain the survey respondents – to explain conjoint features to show each distinct features and having a video can be useful to summarize the application. 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The structure of the report could have been better.</a:t>
            </a:r>
          </a:p>
          <a:p>
            <a:endParaRPr lang="en-US" dirty="0"/>
          </a:p>
          <a:p>
            <a:r>
              <a:rPr lang="en-US" dirty="0"/>
              <a:t>-- add in the survey – how much they </a:t>
            </a:r>
            <a:r>
              <a:rPr lang="en-US" dirty="0" err="1"/>
              <a:t>wanna</a:t>
            </a:r>
            <a:r>
              <a:rPr lang="en-US" dirty="0"/>
              <a:t> pay. its better to show the price based on the experiments and multiple </a:t>
            </a:r>
            <a:r>
              <a:rPr lang="en-US" dirty="0" err="1"/>
              <a:t>obervations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B949B8-50AD-4F79-A110-CA6B0192845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7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6FFD6-6FE2-4000-A01A-3AEE6DF7D192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5F4B2-8085-47A9-8302-7320F03A28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222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6FFD6-6FE2-4000-A01A-3AEE6DF7D192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5F4B2-8085-47A9-8302-7320F03A28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954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6FFD6-6FE2-4000-A01A-3AEE6DF7D192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5F4B2-8085-47A9-8302-7320F03A28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671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6FFD6-6FE2-4000-A01A-3AEE6DF7D192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5F4B2-8085-47A9-8302-7320F03A28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192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6FFD6-6FE2-4000-A01A-3AEE6DF7D192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5F4B2-8085-47A9-8302-7320F03A28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124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6FFD6-6FE2-4000-A01A-3AEE6DF7D192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5F4B2-8085-47A9-8302-7320F03A28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82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6FFD6-6FE2-4000-A01A-3AEE6DF7D192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5F4B2-8085-47A9-8302-7320F03A28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939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6FFD6-6FE2-4000-A01A-3AEE6DF7D192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5F4B2-8085-47A9-8302-7320F03A28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098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6FFD6-6FE2-4000-A01A-3AEE6DF7D192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5F4B2-8085-47A9-8302-7320F03A28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709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6FFD6-6FE2-4000-A01A-3AEE6DF7D192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5F4B2-8085-47A9-8302-7320F03A28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031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6FFD6-6FE2-4000-A01A-3AEE6DF7D192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5F4B2-8085-47A9-8302-7320F03A28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0346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8086" y="1543324"/>
            <a:ext cx="11266714" cy="445470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3" name="Purdue Logo" descr="Purdue Logo">
            <a:extLst>
              <a:ext uri="{FF2B5EF4-FFF2-40B4-BE49-F238E27FC236}">
                <a16:creationId xmlns:a16="http://schemas.microsoft.com/office/drawing/2014/main" id="{57E46A32-0E35-7B3E-4B6F-A7D50B076D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C54E73-61A3-FF0B-7F4C-17B1D97376A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341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96FFD6-6FE2-4000-A01A-3AEE6DF7D192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75F4B2-8085-47A9-8302-7320F03A28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585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What Is AR/VR/MR in Technology Innovation? - Corizo - Empowering Tomorrow's  Leaders">
            <a:extLst>
              <a:ext uri="{FF2B5EF4-FFF2-40B4-BE49-F238E27FC236}">
                <a16:creationId xmlns:a16="http://schemas.microsoft.com/office/drawing/2014/main" id="{A2401EC1-1755-F2F7-5EBE-EA48B1DD7E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076"/>
          <a:stretch>
            <a:fillRect/>
          </a:stretch>
        </p:blipFill>
        <p:spPr bwMode="auto">
          <a:xfrm>
            <a:off x="20" y="10"/>
            <a:ext cx="6901711" cy="6857990"/>
          </a:xfrm>
          <a:custGeom>
            <a:avLst/>
            <a:gdLst/>
            <a:ahLst/>
            <a:cxnLst/>
            <a:rect l="l" t="t" r="r" b="b"/>
            <a:pathLst>
              <a:path w="6901731" h="6858000">
                <a:moveTo>
                  <a:pt x="0" y="0"/>
                </a:moveTo>
                <a:lnTo>
                  <a:pt x="6897896" y="5958"/>
                </a:lnTo>
                <a:lnTo>
                  <a:pt x="6866823" y="62592"/>
                </a:lnTo>
                <a:lnTo>
                  <a:pt x="6901731" y="89476"/>
                </a:lnTo>
                <a:lnTo>
                  <a:pt x="6901731" y="103833"/>
                </a:lnTo>
                <a:lnTo>
                  <a:pt x="6900034" y="110092"/>
                </a:lnTo>
                <a:lnTo>
                  <a:pt x="6901731" y="113679"/>
                </a:lnTo>
                <a:lnTo>
                  <a:pt x="6901731" y="405560"/>
                </a:lnTo>
                <a:lnTo>
                  <a:pt x="6900456" y="429509"/>
                </a:lnTo>
                <a:cubicBezTo>
                  <a:pt x="6892773" y="535647"/>
                  <a:pt x="6878314" y="537918"/>
                  <a:pt x="6886342" y="636808"/>
                </a:cubicBezTo>
                <a:cubicBezTo>
                  <a:pt x="6892506" y="756883"/>
                  <a:pt x="6864504" y="771443"/>
                  <a:pt x="6851784" y="839073"/>
                </a:cubicBezTo>
                <a:cubicBezTo>
                  <a:pt x="6838675" y="892655"/>
                  <a:pt x="6864124" y="961738"/>
                  <a:pt x="6845760" y="994930"/>
                </a:cubicBezTo>
                <a:cubicBezTo>
                  <a:pt x="6833572" y="1024166"/>
                  <a:pt x="6859282" y="1058905"/>
                  <a:pt x="6845601" y="1112932"/>
                </a:cubicBezTo>
                <a:cubicBezTo>
                  <a:pt x="6838700" y="1149910"/>
                  <a:pt x="6829138" y="1151035"/>
                  <a:pt x="6820235" y="1187433"/>
                </a:cubicBezTo>
                <a:cubicBezTo>
                  <a:pt x="6815504" y="1196464"/>
                  <a:pt x="6777707" y="1338549"/>
                  <a:pt x="6759643" y="1337010"/>
                </a:cubicBezTo>
                <a:cubicBezTo>
                  <a:pt x="6737660" y="1337296"/>
                  <a:pt x="6760650" y="1396341"/>
                  <a:pt x="6736375" y="1382272"/>
                </a:cubicBezTo>
                <a:cubicBezTo>
                  <a:pt x="6755741" y="1415836"/>
                  <a:pt x="6714675" y="1414567"/>
                  <a:pt x="6701292" y="1432111"/>
                </a:cubicBezTo>
                <a:cubicBezTo>
                  <a:pt x="6721110" y="1460185"/>
                  <a:pt x="6692106" y="1490815"/>
                  <a:pt x="6686578" y="1518624"/>
                </a:cubicBezTo>
                <a:cubicBezTo>
                  <a:pt x="6682512" y="1567002"/>
                  <a:pt x="6679579" y="1571443"/>
                  <a:pt x="6670824" y="1607743"/>
                </a:cubicBezTo>
                <a:cubicBezTo>
                  <a:pt x="6671133" y="1629590"/>
                  <a:pt x="6663161" y="1656870"/>
                  <a:pt x="6664392" y="1696405"/>
                </a:cubicBezTo>
                <a:cubicBezTo>
                  <a:pt x="6655686" y="1770486"/>
                  <a:pt x="6641938" y="1757082"/>
                  <a:pt x="6642880" y="1812372"/>
                </a:cubicBezTo>
                <a:cubicBezTo>
                  <a:pt x="6638579" y="1872475"/>
                  <a:pt x="6619231" y="1825476"/>
                  <a:pt x="6612547" y="1876437"/>
                </a:cubicBezTo>
                <a:cubicBezTo>
                  <a:pt x="6600695" y="1913834"/>
                  <a:pt x="6591061" y="1923231"/>
                  <a:pt x="6571760" y="1953331"/>
                </a:cubicBezTo>
                <a:cubicBezTo>
                  <a:pt x="6561039" y="1989021"/>
                  <a:pt x="6544090" y="2087896"/>
                  <a:pt x="6520213" y="2096455"/>
                </a:cubicBezTo>
                <a:lnTo>
                  <a:pt x="6492461" y="2188148"/>
                </a:lnTo>
                <a:cubicBezTo>
                  <a:pt x="6504372" y="2211333"/>
                  <a:pt x="6489131" y="2253220"/>
                  <a:pt x="6471854" y="2259117"/>
                </a:cubicBezTo>
                <a:cubicBezTo>
                  <a:pt x="6466151" y="2287829"/>
                  <a:pt x="6440452" y="2301346"/>
                  <a:pt x="6439832" y="2328334"/>
                </a:cubicBezTo>
                <a:cubicBezTo>
                  <a:pt x="6431013" y="2351201"/>
                  <a:pt x="6444250" y="2396409"/>
                  <a:pt x="6425162" y="2408211"/>
                </a:cubicBezTo>
                <a:lnTo>
                  <a:pt x="6417221" y="2427382"/>
                </a:lnTo>
                <a:lnTo>
                  <a:pt x="6425030" y="2464387"/>
                </a:lnTo>
                <a:lnTo>
                  <a:pt x="6406293" y="2472223"/>
                </a:lnTo>
                <a:cubicBezTo>
                  <a:pt x="6406862" y="2477277"/>
                  <a:pt x="6406486" y="2491723"/>
                  <a:pt x="6405400" y="2493547"/>
                </a:cubicBezTo>
                <a:lnTo>
                  <a:pt x="6374829" y="2532070"/>
                </a:lnTo>
                <a:cubicBezTo>
                  <a:pt x="6374597" y="2545374"/>
                  <a:pt x="6360976" y="2563797"/>
                  <a:pt x="6350864" y="2577422"/>
                </a:cubicBezTo>
                <a:cubicBezTo>
                  <a:pt x="6327056" y="2632768"/>
                  <a:pt x="6341262" y="2616275"/>
                  <a:pt x="6329174" y="2663854"/>
                </a:cubicBezTo>
                <a:cubicBezTo>
                  <a:pt x="6326303" y="2703642"/>
                  <a:pt x="6332854" y="2709643"/>
                  <a:pt x="6315095" y="2741507"/>
                </a:cubicBezTo>
                <a:cubicBezTo>
                  <a:pt x="6319921" y="2740191"/>
                  <a:pt x="6321925" y="2742004"/>
                  <a:pt x="6322463" y="2745641"/>
                </a:cubicBezTo>
                <a:cubicBezTo>
                  <a:pt x="6322245" y="2747982"/>
                  <a:pt x="6322027" y="2750323"/>
                  <a:pt x="6321808" y="2752663"/>
                </a:cubicBezTo>
                <a:lnTo>
                  <a:pt x="6314569" y="2756718"/>
                </a:lnTo>
                <a:cubicBezTo>
                  <a:pt x="6289324" y="2773686"/>
                  <a:pt x="6317551" y="2780051"/>
                  <a:pt x="6315211" y="2811618"/>
                </a:cubicBezTo>
                <a:cubicBezTo>
                  <a:pt x="6315620" y="2826627"/>
                  <a:pt x="6296047" y="2885298"/>
                  <a:pt x="6302211" y="2882314"/>
                </a:cubicBezTo>
                <a:lnTo>
                  <a:pt x="6286167" y="2949597"/>
                </a:lnTo>
                <a:cubicBezTo>
                  <a:pt x="6286401" y="2994618"/>
                  <a:pt x="6286615" y="2971464"/>
                  <a:pt x="6287037" y="3008578"/>
                </a:cubicBezTo>
                <a:cubicBezTo>
                  <a:pt x="6293795" y="3029535"/>
                  <a:pt x="6274405" y="3114154"/>
                  <a:pt x="6259150" y="3123139"/>
                </a:cubicBezTo>
                <a:cubicBezTo>
                  <a:pt x="6250085" y="3189063"/>
                  <a:pt x="6269067" y="3151280"/>
                  <a:pt x="6272249" y="3227854"/>
                </a:cubicBezTo>
                <a:cubicBezTo>
                  <a:pt x="6278775" y="3295842"/>
                  <a:pt x="6289216" y="3303765"/>
                  <a:pt x="6292288" y="3378383"/>
                </a:cubicBezTo>
                <a:cubicBezTo>
                  <a:pt x="6303894" y="3395995"/>
                  <a:pt x="6287498" y="3432581"/>
                  <a:pt x="6288328" y="3459618"/>
                </a:cubicBezTo>
                <a:cubicBezTo>
                  <a:pt x="6289158" y="3486653"/>
                  <a:pt x="6299937" y="3538735"/>
                  <a:pt x="6297272" y="3540603"/>
                </a:cubicBezTo>
                <a:cubicBezTo>
                  <a:pt x="6296849" y="3577379"/>
                  <a:pt x="6294184" y="3587943"/>
                  <a:pt x="6291001" y="3638374"/>
                </a:cubicBezTo>
                <a:cubicBezTo>
                  <a:pt x="6283026" y="3666794"/>
                  <a:pt x="6265833" y="3731744"/>
                  <a:pt x="6283592" y="3763609"/>
                </a:cubicBezTo>
                <a:cubicBezTo>
                  <a:pt x="6264286" y="3758340"/>
                  <a:pt x="6290177" y="3803150"/>
                  <a:pt x="6274068" y="3814506"/>
                </a:cubicBezTo>
                <a:cubicBezTo>
                  <a:pt x="6260645" y="3821643"/>
                  <a:pt x="6265372" y="3836902"/>
                  <a:pt x="6262850" y="3850454"/>
                </a:cubicBezTo>
                <a:cubicBezTo>
                  <a:pt x="6250418" y="3863479"/>
                  <a:pt x="6250660" y="3955243"/>
                  <a:pt x="6257357" y="3975474"/>
                </a:cubicBezTo>
                <a:cubicBezTo>
                  <a:pt x="6245091" y="4036737"/>
                  <a:pt x="6237535" y="4029237"/>
                  <a:pt x="6257889" y="4073155"/>
                </a:cubicBezTo>
                <a:cubicBezTo>
                  <a:pt x="6259272" y="4085906"/>
                  <a:pt x="6239882" y="4116397"/>
                  <a:pt x="6237441" y="4126638"/>
                </a:cubicBezTo>
                <a:lnTo>
                  <a:pt x="6245587" y="4172738"/>
                </a:lnTo>
                <a:lnTo>
                  <a:pt x="6235772" y="4176721"/>
                </a:lnTo>
                <a:lnTo>
                  <a:pt x="6233287" y="4195136"/>
                </a:lnTo>
                <a:lnTo>
                  <a:pt x="6234619" y="4280850"/>
                </a:lnTo>
                <a:cubicBezTo>
                  <a:pt x="6239453" y="4320763"/>
                  <a:pt x="6223309" y="4337596"/>
                  <a:pt x="6219318" y="4402526"/>
                </a:cubicBezTo>
                <a:cubicBezTo>
                  <a:pt x="6205466" y="4516209"/>
                  <a:pt x="6216183" y="4588729"/>
                  <a:pt x="6216810" y="4651172"/>
                </a:cubicBezTo>
                <a:cubicBezTo>
                  <a:pt x="6217673" y="4756959"/>
                  <a:pt x="6228654" y="4824005"/>
                  <a:pt x="6225945" y="4916779"/>
                </a:cubicBezTo>
                <a:cubicBezTo>
                  <a:pt x="6217032" y="4993010"/>
                  <a:pt x="6264271" y="4984591"/>
                  <a:pt x="6230174" y="5051379"/>
                </a:cubicBezTo>
                <a:cubicBezTo>
                  <a:pt x="6235713" y="5056951"/>
                  <a:pt x="6239420" y="5163714"/>
                  <a:pt x="6242600" y="5170879"/>
                </a:cubicBezTo>
                <a:lnTo>
                  <a:pt x="6235996" y="5216428"/>
                </a:lnTo>
                <a:lnTo>
                  <a:pt x="6214638" y="5285298"/>
                </a:lnTo>
                <a:cubicBezTo>
                  <a:pt x="6211392" y="5297492"/>
                  <a:pt x="6225576" y="5312063"/>
                  <a:pt x="6228432" y="5317696"/>
                </a:cubicBezTo>
                <a:lnTo>
                  <a:pt x="6246496" y="5398787"/>
                </a:lnTo>
                <a:lnTo>
                  <a:pt x="6244793" y="5399530"/>
                </a:lnTo>
                <a:lnTo>
                  <a:pt x="6241695" y="5406948"/>
                </a:lnTo>
                <a:lnTo>
                  <a:pt x="6267461" y="5499413"/>
                </a:lnTo>
                <a:cubicBezTo>
                  <a:pt x="6285387" y="5533848"/>
                  <a:pt x="6284888" y="5550029"/>
                  <a:pt x="6295987" y="5582659"/>
                </a:cubicBezTo>
                <a:cubicBezTo>
                  <a:pt x="6311253" y="5681724"/>
                  <a:pt x="6295439" y="5695558"/>
                  <a:pt x="6364803" y="5784263"/>
                </a:cubicBezTo>
                <a:cubicBezTo>
                  <a:pt x="6379348" y="5818651"/>
                  <a:pt x="6412475" y="5906802"/>
                  <a:pt x="6423050" y="5922637"/>
                </a:cubicBezTo>
                <a:cubicBezTo>
                  <a:pt x="6445210" y="5973612"/>
                  <a:pt x="6468179" y="6023873"/>
                  <a:pt x="6497767" y="6090108"/>
                </a:cubicBezTo>
                <a:cubicBezTo>
                  <a:pt x="6571895" y="6150548"/>
                  <a:pt x="6572491" y="6236583"/>
                  <a:pt x="6606710" y="6281543"/>
                </a:cubicBezTo>
                <a:cubicBezTo>
                  <a:pt x="6633675" y="6335892"/>
                  <a:pt x="6654357" y="6388782"/>
                  <a:pt x="6667540" y="6443715"/>
                </a:cubicBezTo>
                <a:cubicBezTo>
                  <a:pt x="6685192" y="6466826"/>
                  <a:pt x="6650500" y="6508701"/>
                  <a:pt x="6659722" y="6550105"/>
                </a:cubicBezTo>
                <a:cubicBezTo>
                  <a:pt x="6665926" y="6645044"/>
                  <a:pt x="6669126" y="6627536"/>
                  <a:pt x="6671805" y="6687397"/>
                </a:cubicBezTo>
                <a:cubicBezTo>
                  <a:pt x="6682671" y="6733683"/>
                  <a:pt x="6665210" y="6772117"/>
                  <a:pt x="6669658" y="6806602"/>
                </a:cubicBezTo>
                <a:cubicBezTo>
                  <a:pt x="6661174" y="6812658"/>
                  <a:pt x="6667097" y="6831470"/>
                  <a:pt x="6675783" y="6850325"/>
                </a:cubicBezTo>
                <a:lnTo>
                  <a:pt x="6679704" y="6858000"/>
                </a:lnTo>
                <a:lnTo>
                  <a:pt x="4532241" y="6858000"/>
                </a:lnTo>
                <a:lnTo>
                  <a:pt x="1208596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itle 14">
            <a:extLst>
              <a:ext uri="{FF2B5EF4-FFF2-40B4-BE49-F238E27FC236}">
                <a16:creationId xmlns:a16="http://schemas.microsoft.com/office/drawing/2014/main" id="{BC0CA904-0909-F289-59CA-9FB971EC50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01731" y="643467"/>
            <a:ext cx="5186680" cy="399626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>
                <a:ln w="22225">
                  <a:solidFill>
                    <a:schemeClr val="tx1"/>
                  </a:solidFill>
                  <a:miter lim="800000"/>
                </a:ln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AUTOXR: </a:t>
            </a:r>
            <a:br>
              <a:rPr lang="en-US" sz="4400">
                <a:ln w="22225">
                  <a:solidFill>
                    <a:schemeClr val="tx1"/>
                  </a:solidFill>
                  <a:miter lim="800000"/>
                </a:ln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rPr>
            </a:br>
            <a:r>
              <a:rPr lang="en-US" sz="4400">
                <a:ln w="22225">
                  <a:solidFill>
                    <a:schemeClr val="tx1"/>
                  </a:solidFill>
                  <a:miter lim="800000"/>
                </a:ln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rPr>
              <a:t>REAL-TIME AR/VR VEHICLE CUSTOMIZATION</a:t>
            </a:r>
            <a:endParaRPr lang="en-US" sz="4400">
              <a:ln w="22225">
                <a:solidFill>
                  <a:schemeClr val="tx1"/>
                </a:solidFill>
                <a:miter lim="800000"/>
              </a:ln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Subtitle 15">
            <a:extLst>
              <a:ext uri="{FF2B5EF4-FFF2-40B4-BE49-F238E27FC236}">
                <a16:creationId xmlns:a16="http://schemas.microsoft.com/office/drawing/2014/main" id="{2172A225-3508-A2FA-5088-9E562DC1C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73845" y="4639734"/>
            <a:ext cx="5114565" cy="1649220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Mohammed Tanvir Rasheed, Ramana Prabhu Sana, Vinay Vuyyuri, Pallavi Yerramilli</a:t>
            </a:r>
          </a:p>
          <a:p>
            <a:pPr algn="l"/>
            <a:r>
              <a:rPr lang="en-US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Professor: Alex Moehring</a:t>
            </a:r>
          </a:p>
          <a:p>
            <a:pPr algn="l"/>
            <a:r>
              <a:rPr lang="en-US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MGMT 682 – Digital Product Design</a:t>
            </a:r>
          </a:p>
        </p:txBody>
      </p:sp>
      <p:sp>
        <p:nvSpPr>
          <p:cNvPr id="203" name="Google Shape;203;p30"/>
          <p:cNvSpPr txBox="1">
            <a:spLocks/>
          </p:cNvSpPr>
          <p:nvPr/>
        </p:nvSpPr>
        <p:spPr>
          <a:xfrm>
            <a:off x="962533" y="4199017"/>
            <a:ext cx="5048800" cy="129215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8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57284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F1FC5F-691A-0F6C-E5BC-D1D1A587F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FF5226B-6618-F7E4-FC84-13BFD03ED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6000" y="1253266"/>
            <a:ext cx="4110197" cy="907199"/>
          </a:xfrm>
        </p:spPr>
        <p:txBody>
          <a:bodyPr anchor="b">
            <a:normAutofit/>
          </a:bodyPr>
          <a:lstStyle/>
          <a:p>
            <a:pPr algn="ctr"/>
            <a:r>
              <a:rPr lang="en-US" sz="3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 of Contents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ADC71AA-63C3-E5F3-06D8-1BB8EBB9E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6001" y="2458094"/>
            <a:ext cx="5048800" cy="3942705"/>
          </a:xfrm>
        </p:spPr>
        <p:txBody>
          <a:bodyPr anchor="t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</a:rPr>
              <a:t>Product and Customer Need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</a:rPr>
              <a:t>Problem, End Benefit, and Target Segment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</a:rPr>
              <a:t>Data and Methods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</a:rPr>
              <a:t>Choice-Based Conjoint (CBC)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</a:rPr>
              <a:t>Results and Discussion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</a:rPr>
              <a:t>Simulations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</a:rPr>
              <a:t>Conclusion &amp; Recommendations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</a:rPr>
              <a:t>Limitations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3" name="Google Shape;203;p30">
            <a:extLst>
              <a:ext uri="{FF2B5EF4-FFF2-40B4-BE49-F238E27FC236}">
                <a16:creationId xmlns:a16="http://schemas.microsoft.com/office/drawing/2014/main" id="{99ED3E58-0428-659C-F531-478FD9FCA1AE}"/>
              </a:ext>
            </a:extLst>
          </p:cNvPr>
          <p:cNvSpPr txBox="1">
            <a:spLocks/>
          </p:cNvSpPr>
          <p:nvPr/>
        </p:nvSpPr>
        <p:spPr>
          <a:xfrm>
            <a:off x="962533" y="4199017"/>
            <a:ext cx="5048800" cy="129215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800">
              <a:latin typeface="Calibri"/>
              <a:ea typeface="Calibri"/>
              <a:cs typeface="Calibri"/>
            </a:endParaRPr>
          </a:p>
        </p:txBody>
      </p:sp>
      <p:pic>
        <p:nvPicPr>
          <p:cNvPr id="14" name="Picture 3">
            <a:extLst>
              <a:ext uri="{FF2B5EF4-FFF2-40B4-BE49-F238E27FC236}">
                <a16:creationId xmlns:a16="http://schemas.microsoft.com/office/drawing/2014/main" id="{775C701A-A37D-DF00-108B-C9EA87121C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44438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7489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AE3A33-2B49-901C-9A34-9833DB3F2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572011BC-87C7-5A97-D8C6-76D4D1774F2A}"/>
              </a:ext>
            </a:extLst>
          </p:cNvPr>
          <p:cNvSpPr>
            <a:spLocks noGrp="1"/>
          </p:cNvSpPr>
          <p:nvPr/>
        </p:nvSpPr>
        <p:spPr>
          <a:xfrm>
            <a:off x="5757062" y="607162"/>
            <a:ext cx="6124909" cy="13332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0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</a:t>
            </a:r>
            <a:br>
              <a:rPr lang="en-US" sz="2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Market Needs &amp; Value Proposition</a:t>
            </a:r>
            <a:endParaRPr lang="en-US" sz="28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194" name="Picture 2" descr="900+ Problem Statement Stock Illustrations, Royalty-Free Vector Graphics &amp;  Clip Art - iStock | Problem statement icon">
            <a:extLst>
              <a:ext uri="{FF2B5EF4-FFF2-40B4-BE49-F238E27FC236}">
                <a16:creationId xmlns:a16="http://schemas.microsoft.com/office/drawing/2014/main" id="{603B9E94-B6B8-DAA6-C1A7-AFC24B689F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632"/>
          <a:stretch>
            <a:fillRect/>
          </a:stretch>
        </p:blipFill>
        <p:spPr bwMode="auto">
          <a:xfrm>
            <a:off x="0" y="607162"/>
            <a:ext cx="5889459" cy="5852150"/>
          </a:xfrm>
          <a:custGeom>
            <a:avLst/>
            <a:gdLst/>
            <a:ahLst/>
            <a:cxnLst/>
            <a:rect l="l" t="t" r="r" b="b"/>
            <a:pathLst>
              <a:path w="6901731" h="6858000">
                <a:moveTo>
                  <a:pt x="0" y="0"/>
                </a:moveTo>
                <a:lnTo>
                  <a:pt x="6897896" y="5958"/>
                </a:lnTo>
                <a:lnTo>
                  <a:pt x="6866823" y="62592"/>
                </a:lnTo>
                <a:lnTo>
                  <a:pt x="6901731" y="89476"/>
                </a:lnTo>
                <a:lnTo>
                  <a:pt x="6901731" y="103833"/>
                </a:lnTo>
                <a:lnTo>
                  <a:pt x="6900034" y="110092"/>
                </a:lnTo>
                <a:lnTo>
                  <a:pt x="6901731" y="113679"/>
                </a:lnTo>
                <a:lnTo>
                  <a:pt x="6901731" y="405560"/>
                </a:lnTo>
                <a:lnTo>
                  <a:pt x="6900456" y="429509"/>
                </a:lnTo>
                <a:cubicBezTo>
                  <a:pt x="6892773" y="535647"/>
                  <a:pt x="6878314" y="537918"/>
                  <a:pt x="6886342" y="636808"/>
                </a:cubicBezTo>
                <a:cubicBezTo>
                  <a:pt x="6892506" y="756883"/>
                  <a:pt x="6864504" y="771443"/>
                  <a:pt x="6851784" y="839073"/>
                </a:cubicBezTo>
                <a:cubicBezTo>
                  <a:pt x="6838675" y="892655"/>
                  <a:pt x="6864124" y="961738"/>
                  <a:pt x="6845760" y="994930"/>
                </a:cubicBezTo>
                <a:cubicBezTo>
                  <a:pt x="6833572" y="1024166"/>
                  <a:pt x="6859282" y="1058905"/>
                  <a:pt x="6845601" y="1112932"/>
                </a:cubicBezTo>
                <a:cubicBezTo>
                  <a:pt x="6838700" y="1149910"/>
                  <a:pt x="6829138" y="1151035"/>
                  <a:pt x="6820235" y="1187433"/>
                </a:cubicBezTo>
                <a:cubicBezTo>
                  <a:pt x="6815504" y="1196464"/>
                  <a:pt x="6777707" y="1338549"/>
                  <a:pt x="6759643" y="1337010"/>
                </a:cubicBezTo>
                <a:cubicBezTo>
                  <a:pt x="6737660" y="1337296"/>
                  <a:pt x="6760650" y="1396341"/>
                  <a:pt x="6736375" y="1382272"/>
                </a:cubicBezTo>
                <a:cubicBezTo>
                  <a:pt x="6755741" y="1415836"/>
                  <a:pt x="6714675" y="1414567"/>
                  <a:pt x="6701292" y="1432111"/>
                </a:cubicBezTo>
                <a:cubicBezTo>
                  <a:pt x="6721110" y="1460185"/>
                  <a:pt x="6692106" y="1490815"/>
                  <a:pt x="6686578" y="1518624"/>
                </a:cubicBezTo>
                <a:cubicBezTo>
                  <a:pt x="6682512" y="1567002"/>
                  <a:pt x="6679579" y="1571443"/>
                  <a:pt x="6670824" y="1607743"/>
                </a:cubicBezTo>
                <a:cubicBezTo>
                  <a:pt x="6671133" y="1629590"/>
                  <a:pt x="6663161" y="1656870"/>
                  <a:pt x="6664392" y="1696405"/>
                </a:cubicBezTo>
                <a:cubicBezTo>
                  <a:pt x="6655686" y="1770486"/>
                  <a:pt x="6641938" y="1757082"/>
                  <a:pt x="6642880" y="1812372"/>
                </a:cubicBezTo>
                <a:cubicBezTo>
                  <a:pt x="6638579" y="1872475"/>
                  <a:pt x="6619231" y="1825476"/>
                  <a:pt x="6612547" y="1876437"/>
                </a:cubicBezTo>
                <a:cubicBezTo>
                  <a:pt x="6600695" y="1913834"/>
                  <a:pt x="6591061" y="1923231"/>
                  <a:pt x="6571760" y="1953331"/>
                </a:cubicBezTo>
                <a:cubicBezTo>
                  <a:pt x="6561039" y="1989021"/>
                  <a:pt x="6544090" y="2087896"/>
                  <a:pt x="6520213" y="2096455"/>
                </a:cubicBezTo>
                <a:lnTo>
                  <a:pt x="6492461" y="2188148"/>
                </a:lnTo>
                <a:cubicBezTo>
                  <a:pt x="6504372" y="2211333"/>
                  <a:pt x="6489131" y="2253220"/>
                  <a:pt x="6471854" y="2259117"/>
                </a:cubicBezTo>
                <a:cubicBezTo>
                  <a:pt x="6466151" y="2287829"/>
                  <a:pt x="6440452" y="2301346"/>
                  <a:pt x="6439832" y="2328334"/>
                </a:cubicBezTo>
                <a:cubicBezTo>
                  <a:pt x="6431013" y="2351201"/>
                  <a:pt x="6444250" y="2396409"/>
                  <a:pt x="6425162" y="2408211"/>
                </a:cubicBezTo>
                <a:lnTo>
                  <a:pt x="6417221" y="2427382"/>
                </a:lnTo>
                <a:lnTo>
                  <a:pt x="6425030" y="2464387"/>
                </a:lnTo>
                <a:lnTo>
                  <a:pt x="6406293" y="2472223"/>
                </a:lnTo>
                <a:cubicBezTo>
                  <a:pt x="6406862" y="2477277"/>
                  <a:pt x="6406486" y="2491723"/>
                  <a:pt x="6405400" y="2493547"/>
                </a:cubicBezTo>
                <a:lnTo>
                  <a:pt x="6374829" y="2532070"/>
                </a:lnTo>
                <a:cubicBezTo>
                  <a:pt x="6374597" y="2545374"/>
                  <a:pt x="6360976" y="2563797"/>
                  <a:pt x="6350864" y="2577422"/>
                </a:cubicBezTo>
                <a:cubicBezTo>
                  <a:pt x="6327056" y="2632768"/>
                  <a:pt x="6341262" y="2616275"/>
                  <a:pt x="6329174" y="2663854"/>
                </a:cubicBezTo>
                <a:cubicBezTo>
                  <a:pt x="6326303" y="2703642"/>
                  <a:pt x="6332854" y="2709643"/>
                  <a:pt x="6315095" y="2741507"/>
                </a:cubicBezTo>
                <a:cubicBezTo>
                  <a:pt x="6319921" y="2740191"/>
                  <a:pt x="6321925" y="2742004"/>
                  <a:pt x="6322463" y="2745641"/>
                </a:cubicBezTo>
                <a:cubicBezTo>
                  <a:pt x="6322245" y="2747982"/>
                  <a:pt x="6322027" y="2750323"/>
                  <a:pt x="6321808" y="2752663"/>
                </a:cubicBezTo>
                <a:lnTo>
                  <a:pt x="6314569" y="2756718"/>
                </a:lnTo>
                <a:cubicBezTo>
                  <a:pt x="6289324" y="2773686"/>
                  <a:pt x="6317551" y="2780051"/>
                  <a:pt x="6315211" y="2811618"/>
                </a:cubicBezTo>
                <a:cubicBezTo>
                  <a:pt x="6315620" y="2826627"/>
                  <a:pt x="6296047" y="2885298"/>
                  <a:pt x="6302211" y="2882314"/>
                </a:cubicBezTo>
                <a:lnTo>
                  <a:pt x="6286167" y="2949597"/>
                </a:lnTo>
                <a:cubicBezTo>
                  <a:pt x="6286401" y="2994618"/>
                  <a:pt x="6286615" y="2971464"/>
                  <a:pt x="6287037" y="3008578"/>
                </a:cubicBezTo>
                <a:cubicBezTo>
                  <a:pt x="6293795" y="3029535"/>
                  <a:pt x="6274405" y="3114154"/>
                  <a:pt x="6259150" y="3123139"/>
                </a:cubicBezTo>
                <a:cubicBezTo>
                  <a:pt x="6250085" y="3189063"/>
                  <a:pt x="6269067" y="3151280"/>
                  <a:pt x="6272249" y="3227854"/>
                </a:cubicBezTo>
                <a:cubicBezTo>
                  <a:pt x="6278775" y="3295842"/>
                  <a:pt x="6289216" y="3303765"/>
                  <a:pt x="6292288" y="3378383"/>
                </a:cubicBezTo>
                <a:cubicBezTo>
                  <a:pt x="6303894" y="3395995"/>
                  <a:pt x="6287498" y="3432581"/>
                  <a:pt x="6288328" y="3459618"/>
                </a:cubicBezTo>
                <a:cubicBezTo>
                  <a:pt x="6289158" y="3486653"/>
                  <a:pt x="6299937" y="3538735"/>
                  <a:pt x="6297272" y="3540603"/>
                </a:cubicBezTo>
                <a:cubicBezTo>
                  <a:pt x="6296849" y="3577379"/>
                  <a:pt x="6294184" y="3587943"/>
                  <a:pt x="6291001" y="3638374"/>
                </a:cubicBezTo>
                <a:cubicBezTo>
                  <a:pt x="6283026" y="3666794"/>
                  <a:pt x="6265833" y="3731744"/>
                  <a:pt x="6283592" y="3763609"/>
                </a:cubicBezTo>
                <a:cubicBezTo>
                  <a:pt x="6264286" y="3758340"/>
                  <a:pt x="6290177" y="3803150"/>
                  <a:pt x="6274068" y="3814506"/>
                </a:cubicBezTo>
                <a:cubicBezTo>
                  <a:pt x="6260645" y="3821643"/>
                  <a:pt x="6265372" y="3836902"/>
                  <a:pt x="6262850" y="3850454"/>
                </a:cubicBezTo>
                <a:cubicBezTo>
                  <a:pt x="6250418" y="3863479"/>
                  <a:pt x="6250660" y="3955243"/>
                  <a:pt x="6257357" y="3975474"/>
                </a:cubicBezTo>
                <a:cubicBezTo>
                  <a:pt x="6245091" y="4036737"/>
                  <a:pt x="6237535" y="4029237"/>
                  <a:pt x="6257889" y="4073155"/>
                </a:cubicBezTo>
                <a:cubicBezTo>
                  <a:pt x="6259272" y="4085906"/>
                  <a:pt x="6239882" y="4116397"/>
                  <a:pt x="6237441" y="4126638"/>
                </a:cubicBezTo>
                <a:lnTo>
                  <a:pt x="6245587" y="4172738"/>
                </a:lnTo>
                <a:lnTo>
                  <a:pt x="6235772" y="4176721"/>
                </a:lnTo>
                <a:lnTo>
                  <a:pt x="6233287" y="4195136"/>
                </a:lnTo>
                <a:lnTo>
                  <a:pt x="6234619" y="4280850"/>
                </a:lnTo>
                <a:cubicBezTo>
                  <a:pt x="6239453" y="4320763"/>
                  <a:pt x="6223309" y="4337596"/>
                  <a:pt x="6219318" y="4402526"/>
                </a:cubicBezTo>
                <a:cubicBezTo>
                  <a:pt x="6205466" y="4516209"/>
                  <a:pt x="6216183" y="4588729"/>
                  <a:pt x="6216810" y="4651172"/>
                </a:cubicBezTo>
                <a:cubicBezTo>
                  <a:pt x="6217673" y="4756959"/>
                  <a:pt x="6228654" y="4824005"/>
                  <a:pt x="6225945" y="4916779"/>
                </a:cubicBezTo>
                <a:cubicBezTo>
                  <a:pt x="6217032" y="4993010"/>
                  <a:pt x="6264271" y="4984591"/>
                  <a:pt x="6230174" y="5051379"/>
                </a:cubicBezTo>
                <a:cubicBezTo>
                  <a:pt x="6235713" y="5056951"/>
                  <a:pt x="6239420" y="5163714"/>
                  <a:pt x="6242600" y="5170879"/>
                </a:cubicBezTo>
                <a:lnTo>
                  <a:pt x="6235996" y="5216428"/>
                </a:lnTo>
                <a:lnTo>
                  <a:pt x="6214638" y="5285298"/>
                </a:lnTo>
                <a:cubicBezTo>
                  <a:pt x="6211392" y="5297492"/>
                  <a:pt x="6225576" y="5312063"/>
                  <a:pt x="6228432" y="5317696"/>
                </a:cubicBezTo>
                <a:lnTo>
                  <a:pt x="6246496" y="5398787"/>
                </a:lnTo>
                <a:lnTo>
                  <a:pt x="6244793" y="5399530"/>
                </a:lnTo>
                <a:lnTo>
                  <a:pt x="6241695" y="5406948"/>
                </a:lnTo>
                <a:lnTo>
                  <a:pt x="6267461" y="5499413"/>
                </a:lnTo>
                <a:cubicBezTo>
                  <a:pt x="6285387" y="5533848"/>
                  <a:pt x="6284888" y="5550029"/>
                  <a:pt x="6295987" y="5582659"/>
                </a:cubicBezTo>
                <a:cubicBezTo>
                  <a:pt x="6311253" y="5681724"/>
                  <a:pt x="6295439" y="5695558"/>
                  <a:pt x="6364803" y="5784263"/>
                </a:cubicBezTo>
                <a:cubicBezTo>
                  <a:pt x="6379348" y="5818651"/>
                  <a:pt x="6412475" y="5906802"/>
                  <a:pt x="6423050" y="5922637"/>
                </a:cubicBezTo>
                <a:cubicBezTo>
                  <a:pt x="6445210" y="5973612"/>
                  <a:pt x="6468179" y="6023873"/>
                  <a:pt x="6497767" y="6090108"/>
                </a:cubicBezTo>
                <a:cubicBezTo>
                  <a:pt x="6571895" y="6150548"/>
                  <a:pt x="6572491" y="6236583"/>
                  <a:pt x="6606710" y="6281543"/>
                </a:cubicBezTo>
                <a:cubicBezTo>
                  <a:pt x="6633675" y="6335892"/>
                  <a:pt x="6654357" y="6388782"/>
                  <a:pt x="6667540" y="6443715"/>
                </a:cubicBezTo>
                <a:cubicBezTo>
                  <a:pt x="6685192" y="6466826"/>
                  <a:pt x="6650500" y="6508701"/>
                  <a:pt x="6659722" y="6550105"/>
                </a:cubicBezTo>
                <a:cubicBezTo>
                  <a:pt x="6665926" y="6645044"/>
                  <a:pt x="6669126" y="6627536"/>
                  <a:pt x="6671805" y="6687397"/>
                </a:cubicBezTo>
                <a:cubicBezTo>
                  <a:pt x="6682671" y="6733683"/>
                  <a:pt x="6665210" y="6772117"/>
                  <a:pt x="6669658" y="6806602"/>
                </a:cubicBezTo>
                <a:cubicBezTo>
                  <a:pt x="6661174" y="6812658"/>
                  <a:pt x="6667097" y="6831470"/>
                  <a:pt x="6675783" y="6850325"/>
                </a:cubicBezTo>
                <a:lnTo>
                  <a:pt x="6679704" y="6858000"/>
                </a:lnTo>
                <a:lnTo>
                  <a:pt x="4532241" y="6858000"/>
                </a:lnTo>
                <a:lnTo>
                  <a:pt x="1208596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E68F00B-E21D-EA03-2F72-5073FE166EDA}"/>
              </a:ext>
            </a:extLst>
          </p:cNvPr>
          <p:cNvSpPr>
            <a:spLocks noGrp="1"/>
          </p:cNvSpPr>
          <p:nvPr/>
        </p:nvSpPr>
        <p:spPr>
          <a:xfrm>
            <a:off x="5757061" y="1932315"/>
            <a:ext cx="6124909" cy="44430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Vehicle buyers struggle to visualize colors, parts, and accessories accurately before purchase.</a:t>
            </a:r>
          </a:p>
          <a:p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leads to uncertainty, long decision cycles, and costly rework for dealers and custom shops.</a:t>
            </a:r>
          </a:p>
          <a:p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AutoXR solves this by projecting full-scale, true-to-life AR customization directly onto the actual vehicle.</a:t>
            </a:r>
          </a:p>
          <a:p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Survey (N=40):</a:t>
            </a:r>
          </a:p>
          <a:p>
            <a:pPr lvl="1"/>
            <a:r>
              <a:rPr lang="en-US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72.5%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prefer AR over standard previews</a:t>
            </a:r>
          </a:p>
          <a:p>
            <a:pPr lvl="1"/>
            <a:r>
              <a:rPr lang="en-US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65%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spend </a:t>
            </a:r>
            <a:r>
              <a:rPr lang="en-US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3+ hours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customizing</a:t>
            </a:r>
          </a:p>
          <a:p>
            <a:pPr lvl="1"/>
            <a:r>
              <a:rPr lang="en-US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82.5%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choose price ranges </a:t>
            </a:r>
            <a:r>
              <a:rPr lang="en-US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 $2,000</a:t>
            </a:r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85800"/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AutoXR creates value through realism, faster decisions, and fewer ordering mistakes.</a:t>
            </a:r>
          </a:p>
        </p:txBody>
      </p:sp>
      <p:sp>
        <p:nvSpPr>
          <p:cNvPr id="11" name="Slide Background">
            <a:extLst>
              <a:ext uri="{FF2B5EF4-FFF2-40B4-BE49-F238E27FC236}">
                <a16:creationId xmlns:a16="http://schemas.microsoft.com/office/drawing/2014/main" id="{DE4B7C17-E66F-8D42-0BA1-C137DA1C1C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E30844-FC8B-7139-537B-3A07B6D1C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48165" y="143876"/>
            <a:ext cx="12192000" cy="1733407"/>
          </a:xfrm>
          <a:prstGeom prst="rect">
            <a:avLst/>
          </a:prstGeom>
          <a:noFill/>
          <a:ln>
            <a:noFill/>
          </a:ln>
          <a:effectLst>
            <a:outerShdw blurRad="254000" dist="381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956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DBDBC1-A23F-4360-4805-4D0815299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241FA59-AC82-F55C-E6ED-D41555421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6501" y="2675"/>
            <a:ext cx="5754896" cy="1667569"/>
          </a:xfrm>
        </p:spPr>
        <p:txBody>
          <a:bodyPr anchor="b">
            <a:normAutofit/>
          </a:bodyPr>
          <a:lstStyle/>
          <a:p>
            <a:r>
              <a:rPr lang="en-US" sz="3100" b="1">
                <a:latin typeface="Calibri"/>
                <a:ea typeface="Calibri"/>
                <a:cs typeface="Calibri"/>
              </a:rPr>
              <a:t>Insights, Methods &amp; Pricing Logic</a:t>
            </a:r>
            <a:br>
              <a:rPr lang="en-US" sz="3100" b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</a:br>
            <a:r>
              <a:rPr lang="en-US" sz="1800" b="1">
                <a:latin typeface="Calibri"/>
                <a:ea typeface="Calibri"/>
                <a:cs typeface="Calibri"/>
              </a:rPr>
              <a:t>Data, Methods &amp; EVC Market Anchor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75E294E-A324-C9C0-2770-58F869CC67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6502" y="2056644"/>
            <a:ext cx="6262896" cy="3694880"/>
          </a:xfrm>
        </p:spPr>
        <p:txBody>
          <a:bodyPr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b="1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Data &amp; Methods:</a:t>
            </a:r>
            <a:endParaRPr lang="en-US" sz="16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40 survey responses on customization habits, time spent, AR usefulness, and price perception.</a:t>
            </a:r>
          </a:p>
          <a:p>
            <a:r>
              <a:rPr lang="en-US" sz="16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Analysis combined descriptive statistics, willingness-to-pay indicators, and competitor benchmarks.</a:t>
            </a:r>
          </a:p>
          <a:p>
            <a:pPr marL="0" indent="0">
              <a:buNone/>
            </a:pPr>
            <a:r>
              <a:rPr lang="en-US" sz="1600" b="1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EVC Market Anchor:</a:t>
            </a:r>
            <a:endParaRPr lang="en-US" sz="16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Competitor pricing: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Unreal: </a:t>
            </a:r>
            <a:r>
              <a:rPr lang="en-US" sz="1600" b="1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$1,850/year</a:t>
            </a:r>
            <a:endParaRPr lang="en-US" sz="16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lvl="1"/>
            <a:r>
              <a:rPr lang="en-US" sz="16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Unity Forma: </a:t>
            </a:r>
            <a:r>
              <a:rPr lang="en-US" sz="1600" b="1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Enterprise (5–6 figures)</a:t>
            </a:r>
            <a:endParaRPr lang="en-US" sz="16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lvl="1"/>
            <a:r>
              <a:rPr lang="en-US" sz="16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ZeroLight: </a:t>
            </a:r>
            <a:r>
              <a:rPr lang="en-US" sz="1600" b="1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$100k+/year</a:t>
            </a:r>
            <a:endParaRPr lang="en-US" sz="16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Survey anchors:</a:t>
            </a:r>
          </a:p>
          <a:p>
            <a:pPr lvl="1"/>
            <a:r>
              <a:rPr lang="en-US" sz="1600" b="1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82.5%</a:t>
            </a:r>
            <a:r>
              <a:rPr lang="en-US" sz="16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expect costs &lt; $2k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Supports </a:t>
            </a:r>
            <a:r>
              <a:rPr lang="en-US" sz="1600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AutoXR’s</a:t>
            </a:r>
            <a:r>
              <a:rPr lang="en-US" sz="16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target pricing: </a:t>
            </a:r>
            <a:r>
              <a:rPr lang="en-US" sz="1600" b="1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$499–$1,499/month</a:t>
            </a:r>
            <a:r>
              <a:rPr lang="en-US" sz="16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for dealers.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F78433F-1550-116F-8298-9256CEBE47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6074290"/>
              </p:ext>
            </p:extLst>
          </p:nvPr>
        </p:nvGraphicFramePr>
        <p:xfrm>
          <a:off x="323272" y="2631401"/>
          <a:ext cx="4625546" cy="2552080"/>
        </p:xfrm>
        <a:graphic>
          <a:graphicData uri="http://schemas.openxmlformats.org/drawingml/2006/table">
            <a:tbl>
              <a:tblPr firstRow="1" bandRow="1">
                <a:noFill/>
                <a:tableStyleId>{9D7B26C5-4107-4FEC-AEDC-1716B250A1EF}</a:tableStyleId>
              </a:tblPr>
              <a:tblGrid>
                <a:gridCol w="743592">
                  <a:extLst>
                    <a:ext uri="{9D8B030D-6E8A-4147-A177-3AD203B41FA5}">
                      <a16:colId xmlns:a16="http://schemas.microsoft.com/office/drawing/2014/main" val="2341405316"/>
                    </a:ext>
                  </a:extLst>
                </a:gridCol>
                <a:gridCol w="743592">
                  <a:extLst>
                    <a:ext uri="{9D8B030D-6E8A-4147-A177-3AD203B41FA5}">
                      <a16:colId xmlns:a16="http://schemas.microsoft.com/office/drawing/2014/main" val="342786562"/>
                    </a:ext>
                  </a:extLst>
                </a:gridCol>
                <a:gridCol w="743592">
                  <a:extLst>
                    <a:ext uri="{9D8B030D-6E8A-4147-A177-3AD203B41FA5}">
                      <a16:colId xmlns:a16="http://schemas.microsoft.com/office/drawing/2014/main" val="2740122376"/>
                    </a:ext>
                  </a:extLst>
                </a:gridCol>
                <a:gridCol w="844883">
                  <a:extLst>
                    <a:ext uri="{9D8B030D-6E8A-4147-A177-3AD203B41FA5}">
                      <a16:colId xmlns:a16="http://schemas.microsoft.com/office/drawing/2014/main" val="489194947"/>
                    </a:ext>
                  </a:extLst>
                </a:gridCol>
                <a:gridCol w="806295">
                  <a:extLst>
                    <a:ext uri="{9D8B030D-6E8A-4147-A177-3AD203B41FA5}">
                      <a16:colId xmlns:a16="http://schemas.microsoft.com/office/drawing/2014/main" val="2878668190"/>
                    </a:ext>
                  </a:extLst>
                </a:gridCol>
                <a:gridCol w="743592">
                  <a:extLst>
                    <a:ext uri="{9D8B030D-6E8A-4147-A177-3AD203B41FA5}">
                      <a16:colId xmlns:a16="http://schemas.microsoft.com/office/drawing/2014/main" val="2813900691"/>
                    </a:ext>
                  </a:extLst>
                </a:gridCol>
              </a:tblGrid>
              <a:tr h="7949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Plans (Importance Score)</a:t>
                      </a:r>
                    </a:p>
                  </a:txBody>
                  <a:tcPr marL="35046" marR="25033" marT="50065" marB="50065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XR Realism (Importance Score)</a:t>
                      </a:r>
                    </a:p>
                  </a:txBody>
                  <a:tcPr marL="35046" marR="25033" marT="50065" marB="50065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Where you can use it (Importance Score)</a:t>
                      </a:r>
                    </a:p>
                  </a:txBody>
                  <a:tcPr marL="35046" marR="25033" marT="50065" marB="50065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Saved configurations (Importance Score)</a:t>
                      </a:r>
                    </a:p>
                  </a:txBody>
                  <a:tcPr marL="35046" marR="25033" marT="50065" marB="50065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Collaboration features (Importance Score)</a:t>
                      </a:r>
                    </a:p>
                  </a:txBody>
                  <a:tcPr marL="35046" marR="25033" marT="50065" marB="50065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Monthly price (Importance Score)</a:t>
                      </a:r>
                    </a:p>
                  </a:txBody>
                  <a:tcPr marL="35046" marR="25033" marT="50065" marB="50065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14403"/>
                  </a:ext>
                </a:extLst>
              </a:tr>
              <a:tr h="2510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0.118663548</a:t>
                      </a:r>
                    </a:p>
                  </a:txBody>
                  <a:tcPr marL="35046" marR="25033" marT="13112" marB="500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0.044594909</a:t>
                      </a:r>
                    </a:p>
                  </a:txBody>
                  <a:tcPr marL="35046" marR="25033" marT="13112" marB="500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0.190024727</a:t>
                      </a:r>
                    </a:p>
                  </a:txBody>
                  <a:tcPr marL="35046" marR="25033" marT="13112" marB="500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0.077225041</a:t>
                      </a:r>
                    </a:p>
                  </a:txBody>
                  <a:tcPr marL="35046" marR="25033" marT="13112" marB="500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0.091433885</a:t>
                      </a:r>
                    </a:p>
                  </a:txBody>
                  <a:tcPr marL="35046" marR="25033" marT="13112" marB="500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0.47805789</a:t>
                      </a:r>
                    </a:p>
                  </a:txBody>
                  <a:tcPr marL="35046" marR="25033" marT="13112" marB="500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3777953"/>
                  </a:ext>
                </a:extLst>
              </a:tr>
              <a:tr h="2510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0.093898516</a:t>
                      </a:r>
                    </a:p>
                  </a:txBody>
                  <a:tcPr marL="35046" marR="25033" marT="13112" marB="500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0.192345721</a:t>
                      </a:r>
                    </a:p>
                  </a:txBody>
                  <a:tcPr marL="35046" marR="25033" marT="13112" marB="500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0.041596359</a:t>
                      </a:r>
                    </a:p>
                  </a:txBody>
                  <a:tcPr marL="35046" marR="25033" marT="13112" marB="500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0.117605628</a:t>
                      </a:r>
                    </a:p>
                  </a:txBody>
                  <a:tcPr marL="35046" marR="25033" marT="13112" marB="500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0.203665599</a:t>
                      </a:r>
                    </a:p>
                  </a:txBody>
                  <a:tcPr marL="35046" marR="25033" marT="13112" marB="500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0.350888176</a:t>
                      </a:r>
                    </a:p>
                  </a:txBody>
                  <a:tcPr marL="35046" marR="25033" marT="13112" marB="500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10152"/>
                  </a:ext>
                </a:extLst>
              </a:tr>
              <a:tr h="2510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0.1069836</a:t>
                      </a:r>
                    </a:p>
                  </a:txBody>
                  <a:tcPr marL="35046" marR="25033" marT="13112" marB="500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0.078506837</a:t>
                      </a:r>
                    </a:p>
                  </a:txBody>
                  <a:tcPr marL="35046" marR="25033" marT="13112" marB="500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0.183578219</a:t>
                      </a:r>
                    </a:p>
                  </a:txBody>
                  <a:tcPr marL="35046" marR="25033" marT="13112" marB="500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0.076824547</a:t>
                      </a:r>
                    </a:p>
                  </a:txBody>
                  <a:tcPr marL="35046" marR="25033" marT="13112" marB="500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0.071221046</a:t>
                      </a:r>
                    </a:p>
                  </a:txBody>
                  <a:tcPr marL="35046" marR="25033" marT="13112" marB="500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0.482885751</a:t>
                      </a:r>
                    </a:p>
                  </a:txBody>
                  <a:tcPr marL="35046" marR="25033" marT="13112" marB="500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1756605"/>
                  </a:ext>
                </a:extLst>
              </a:tr>
              <a:tr h="2510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0.085958591</a:t>
                      </a:r>
                    </a:p>
                  </a:txBody>
                  <a:tcPr marL="35046" marR="25033" marT="13112" marB="500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0.136475105</a:t>
                      </a:r>
                    </a:p>
                  </a:txBody>
                  <a:tcPr marL="35046" marR="25033" marT="13112" marB="500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0.131155103</a:t>
                      </a:r>
                    </a:p>
                  </a:txBody>
                  <a:tcPr marL="35046" marR="25033" marT="13112" marB="500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0.100244426</a:t>
                      </a:r>
                    </a:p>
                  </a:txBody>
                  <a:tcPr marL="35046" marR="25033" marT="13112" marB="500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0.085945371</a:t>
                      </a:r>
                    </a:p>
                  </a:txBody>
                  <a:tcPr marL="35046" marR="25033" marT="13112" marB="500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0.460221404</a:t>
                      </a:r>
                    </a:p>
                  </a:txBody>
                  <a:tcPr marL="35046" marR="25033" marT="13112" marB="500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8360"/>
                  </a:ext>
                </a:extLst>
              </a:tr>
              <a:tr h="2510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0.134883879</a:t>
                      </a:r>
                    </a:p>
                  </a:txBody>
                  <a:tcPr marL="35046" marR="25033" marT="13112" marB="500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0.161686129</a:t>
                      </a:r>
                    </a:p>
                  </a:txBody>
                  <a:tcPr marL="35046" marR="25033" marT="13112" marB="500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0.05226401</a:t>
                      </a:r>
                    </a:p>
                  </a:txBody>
                  <a:tcPr marL="35046" marR="25033" marT="13112" marB="500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0.081575833</a:t>
                      </a:r>
                    </a:p>
                  </a:txBody>
                  <a:tcPr marL="35046" marR="25033" marT="13112" marB="500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0.207149756</a:t>
                      </a:r>
                    </a:p>
                  </a:txBody>
                  <a:tcPr marL="35046" marR="25033" marT="13112" marB="500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0.362440393</a:t>
                      </a:r>
                    </a:p>
                  </a:txBody>
                  <a:tcPr marL="35046" marR="25033" marT="13112" marB="500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6633670"/>
                  </a:ext>
                </a:extLst>
              </a:tr>
              <a:tr h="2510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0.066179747</a:t>
                      </a:r>
                    </a:p>
                  </a:txBody>
                  <a:tcPr marL="35046" marR="25033" marT="13112" marB="500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0.204851681</a:t>
                      </a:r>
                    </a:p>
                  </a:txBody>
                  <a:tcPr marL="35046" marR="25033" marT="13112" marB="500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0.021645655</a:t>
                      </a:r>
                    </a:p>
                  </a:txBody>
                  <a:tcPr marL="35046" marR="25033" marT="13112" marB="500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0.143855411</a:t>
                      </a:r>
                    </a:p>
                  </a:txBody>
                  <a:tcPr marL="35046" marR="25033" marT="13112" marB="500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0.314092579</a:t>
                      </a:r>
                    </a:p>
                  </a:txBody>
                  <a:tcPr marL="35046" marR="25033" marT="13112" marB="500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0.249374926</a:t>
                      </a:r>
                    </a:p>
                  </a:txBody>
                  <a:tcPr marL="35046" marR="25033" marT="13112" marB="500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3864628"/>
                  </a:ext>
                </a:extLst>
              </a:tr>
              <a:tr h="2510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0.109032527</a:t>
                      </a:r>
                    </a:p>
                  </a:txBody>
                  <a:tcPr marL="35046" marR="25033" marT="13112" marB="500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0.04835253</a:t>
                      </a:r>
                    </a:p>
                  </a:txBody>
                  <a:tcPr marL="35046" marR="25033" marT="13112" marB="500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0.175323631</a:t>
                      </a:r>
                    </a:p>
                  </a:txBody>
                  <a:tcPr marL="35046" marR="25033" marT="13112" marB="500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0.069808666</a:t>
                      </a:r>
                    </a:p>
                  </a:txBody>
                  <a:tcPr marL="35046" marR="25033" marT="13112" marB="500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0.096389483</a:t>
                      </a:r>
                    </a:p>
                  </a:txBody>
                  <a:tcPr marL="35046" marR="25033" marT="13112" marB="500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0.501093162</a:t>
                      </a:r>
                    </a:p>
                  </a:txBody>
                  <a:tcPr marL="35046" marR="25033" marT="13112" marB="500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75413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6680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8885A7-5B30-6C6F-8E0C-00EE40B40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9F228C5A-0007-3216-2860-E76B9472F00E}"/>
              </a:ext>
            </a:extLst>
          </p:cNvPr>
          <p:cNvSpPr txBox="1"/>
          <p:nvPr/>
        </p:nvSpPr>
        <p:spPr>
          <a:xfrm>
            <a:off x="975530" y="552821"/>
            <a:ext cx="9688296" cy="104737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kern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Differentiators &amp; Conjoint Attributes</a:t>
            </a:r>
            <a:br>
              <a:rPr lang="en-US" b="1" kern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kern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AutoXR Wins &amp; How Attributes Were Chosen</a:t>
            </a:r>
            <a:endParaRPr lang="en-US" kern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Background">
            <a:extLst>
              <a:ext uri="{FF2B5EF4-FFF2-40B4-BE49-F238E27FC236}">
                <a16:creationId xmlns:a16="http://schemas.microsoft.com/office/drawing/2014/main" id="{CE6207E1-60D4-F60B-84AE-BA81A8A1F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DCBD08-4C1C-4D8D-F98E-DF5FF5BB7BEA}"/>
              </a:ext>
            </a:extLst>
          </p:cNvPr>
          <p:cNvSpPr/>
          <p:nvPr/>
        </p:nvSpPr>
        <p:spPr>
          <a:xfrm>
            <a:off x="130566" y="2097353"/>
            <a:ext cx="3748222" cy="429514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49F766F-8782-7A94-532C-DA5CD2931068}"/>
              </a:ext>
            </a:extLst>
          </p:cNvPr>
          <p:cNvSpPr>
            <a:spLocks noGrp="1"/>
          </p:cNvSpPr>
          <p:nvPr/>
        </p:nvSpPr>
        <p:spPr>
          <a:xfrm>
            <a:off x="265416" y="2308023"/>
            <a:ext cx="3471022" cy="3737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>
                <a:latin typeface="Calibri"/>
                <a:ea typeface="Calibri"/>
                <a:cs typeface="Calibri"/>
              </a:rPr>
              <a:t>Differentiators</a:t>
            </a:r>
            <a:endParaRPr lang="en-US" sz="2200">
              <a:latin typeface="Calibri"/>
              <a:ea typeface="Calibri"/>
              <a:cs typeface="Calibri"/>
            </a:endParaRPr>
          </a:p>
          <a:p>
            <a:r>
              <a:rPr lang="en-US" sz="1600">
                <a:latin typeface="Calibri"/>
                <a:ea typeface="Calibri"/>
                <a:cs typeface="Calibri"/>
              </a:rPr>
              <a:t>True-scale AR on the real vehicle</a:t>
            </a:r>
          </a:p>
          <a:p>
            <a:r>
              <a:rPr lang="en-US" sz="1600">
                <a:latin typeface="Calibri"/>
                <a:ea typeface="Calibri"/>
                <a:cs typeface="Calibri"/>
              </a:rPr>
              <a:t>High-fidelity, lighting-accurate visuals</a:t>
            </a:r>
          </a:p>
          <a:p>
            <a:r>
              <a:rPr lang="en-US" sz="1600">
                <a:latin typeface="Calibri"/>
                <a:ea typeface="Calibri"/>
                <a:cs typeface="Calibri"/>
              </a:rPr>
              <a:t>Dealer-ready workflow &amp; single price bundle</a:t>
            </a:r>
          </a:p>
          <a:p>
            <a:r>
              <a:rPr lang="en-US" sz="1600">
                <a:latin typeface="Calibri"/>
                <a:ea typeface="Calibri"/>
                <a:cs typeface="Calibri"/>
              </a:rPr>
              <a:t>Reduces rework + uncertainty</a:t>
            </a:r>
          </a:p>
          <a:p>
            <a:pPr marL="0" indent="0">
              <a:buNone/>
            </a:pPr>
            <a:r>
              <a:rPr lang="en-US" sz="1600" b="1">
                <a:latin typeface="Calibri"/>
                <a:ea typeface="Calibri"/>
                <a:cs typeface="Calibri"/>
              </a:rPr>
              <a:t>Survey Signal: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600">
                <a:latin typeface="Calibri"/>
                <a:ea typeface="Calibri"/>
                <a:cs typeface="Calibri"/>
              </a:rPr>
              <a:t>Users said current tools feel </a:t>
            </a:r>
            <a:r>
              <a:rPr lang="en-US" sz="1600" b="1">
                <a:latin typeface="Calibri"/>
                <a:ea typeface="Calibri"/>
                <a:cs typeface="Calibri"/>
              </a:rPr>
              <a:t>“uncertain”</a:t>
            </a:r>
            <a:r>
              <a:rPr lang="en-US" sz="1600">
                <a:latin typeface="Calibri"/>
                <a:ea typeface="Calibri"/>
                <a:cs typeface="Calibri"/>
              </a:rPr>
              <a:t> and </a:t>
            </a:r>
            <a:r>
              <a:rPr lang="en-US" sz="1600" b="1">
                <a:latin typeface="Calibri"/>
                <a:ea typeface="Calibri"/>
                <a:cs typeface="Calibri"/>
              </a:rPr>
              <a:t>“not accurate”</a:t>
            </a:r>
            <a:r>
              <a:rPr lang="en-US" sz="1600">
                <a:latin typeface="Calibri"/>
                <a:ea typeface="Calibri"/>
                <a:cs typeface="Calibri"/>
              </a:rPr>
              <a:t> → supports realism + AR alignment. bundle attributes.</a:t>
            </a:r>
          </a:p>
          <a:p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04AAF0-2DA2-A106-4D67-19870E99B3F5}"/>
              </a:ext>
            </a:extLst>
          </p:cNvPr>
          <p:cNvSpPr/>
          <p:nvPr/>
        </p:nvSpPr>
        <p:spPr>
          <a:xfrm>
            <a:off x="4247482" y="2118519"/>
            <a:ext cx="3748222" cy="429514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0D184A5-4358-C40F-36E0-A928FBB8E3CE}"/>
              </a:ext>
            </a:extLst>
          </p:cNvPr>
          <p:cNvSpPr txBox="1">
            <a:spLocks/>
          </p:cNvSpPr>
          <p:nvPr/>
        </p:nvSpPr>
        <p:spPr>
          <a:xfrm>
            <a:off x="4524149" y="2206423"/>
            <a:ext cx="3471022" cy="42663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b="1">
                <a:latin typeface="Calibri"/>
                <a:ea typeface="Calibri"/>
                <a:cs typeface="Calibri"/>
              </a:rPr>
              <a:t>What Users Want</a:t>
            </a:r>
            <a:endParaRPr lang="en-US">
              <a:latin typeface="Calibri"/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1600">
                <a:latin typeface="Calibri"/>
                <a:ea typeface="Calibri"/>
                <a:cs typeface="Calibri"/>
              </a:rPr>
              <a:t>Realistic colors &amp; environment matching</a:t>
            </a:r>
          </a:p>
          <a:p>
            <a:pPr>
              <a:buFont typeface="Arial"/>
              <a:buChar char="•"/>
            </a:pPr>
            <a:r>
              <a:rPr lang="en-US" sz="1600">
                <a:latin typeface="Calibri"/>
                <a:ea typeface="Calibri"/>
                <a:cs typeface="Calibri"/>
              </a:rPr>
              <a:t>Ability to see mods on </a:t>
            </a:r>
            <a:r>
              <a:rPr lang="en-US" sz="1600" i="1">
                <a:latin typeface="Calibri"/>
                <a:ea typeface="Calibri"/>
                <a:cs typeface="Calibri"/>
              </a:rPr>
              <a:t>their own</a:t>
            </a:r>
            <a:r>
              <a:rPr lang="en-US" sz="1600">
                <a:latin typeface="Calibri"/>
                <a:ea typeface="Calibri"/>
                <a:cs typeface="Calibri"/>
              </a:rPr>
              <a:t> car</a:t>
            </a:r>
          </a:p>
          <a:p>
            <a:pPr>
              <a:buFont typeface="Arial"/>
              <a:buChar char="•"/>
            </a:pPr>
            <a:r>
              <a:rPr lang="en-US" sz="1600">
                <a:latin typeface="Calibri"/>
                <a:ea typeface="Calibri"/>
                <a:cs typeface="Calibri"/>
              </a:rPr>
              <a:t>Simple, fast configuration flow</a:t>
            </a:r>
          </a:p>
          <a:p>
            <a:pPr marL="0" indent="0">
              <a:buNone/>
            </a:pPr>
            <a:r>
              <a:rPr lang="en-US" sz="1600" b="1">
                <a:latin typeface="Calibri"/>
                <a:ea typeface="Calibri"/>
                <a:cs typeface="Calibri"/>
              </a:rPr>
              <a:t>Survey Signal: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600" b="1">
                <a:latin typeface="Calibri"/>
                <a:ea typeface="Calibri"/>
                <a:cs typeface="Calibri"/>
              </a:rPr>
              <a:t>Open-ended feedback mentioned color accuracy</a:t>
            </a:r>
            <a:r>
              <a:rPr lang="en-US" sz="1600">
                <a:latin typeface="Calibri"/>
                <a:ea typeface="Calibri"/>
                <a:cs typeface="Calibri"/>
              </a:rPr>
              <a:t>, </a:t>
            </a:r>
            <a:r>
              <a:rPr lang="en-US" sz="1600" b="1">
                <a:latin typeface="Calibri"/>
                <a:ea typeface="Calibri"/>
                <a:cs typeface="Calibri"/>
              </a:rPr>
              <a:t>lighting</a:t>
            </a:r>
            <a:r>
              <a:rPr lang="en-US" sz="1600">
                <a:latin typeface="Calibri"/>
                <a:ea typeface="Calibri"/>
                <a:cs typeface="Calibri"/>
              </a:rPr>
              <a:t>, </a:t>
            </a:r>
            <a:r>
              <a:rPr lang="en-US" sz="1600" b="1">
                <a:latin typeface="Calibri"/>
                <a:ea typeface="Calibri"/>
                <a:cs typeface="Calibri"/>
              </a:rPr>
              <a:t>fit confidence</a:t>
            </a:r>
            <a:r>
              <a:rPr lang="en-US" sz="1600">
                <a:latin typeface="Calibri"/>
                <a:ea typeface="Calibri"/>
                <a:cs typeface="Calibri"/>
              </a:rPr>
              <a:t>, and desire to </a:t>
            </a:r>
            <a:r>
              <a:rPr lang="en-US" sz="1600" b="1">
                <a:latin typeface="Calibri"/>
                <a:ea typeface="Calibri"/>
                <a:cs typeface="Calibri"/>
              </a:rPr>
              <a:t>avoid mistakes</a:t>
            </a:r>
            <a:r>
              <a:rPr lang="en-US" sz="1600">
                <a:latin typeface="Calibri"/>
                <a:ea typeface="Calibri"/>
                <a:cs typeface="Calibri"/>
              </a:rPr>
              <a:t>.</a:t>
            </a:r>
          </a:p>
          <a:p>
            <a:pPr indent="0">
              <a:buNone/>
            </a:pPr>
            <a:br>
              <a:rPr lang="en-US" sz="2000" b="1">
                <a:latin typeface="Calibri"/>
                <a:ea typeface="Calibri"/>
                <a:cs typeface="Calibri"/>
              </a:rPr>
            </a:br>
            <a:r>
              <a:rPr lang="en-US" sz="2000" b="1">
                <a:latin typeface="Calibri"/>
                <a:ea typeface="Calibri"/>
                <a:cs typeface="Calibri"/>
              </a:rPr>
              <a:t> 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="1">
              <a:latin typeface="Calibri"/>
              <a:ea typeface="Calibri"/>
              <a:cs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A7FA11-95B1-1CD0-216D-EF4AA043E8E5}"/>
              </a:ext>
            </a:extLst>
          </p:cNvPr>
          <p:cNvSpPr/>
          <p:nvPr/>
        </p:nvSpPr>
        <p:spPr>
          <a:xfrm>
            <a:off x="8300899" y="2107936"/>
            <a:ext cx="3748222" cy="429514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C26CEC4-50D2-2B72-FD1B-A7E1D7DD0A0E}"/>
              </a:ext>
            </a:extLst>
          </p:cNvPr>
          <p:cNvSpPr txBox="1">
            <a:spLocks/>
          </p:cNvSpPr>
          <p:nvPr/>
        </p:nvSpPr>
        <p:spPr>
          <a:xfrm>
            <a:off x="8439983" y="2312256"/>
            <a:ext cx="3471022" cy="3864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>
                <a:latin typeface="Calibri"/>
                <a:ea typeface="Calibri"/>
                <a:cs typeface="Calibri"/>
              </a:rPr>
              <a:t>Attributes</a:t>
            </a:r>
            <a:endParaRPr lang="en-US" sz="2200">
              <a:latin typeface="Calibri"/>
              <a:ea typeface="Calibri"/>
              <a:cs typeface="Calibri"/>
            </a:endParaRPr>
          </a:p>
          <a:p>
            <a:r>
              <a:rPr lang="en-US" sz="1600">
                <a:latin typeface="Calibri"/>
                <a:ea typeface="Calibri"/>
                <a:cs typeface="Calibri"/>
              </a:rPr>
              <a:t>Realism level &amp; lighting accuracy</a:t>
            </a:r>
          </a:p>
          <a:p>
            <a:r>
              <a:rPr lang="en-US" sz="1600">
                <a:latin typeface="Calibri"/>
                <a:ea typeface="Calibri"/>
                <a:cs typeface="Calibri"/>
              </a:rPr>
              <a:t>AR alignment on actual vehicle</a:t>
            </a:r>
          </a:p>
          <a:p>
            <a:r>
              <a:rPr lang="en-US" sz="1600">
                <a:latin typeface="Calibri"/>
                <a:ea typeface="Calibri"/>
                <a:cs typeface="Calibri"/>
              </a:rPr>
              <a:t>Catalog depth </a:t>
            </a:r>
          </a:p>
          <a:p>
            <a:r>
              <a:rPr lang="en-US" sz="1600">
                <a:latin typeface="Calibri"/>
                <a:ea typeface="Calibri"/>
                <a:cs typeface="Calibri"/>
              </a:rPr>
              <a:t>Speed &amp; ease of use</a:t>
            </a:r>
          </a:p>
          <a:p>
            <a:r>
              <a:rPr lang="en-US" sz="1600">
                <a:latin typeface="Calibri"/>
                <a:ea typeface="Calibri"/>
                <a:cs typeface="Calibri"/>
              </a:rPr>
              <a:t>Bundle clarity (single priced package)</a:t>
            </a:r>
          </a:p>
          <a:p>
            <a:pPr marL="0" indent="0">
              <a:buNone/>
            </a:pPr>
            <a:r>
              <a:rPr lang="en-US" sz="1600" b="1">
                <a:latin typeface="Calibri"/>
                <a:ea typeface="Calibri"/>
                <a:cs typeface="Calibri"/>
              </a:rPr>
              <a:t>Survey Signal: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600">
                <a:latin typeface="Calibri"/>
                <a:ea typeface="Calibri"/>
                <a:cs typeface="Calibri"/>
              </a:rPr>
              <a:t>Users asked for </a:t>
            </a:r>
            <a:r>
              <a:rPr lang="en-US" sz="1600" b="1">
                <a:latin typeface="Calibri"/>
                <a:ea typeface="Calibri"/>
                <a:cs typeface="Calibri"/>
              </a:rPr>
              <a:t>more modification options</a:t>
            </a:r>
            <a:r>
              <a:rPr lang="en-US" sz="1600">
                <a:latin typeface="Calibri"/>
                <a:ea typeface="Calibri"/>
                <a:cs typeface="Calibri"/>
              </a:rPr>
              <a:t>, fewer steps, and </a:t>
            </a:r>
            <a:r>
              <a:rPr lang="en-US" sz="1600" b="1">
                <a:latin typeface="Calibri"/>
                <a:ea typeface="Calibri"/>
                <a:cs typeface="Calibri"/>
              </a:rPr>
              <a:t>clearer final pricing</a:t>
            </a:r>
            <a:r>
              <a:rPr lang="en-US" sz="1600">
                <a:latin typeface="Calibri"/>
                <a:ea typeface="Calibri"/>
                <a:cs typeface="Calibri"/>
              </a:rPr>
              <a:t> → justifies catalog, speed, and bundle attributes.</a:t>
            </a:r>
          </a:p>
          <a:p>
            <a:endParaRPr lang="en-US" sz="22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85778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20" name="Rectangle 9219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C85881E-0FFE-6AD7-C75A-26F9AFE5838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36396" y="457201"/>
            <a:ext cx="5814240" cy="15568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500" b="1"/>
              <a:t>AR Training for Automotive Mechanics</a:t>
            </a:r>
            <a:br>
              <a:rPr lang="en-US" sz="2500" b="1"/>
            </a:br>
            <a:r>
              <a:rPr lang="en-US" sz="2500" b="1"/>
              <a:t>Conjoint Insights and Value Proposition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AF5A89E-DE3A-E929-98E0-9B6C082AA84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136396" y="2277036"/>
            <a:ext cx="5814239" cy="3461155"/>
          </a:xfr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z="1400" b="1"/>
              <a:t>Product:</a:t>
            </a:r>
            <a:r>
              <a:rPr lang="en-US" sz="1400"/>
              <a:t> AutoXR is an XR training and demo solution for automotive customers.</a:t>
            </a:r>
          </a:p>
          <a:p>
            <a:pPr lvl="0"/>
            <a:r>
              <a:rPr lang="en-US" sz="1400" b="1"/>
              <a:t>Experience:</a:t>
            </a:r>
            <a:r>
              <a:rPr lang="en-US" sz="1400"/>
              <a:t> Uses immersive XR to show vehicle features and guide complex tasks.</a:t>
            </a:r>
          </a:p>
          <a:p>
            <a:pPr lvl="0"/>
            <a:r>
              <a:rPr lang="en-US" sz="1400" b="1"/>
              <a:t>Goal:</a:t>
            </a:r>
            <a:endParaRPr lang="en-US" sz="1400"/>
          </a:p>
          <a:p>
            <a:pPr lvl="1"/>
            <a:r>
              <a:rPr lang="en-US" sz="1400"/>
              <a:t>Help users understand advanced features faster.</a:t>
            </a:r>
          </a:p>
          <a:p>
            <a:pPr lvl="1"/>
            <a:r>
              <a:rPr lang="en-US" sz="1400"/>
              <a:t>Reduce confusion during the sales process and after delivery.</a:t>
            </a:r>
          </a:p>
          <a:p>
            <a:r>
              <a:rPr lang="en-US" sz="1400" b="1"/>
              <a:t>Study:</a:t>
            </a:r>
            <a:endParaRPr lang="en-US" sz="1400"/>
          </a:p>
          <a:p>
            <a:pPr lvl="1"/>
            <a:r>
              <a:rPr lang="en-US" sz="1400"/>
              <a:t>Online choice-based </a:t>
            </a:r>
            <a:r>
              <a:rPr lang="en-US" sz="1400" b="1"/>
              <a:t>conjoint survey</a:t>
            </a:r>
            <a:r>
              <a:rPr lang="en-US" sz="1400"/>
              <a:t>.</a:t>
            </a:r>
          </a:p>
          <a:p>
            <a:pPr lvl="1"/>
            <a:r>
              <a:rPr lang="en-US" sz="1400"/>
              <a:t>Attributes: Plans, XR realism, where you can use it, saved configurations, collaboration features, monthly price.</a:t>
            </a:r>
          </a:p>
          <a:p>
            <a:pPr lvl="1"/>
            <a:r>
              <a:rPr lang="en-US" sz="1400"/>
              <a:t>We use the results to define </a:t>
            </a:r>
            <a:r>
              <a:rPr lang="en-US" sz="1400" b="1"/>
              <a:t>target segments</a:t>
            </a:r>
            <a:r>
              <a:rPr lang="en-US" sz="1400"/>
              <a:t> and a </a:t>
            </a:r>
            <a:r>
              <a:rPr lang="en-US" sz="1400" b="1"/>
              <a:t>pricing strategy</a:t>
            </a:r>
            <a:r>
              <a:rPr lang="en-US" sz="1400"/>
              <a:t>.</a:t>
            </a:r>
          </a:p>
        </p:txBody>
      </p:sp>
      <p:pic>
        <p:nvPicPr>
          <p:cNvPr id="9218" name="Picture 2" descr="Innovative uses for extended reality (XR) in automotive. | Aquent">
            <a:extLst>
              <a:ext uri="{FF2B5EF4-FFF2-40B4-BE49-F238E27FC236}">
                <a16:creationId xmlns:a16="http://schemas.microsoft.com/office/drawing/2014/main" id="{B2EB7745-5FCA-59E7-DB75-139A088572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79766" y="860197"/>
            <a:ext cx="3712869" cy="208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A person working in a car&#10;&#10;AI-generated content may be incorrect.">
            <a:extLst>
              <a:ext uri="{FF2B5EF4-FFF2-40B4-BE49-F238E27FC236}">
                <a16:creationId xmlns:a16="http://schemas.microsoft.com/office/drawing/2014/main" id="{EAE08D46-630C-91B3-CAD2-5BF6357E3B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99" t="10266" r="-430" b="25085"/>
          <a:stretch>
            <a:fillRect/>
          </a:stretch>
        </p:blipFill>
        <p:spPr>
          <a:xfrm>
            <a:off x="8221576" y="3375824"/>
            <a:ext cx="2600536" cy="2243263"/>
          </a:xfrm>
          <a:prstGeom prst="rect">
            <a:avLst/>
          </a:prstGeom>
          <a:noFill/>
        </p:spPr>
      </p:pic>
      <p:sp>
        <p:nvSpPr>
          <p:cNvPr id="9221" name="Rectangle 9220">
            <a:extLst>
              <a:ext uri="{FF2B5EF4-FFF2-40B4-BE49-F238E27FC236}">
                <a16:creationId xmlns:a16="http://schemas.microsoft.com/office/drawing/2014/main" id="{5A65989E-BBD5-44D7-AA86-7AFD5D46B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66000">
                <a:srgbClr val="000000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27" name="Rectangle 9226">
            <a:extLst>
              <a:ext uri="{FF2B5EF4-FFF2-40B4-BE49-F238E27FC236}">
                <a16:creationId xmlns:a16="http://schemas.microsoft.com/office/drawing/2014/main" id="{231A2881-D8D7-4A7D-ACA3-E9F849F85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6400800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798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9B574B-8666-68A6-F8FF-A08B71EA9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" name="Rectangle 11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Freeform: Shape 1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08DAD3-1373-2963-6CBA-3D5F8D15F74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b="1" kern="120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Drives Choice</a:t>
            </a:r>
            <a:br>
              <a:rPr lang="en-US" sz="4000" b="1" kern="120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4000" b="1" kern="120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Preferences - Attribute Importance</a:t>
            </a:r>
          </a:p>
        </p:txBody>
      </p:sp>
      <p:sp>
        <p:nvSpPr>
          <p:cNvPr id="110" name="Content Placeholder 2">
            <a:extLst>
              <a:ext uri="{FF2B5EF4-FFF2-40B4-BE49-F238E27FC236}">
                <a16:creationId xmlns:a16="http://schemas.microsoft.com/office/drawing/2014/main" id="{B3223876-D7A4-9396-CB59-E2BC93921CD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424155" y="586855"/>
            <a:ext cx="3548486" cy="5546047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lvl="0"/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Our conjoint results show the following </a:t>
            </a:r>
            <a:r>
              <a:rPr lang="en-US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importance scores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lvl="1"/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Monthly price: 41.2%</a:t>
            </a:r>
          </a:p>
          <a:p>
            <a:pPr lvl="1"/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Collaboration features: 15.3%</a:t>
            </a:r>
          </a:p>
          <a:p>
            <a:pPr lvl="1"/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XR Realism (content quality): 12.4%</a:t>
            </a:r>
          </a:p>
          <a:p>
            <a:pPr lvl="1"/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 you can use it (showroom vs showroom + home): 11.4%</a:t>
            </a:r>
          </a:p>
          <a:p>
            <a:pPr lvl="1"/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Plans (feature bundle): 10.2%</a:t>
            </a:r>
          </a:p>
          <a:p>
            <a:pPr lvl="1"/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Saved configurations: 9.5%</a:t>
            </a:r>
          </a:p>
          <a:p>
            <a:pPr lvl="0"/>
            <a:r>
              <a:rPr lang="en-US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Interpretation:</a:t>
            </a:r>
          </a:p>
          <a:p>
            <a:pPr lvl="1"/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Price is the single largest driver of choice, which fits a recurring monthly subscription.</a:t>
            </a:r>
          </a:p>
          <a:p>
            <a:pPr lvl="1"/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Non-price features still matter a lot: collaboration + XR realism + access location together account for almost 40% of decisions.</a:t>
            </a:r>
          </a:p>
          <a:p>
            <a:pPr lvl="1"/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 value useful collaboration tools and high-quality XR realism, not just a cheap plan.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77F32C6E-124D-0B58-E24A-1802378E6D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3097048"/>
              </p:ext>
            </p:extLst>
          </p:nvPr>
        </p:nvGraphicFramePr>
        <p:xfrm>
          <a:off x="8109502" y="473654"/>
          <a:ext cx="3615776" cy="59225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01502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3E9EEA-2F16-EA99-9E50-D9F4C7900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C3F4E-3B1F-45EA-FE19-E651385D3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833" y="336375"/>
            <a:ext cx="10760054" cy="1228299"/>
          </a:xfrm>
        </p:spPr>
        <p:txBody>
          <a:bodyPr>
            <a:normAutofit/>
          </a:bodyPr>
          <a:lstStyle/>
          <a:p>
            <a:r>
              <a:rPr lang="en-US" sz="4000" b="1">
                <a:latin typeface="Calibri" panose="020F0502020204030204" pitchFamily="34" charset="0"/>
                <a:cs typeface="Calibri" panose="020F0502020204030204" pitchFamily="34" charset="0"/>
              </a:rPr>
              <a:t>Trouble with Current Solutions (Content + Access)</a:t>
            </a:r>
            <a:br>
              <a:rPr lang="en-US" sz="4000" b="1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b="1">
                <a:latin typeface="Calibri" panose="020F0502020204030204" pitchFamily="34" charset="0"/>
                <a:cs typeface="Calibri" panose="020F0502020204030204" pitchFamily="34" charset="0"/>
              </a:rPr>
              <a:t>Current Solutions and Unmet Needs</a:t>
            </a:r>
            <a:endParaRPr lang="en-US" sz="40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67" name="Content Placeholder 2">
            <a:extLst>
              <a:ext uri="{FF2B5EF4-FFF2-40B4-BE49-F238E27FC236}">
                <a16:creationId xmlns:a16="http://schemas.microsoft.com/office/drawing/2014/main" id="{3179B7C6-172B-CC9E-1E9B-71C2A8B50A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0623158"/>
              </p:ext>
            </p:extLst>
          </p:nvPr>
        </p:nvGraphicFramePr>
        <p:xfrm>
          <a:off x="254833" y="1969357"/>
          <a:ext cx="11586647" cy="45736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91370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2DFA21-1199-4BD4-D200-F992AE757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97A2C-98ED-7193-F66C-82DBC18B5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909" y="389466"/>
            <a:ext cx="4412021" cy="152630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b="1" kern="1200">
                <a:latin typeface="Calibri" panose="020F0502020204030204" pitchFamily="34" charset="0"/>
                <a:cs typeface="Calibri" panose="020F0502020204030204" pitchFamily="34" charset="0"/>
              </a:rPr>
              <a:t>Target Users and Segmentation</a:t>
            </a:r>
            <a:br>
              <a:rPr lang="en-US" sz="4000" b="1" kern="120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b="1" kern="1200">
                <a:latin typeface="Calibri" panose="020F0502020204030204" pitchFamily="34" charset="0"/>
                <a:cs typeface="Calibri" panose="020F0502020204030204" pitchFamily="34" charset="0"/>
              </a:rPr>
              <a:t>Target Users - Who AutoXR Serves First</a:t>
            </a:r>
            <a:endParaRPr lang="en-US" sz="4000" b="1" kern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47F638C5-63D0-DF64-7D03-36B169589E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3048598"/>
              </p:ext>
            </p:extLst>
          </p:nvPr>
        </p:nvGraphicFramePr>
        <p:xfrm>
          <a:off x="136543" y="2032508"/>
          <a:ext cx="5307883" cy="44360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AA1F590F-107C-1B73-E882-E13180F65A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3456989"/>
              </p:ext>
            </p:extLst>
          </p:nvPr>
        </p:nvGraphicFramePr>
        <p:xfrm>
          <a:off x="5650949" y="1022049"/>
          <a:ext cx="6445770" cy="48138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0938608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39FF68-A6AC-3BE6-68B1-D70EEC0F6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5" name="Rectangle 114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7" name="Rectangle 116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Freeform: Shape 124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E16707-E209-E335-44B1-B5EA8A252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800" b="1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Utilities and Main Drivers</a:t>
            </a:r>
            <a:br>
              <a:rPr lang="en-US" sz="4000" b="1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b="1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Part Worth Utilities – Best vs Worst Profiles</a:t>
            </a:r>
            <a:endParaRPr lang="en-US" sz="4000" b="1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0" name="Content Placeholder 2">
            <a:extLst>
              <a:ext uri="{FF2B5EF4-FFF2-40B4-BE49-F238E27FC236}">
                <a16:creationId xmlns:a16="http://schemas.microsoft.com/office/drawing/2014/main" id="{DD77EE5E-B03E-1597-8342-D3436F08B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 lnSpcReduction="10000"/>
          </a:bodyPr>
          <a:lstStyle/>
          <a:p>
            <a:r>
              <a:rPr lang="en-US" sz="1600" b="1">
                <a:latin typeface="Calibri" panose="020F0502020204030204" pitchFamily="34" charset="0"/>
                <a:cs typeface="Calibri" panose="020F0502020204030204" pitchFamily="34" charset="0"/>
              </a:rPr>
              <a:t>XR realism (content):</a:t>
            </a:r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1600">
                <a:latin typeface="Calibri" panose="020F0502020204030204" pitchFamily="34" charset="0"/>
                <a:cs typeface="Calibri" panose="020F0502020204030204" pitchFamily="34" charset="0"/>
              </a:rPr>
              <a:t>Level 3 (high detail + reflections): </a:t>
            </a:r>
            <a:r>
              <a:rPr lang="en-US" sz="1600" b="1">
                <a:latin typeface="Calibri" panose="020F0502020204030204" pitchFamily="34" charset="0"/>
                <a:cs typeface="Calibri" panose="020F0502020204030204" pitchFamily="34" charset="0"/>
              </a:rPr>
              <a:t>+37.42 utils, </a:t>
            </a:r>
          </a:p>
          <a:p>
            <a:pPr lvl="1"/>
            <a:r>
              <a:rPr lang="en-US" sz="1600">
                <a:latin typeface="Calibri" panose="020F0502020204030204" pitchFamily="34" charset="0"/>
                <a:cs typeface="Calibri" panose="020F0502020204030204" pitchFamily="34" charset="0"/>
              </a:rPr>
              <a:t>Level 2 (lighting only): </a:t>
            </a:r>
            <a:r>
              <a:rPr lang="en-US" sz="1600" b="1">
                <a:latin typeface="Calibri" panose="020F0502020204030204" pitchFamily="34" charset="0"/>
                <a:cs typeface="Calibri" panose="020F0502020204030204" pitchFamily="34" charset="0"/>
              </a:rPr>
              <a:t>-36.88 utils or </a:t>
            </a:r>
          </a:p>
          <a:p>
            <a:pPr lvl="1"/>
            <a:r>
              <a:rPr lang="en-US" sz="1600">
                <a:latin typeface="Calibri" panose="020F0502020204030204" pitchFamily="34" charset="0"/>
                <a:cs typeface="Calibri" panose="020F0502020204030204" pitchFamily="34" charset="0"/>
              </a:rPr>
              <a:t>Level 1 (basic overlay): </a:t>
            </a:r>
            <a:r>
              <a:rPr lang="en-US" sz="1600" b="1">
                <a:latin typeface="Calibri" panose="020F0502020204030204" pitchFamily="34" charset="0"/>
                <a:cs typeface="Calibri" panose="020F0502020204030204" pitchFamily="34" charset="0"/>
              </a:rPr>
              <a:t>-0.54 utils </a:t>
            </a:r>
          </a:p>
          <a:p>
            <a:pPr lvl="1"/>
            <a:r>
              <a:rPr lang="en-US" sz="1600">
                <a:latin typeface="Calibri" panose="020F0502020204030204" pitchFamily="34" charset="0"/>
                <a:cs typeface="Calibri" panose="020F0502020204030204" pitchFamily="34" charset="0"/>
              </a:rPr>
              <a:t>→ Only </a:t>
            </a:r>
            <a:r>
              <a:rPr lang="en-US" sz="1600" b="1">
                <a:latin typeface="Calibri" panose="020F0502020204030204" pitchFamily="34" charset="0"/>
                <a:cs typeface="Calibri" panose="020F0502020204030204" pitchFamily="34" charset="0"/>
              </a:rPr>
              <a:t>full realism (Level 3)</a:t>
            </a:r>
            <a:r>
              <a:rPr lang="en-US" sz="1600">
                <a:latin typeface="Calibri" panose="020F0502020204030204" pitchFamily="34" charset="0"/>
                <a:cs typeface="Calibri" panose="020F0502020204030204" pitchFamily="34" charset="0"/>
              </a:rPr>
              <a:t> is clearly preferred.</a:t>
            </a:r>
          </a:p>
          <a:p>
            <a:r>
              <a:rPr lang="en-US" sz="1600" b="1">
                <a:latin typeface="Calibri" panose="020F0502020204030204" pitchFamily="34" charset="0"/>
                <a:cs typeface="Calibri" panose="020F0502020204030204" pitchFamily="34" charset="0"/>
              </a:rPr>
              <a:t>Where you can use it (Access): </a:t>
            </a:r>
          </a:p>
          <a:p>
            <a:pPr lvl="1"/>
            <a:r>
              <a:rPr lang="en-US" sz="1600">
                <a:latin typeface="Calibri" panose="020F0502020204030204" pitchFamily="34" charset="0"/>
                <a:cs typeface="Calibri" panose="020F0502020204030204" pitchFamily="34" charset="0"/>
              </a:rPr>
              <a:t>Showroom + at home: </a:t>
            </a:r>
            <a:r>
              <a:rPr lang="en-US" sz="1600" b="1">
                <a:latin typeface="Calibri" panose="020F0502020204030204" pitchFamily="34" charset="0"/>
                <a:cs typeface="Calibri" panose="020F0502020204030204" pitchFamily="34" charset="0"/>
              </a:rPr>
              <a:t>+32.24 utils or</a:t>
            </a:r>
          </a:p>
          <a:p>
            <a:pPr lvl="1"/>
            <a:r>
              <a:rPr lang="en-US" sz="1600">
                <a:latin typeface="Calibri" panose="020F0502020204030204" pitchFamily="34" charset="0"/>
                <a:cs typeface="Calibri" panose="020F0502020204030204" pitchFamily="34" charset="0"/>
              </a:rPr>
              <a:t>Showroom only: </a:t>
            </a:r>
            <a:r>
              <a:rPr lang="en-US" sz="1600" b="1">
                <a:latin typeface="Calibri" panose="020F0502020204030204" pitchFamily="34" charset="0"/>
                <a:cs typeface="Calibri" panose="020F0502020204030204" pitchFamily="34" charset="0"/>
              </a:rPr>
              <a:t>-32.24 utils </a:t>
            </a:r>
            <a:r>
              <a:rPr lang="en-US" sz="1600">
                <a:latin typeface="Calibri" panose="020F0502020204030204" pitchFamily="34" charset="0"/>
                <a:cs typeface="Calibri" panose="020F0502020204030204" pitchFamily="34" charset="0"/>
              </a:rPr>
              <a:t>→ Strong penalty for </a:t>
            </a:r>
            <a:r>
              <a:rPr lang="en-US" sz="1600" b="1">
                <a:latin typeface="Calibri" panose="020F0502020204030204" pitchFamily="34" charset="0"/>
                <a:cs typeface="Calibri" panose="020F0502020204030204" pitchFamily="34" charset="0"/>
              </a:rPr>
              <a:t>showroom-only</a:t>
            </a:r>
            <a:r>
              <a:rPr lang="en-US" sz="1600">
                <a:latin typeface="Calibri" panose="020F0502020204030204" pitchFamily="34" charset="0"/>
                <a:cs typeface="Calibri" panose="020F0502020204030204" pitchFamily="34" charset="0"/>
              </a:rPr>
              <a:t> experiences.</a:t>
            </a:r>
          </a:p>
          <a:p>
            <a:r>
              <a:rPr lang="en-US" sz="1600" b="1">
                <a:latin typeface="Calibri" panose="020F0502020204030204" pitchFamily="34" charset="0"/>
                <a:cs typeface="Calibri" panose="020F0502020204030204" pitchFamily="34" charset="0"/>
              </a:rPr>
              <a:t>Collaboration:</a:t>
            </a:r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1600">
                <a:latin typeface="Calibri" panose="020F0502020204030204" pitchFamily="34" charset="0"/>
                <a:cs typeface="Calibri" panose="020F0502020204030204" pitchFamily="34" charset="0"/>
              </a:rPr>
              <a:t>Dealer annotations: </a:t>
            </a:r>
            <a:r>
              <a:rPr lang="en-US" sz="1600" b="1">
                <a:latin typeface="Calibri" panose="020F0502020204030204" pitchFamily="34" charset="0"/>
                <a:cs typeface="Calibri" panose="020F0502020204030204" pitchFamily="34" charset="0"/>
              </a:rPr>
              <a:t>+20.3 utils </a:t>
            </a:r>
            <a:r>
              <a:rPr lang="en-US" sz="1600">
                <a:latin typeface="Calibri" panose="020F0502020204030204" pitchFamily="34" charset="0"/>
                <a:cs typeface="Calibri" panose="020F0502020204030204" pitchFamily="34" charset="0"/>
              </a:rPr>
              <a:t>Friends/family sharing: </a:t>
            </a:r>
            <a:r>
              <a:rPr lang="en-US" sz="1600" b="1">
                <a:latin typeface="Calibri" panose="020F0502020204030204" pitchFamily="34" charset="0"/>
                <a:cs typeface="Calibri" panose="020F0502020204030204" pitchFamily="34" charset="0"/>
              </a:rPr>
              <a:t>+6.7 utils or </a:t>
            </a:r>
            <a:r>
              <a:rPr lang="en-US" sz="1600">
                <a:latin typeface="Calibri" panose="020F0502020204030204" pitchFamily="34" charset="0"/>
                <a:cs typeface="Calibri" panose="020F0502020204030204" pitchFamily="34" charset="0"/>
              </a:rPr>
              <a:t>None: </a:t>
            </a:r>
            <a:r>
              <a:rPr lang="en-US" sz="1600" b="1">
                <a:latin typeface="Calibri" panose="020F0502020204030204" pitchFamily="34" charset="0"/>
                <a:cs typeface="Calibri" panose="020F0502020204030204" pitchFamily="34" charset="0"/>
              </a:rPr>
              <a:t>-27.0 utils </a:t>
            </a:r>
            <a:r>
              <a:rPr lang="en-US" sz="1600">
                <a:latin typeface="Calibri" panose="020F0502020204030204" pitchFamily="34" charset="0"/>
                <a:cs typeface="Calibri" panose="020F0502020204030204" pitchFamily="34" charset="0"/>
              </a:rPr>
              <a:t>→ Customers want </a:t>
            </a:r>
            <a:r>
              <a:rPr lang="en-US" sz="1600" b="1">
                <a:latin typeface="Calibri" panose="020F0502020204030204" pitchFamily="34" charset="0"/>
                <a:cs typeface="Calibri" panose="020F0502020204030204" pitchFamily="34" charset="0"/>
              </a:rPr>
              <a:t>professional guidance</a:t>
            </a:r>
            <a:r>
              <a:rPr lang="en-US" sz="1600">
                <a:latin typeface="Calibri" panose="020F0502020204030204" pitchFamily="34" charset="0"/>
                <a:cs typeface="Calibri" panose="020F0502020204030204" pitchFamily="34" charset="0"/>
              </a:rPr>
              <a:t>, not no-collab.</a:t>
            </a:r>
          </a:p>
          <a:p>
            <a:r>
              <a:rPr lang="en-US" sz="1600" b="1">
                <a:latin typeface="Calibri" panose="020F0502020204030204" pitchFamily="34" charset="0"/>
                <a:cs typeface="Calibri" panose="020F0502020204030204" pitchFamily="34" charset="0"/>
              </a:rPr>
              <a:t>Price: </a:t>
            </a:r>
            <a:r>
              <a:rPr lang="en-US" sz="1600">
                <a:latin typeface="Calibri" panose="020F0502020204030204" pitchFamily="34" charset="0"/>
                <a:cs typeface="Calibri" panose="020F0502020204030204" pitchFamily="34" charset="0"/>
              </a:rPr>
              <a:t>$5/month: </a:t>
            </a:r>
            <a:r>
              <a:rPr lang="en-US" sz="1600" b="1">
                <a:latin typeface="Calibri" panose="020F0502020204030204" pitchFamily="34" charset="0"/>
                <a:cs typeface="Calibri" panose="020F0502020204030204" pitchFamily="34" charset="0"/>
              </a:rPr>
              <a:t>+135.8 utils, </a:t>
            </a:r>
            <a:r>
              <a:rPr lang="en-US" sz="1600">
                <a:latin typeface="Calibri" panose="020F0502020204030204" pitchFamily="34" charset="0"/>
                <a:cs typeface="Calibri" panose="020F0502020204030204" pitchFamily="34" charset="0"/>
              </a:rPr>
              <a:t>$10/month: </a:t>
            </a:r>
            <a:r>
              <a:rPr lang="en-US" sz="1600" b="1">
                <a:latin typeface="Calibri" panose="020F0502020204030204" pitchFamily="34" charset="0"/>
                <a:cs typeface="Calibri" panose="020F0502020204030204" pitchFamily="34" charset="0"/>
              </a:rPr>
              <a:t>-38.2 utils or </a:t>
            </a:r>
            <a:r>
              <a:rPr lang="en-US" sz="1600">
                <a:latin typeface="Calibri" panose="020F0502020204030204" pitchFamily="34" charset="0"/>
                <a:cs typeface="Calibri" panose="020F0502020204030204" pitchFamily="34" charset="0"/>
              </a:rPr>
              <a:t>$20/month: </a:t>
            </a:r>
            <a:r>
              <a:rPr lang="en-US" sz="1600" b="1">
                <a:latin typeface="Calibri" panose="020F0502020204030204" pitchFamily="34" charset="0"/>
                <a:cs typeface="Calibri" panose="020F0502020204030204" pitchFamily="34" charset="0"/>
              </a:rPr>
              <a:t>-97.6 utils </a:t>
            </a:r>
            <a:r>
              <a:rPr lang="en-US" sz="1600">
                <a:latin typeface="Calibri" panose="020F0502020204030204" pitchFamily="34" charset="0"/>
                <a:cs typeface="Calibri" panose="020F0502020204030204" pitchFamily="34" charset="0"/>
              </a:rPr>
              <a:t>→ Clear </a:t>
            </a:r>
            <a:r>
              <a:rPr lang="en-US" sz="1600" b="1">
                <a:latin typeface="Calibri" panose="020F0502020204030204" pitchFamily="34" charset="0"/>
                <a:cs typeface="Calibri" panose="020F0502020204030204" pitchFamily="34" charset="0"/>
              </a:rPr>
              <a:t>price sensitivity</a:t>
            </a:r>
            <a:r>
              <a:rPr lang="en-US" sz="1600">
                <a:latin typeface="Calibri" panose="020F0502020204030204" pitchFamily="34" charset="0"/>
                <a:cs typeface="Calibri" panose="020F0502020204030204" pitchFamily="34" charset="0"/>
              </a:rPr>
              <a:t> across the range.</a:t>
            </a:r>
          </a:p>
          <a:p>
            <a:r>
              <a:rPr lang="en-US" sz="1600" b="1">
                <a:latin typeface="Calibri" panose="020F0502020204030204" pitchFamily="34" charset="0"/>
                <a:cs typeface="Calibri" panose="020F0502020204030204" pitchFamily="34" charset="0"/>
              </a:rPr>
              <a:t>Overall:</a:t>
            </a:r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1600" b="1">
                <a:latin typeface="Calibri" panose="020F0502020204030204" pitchFamily="34" charset="0"/>
                <a:cs typeface="Calibri" panose="020F0502020204030204" pitchFamily="34" charset="0"/>
              </a:rPr>
              <a:t>Best profile:</a:t>
            </a:r>
            <a:r>
              <a:rPr lang="en-US" sz="1600">
                <a:latin typeface="Calibri" panose="020F0502020204030204" pitchFamily="34" charset="0"/>
                <a:cs typeface="Calibri" panose="020F0502020204030204" pitchFamily="34" charset="0"/>
              </a:rPr>
              <a:t> Level 3 realism, showroom + home, dealer annotations, lower price.</a:t>
            </a:r>
          </a:p>
          <a:p>
            <a:pPr lvl="1"/>
            <a:r>
              <a:rPr lang="en-US" sz="1600" b="1">
                <a:latin typeface="Calibri" panose="020F0502020204030204" pitchFamily="34" charset="0"/>
                <a:cs typeface="Calibri" panose="020F0502020204030204" pitchFamily="34" charset="0"/>
              </a:rPr>
              <a:t>Worst profile:</a:t>
            </a:r>
            <a:r>
              <a:rPr lang="en-US" sz="1600">
                <a:latin typeface="Calibri" panose="020F0502020204030204" pitchFamily="34" charset="0"/>
                <a:cs typeface="Calibri" panose="020F0502020204030204" pitchFamily="34" charset="0"/>
              </a:rPr>
              <a:t> Mid/low realism, showroom-only, no collaboration, high price.</a:t>
            </a:r>
          </a:p>
        </p:txBody>
      </p:sp>
    </p:spTree>
    <p:extLst>
      <p:ext uri="{BB962C8B-B14F-4D97-AF65-F5344CB8AC3E}">
        <p14:creationId xmlns:p14="http://schemas.microsoft.com/office/powerpoint/2010/main" val="1204872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04A74C-46AE-8EDF-54AF-E43615592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B1212-9329-0D77-5F53-B369664C9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179" y="174527"/>
            <a:ext cx="10515600" cy="1325563"/>
          </a:xfrm>
        </p:spPr>
        <p:txBody>
          <a:bodyPr>
            <a:normAutofit/>
          </a:bodyPr>
          <a:lstStyle/>
          <a:p>
            <a:r>
              <a:rPr lang="en-US" sz="4100" b="1">
                <a:latin typeface="Calibri" panose="020F0502020204030204" pitchFamily="34" charset="0"/>
                <a:cs typeface="Calibri" panose="020F0502020204030204" pitchFamily="34" charset="0"/>
              </a:rPr>
              <a:t>Willingness to Pay for Key Features</a:t>
            </a:r>
            <a:br>
              <a:rPr lang="en-US" sz="4100" b="1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b="1">
                <a:latin typeface="Calibri" panose="020F0502020204030204" pitchFamily="34" charset="0"/>
                <a:cs typeface="Calibri" panose="020F0502020204030204" pitchFamily="34" charset="0"/>
              </a:rPr>
              <a:t>Willingness to Pay – Using the Price Attribute</a:t>
            </a:r>
            <a:endParaRPr lang="en-US" sz="41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0" name="Content Placeholder 2">
            <a:extLst>
              <a:ext uri="{FF2B5EF4-FFF2-40B4-BE49-F238E27FC236}">
                <a16:creationId xmlns:a16="http://schemas.microsoft.com/office/drawing/2014/main" id="{48A4673A-5CE0-4AEB-C382-08CCC7A7DB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703" y="1833304"/>
            <a:ext cx="6233447" cy="4559829"/>
          </a:xfrm>
        </p:spPr>
        <p:txBody>
          <a:bodyPr vert="horz" lIns="91440" tIns="45720" rIns="91440" bIns="45720" rtlCol="0" anchor="t">
            <a:noAutofit/>
          </a:bodyPr>
          <a:lstStyle/>
          <a:p>
            <a:pPr lvl="0"/>
            <a:r>
              <a:rPr lang="en-US" sz="1400">
                <a:latin typeface="Calibri"/>
                <a:ea typeface="Calibri"/>
                <a:cs typeface="Calibri"/>
              </a:rPr>
              <a:t>From the </a:t>
            </a:r>
            <a:r>
              <a:rPr lang="en-US" sz="1400" b="1">
                <a:latin typeface="Calibri"/>
                <a:ea typeface="Calibri"/>
                <a:cs typeface="Calibri"/>
              </a:rPr>
              <a:t>price utilities</a:t>
            </a:r>
            <a:r>
              <a:rPr lang="en-US" sz="1400">
                <a:latin typeface="Calibri"/>
                <a:ea typeface="Calibri"/>
                <a:cs typeface="Calibri"/>
              </a:rPr>
              <a:t> (5 dollars vs 20 dollars per month), the model implies: </a:t>
            </a:r>
          </a:p>
          <a:p>
            <a:pPr lvl="1"/>
            <a:r>
              <a:rPr lang="en-US" sz="1400">
                <a:latin typeface="Calibri"/>
                <a:ea typeface="Calibri"/>
                <a:cs typeface="Calibri"/>
              </a:rPr>
              <a:t>One util is worth about </a:t>
            </a:r>
            <a:r>
              <a:rPr lang="en-US" sz="1400" b="1">
                <a:latin typeface="Calibri"/>
                <a:ea typeface="Calibri"/>
                <a:cs typeface="Calibri"/>
              </a:rPr>
              <a:t>$0.06 per month</a:t>
            </a:r>
          </a:p>
          <a:p>
            <a:pPr lvl="0"/>
            <a:r>
              <a:rPr lang="en-US" sz="1400" b="1">
                <a:latin typeface="Calibri"/>
                <a:ea typeface="Calibri"/>
                <a:cs typeface="Calibri"/>
              </a:rPr>
              <a:t>Extra willingness to pay per month compared to a basic option: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 lvl="1"/>
            <a:r>
              <a:rPr lang="en-US" sz="1400" b="1">
                <a:latin typeface="Calibri"/>
                <a:ea typeface="Calibri"/>
                <a:cs typeface="Calibri"/>
              </a:rPr>
              <a:t>High realism XR (Level 3 instead of Level 1)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 lvl="2"/>
            <a:r>
              <a:rPr lang="en-US" sz="1400">
                <a:latin typeface="Calibri"/>
                <a:ea typeface="Calibri"/>
                <a:cs typeface="Calibri"/>
              </a:rPr>
              <a:t>Utility difference is about 38 utils. This is worth about </a:t>
            </a:r>
            <a:r>
              <a:rPr lang="en-US" sz="1400" b="1">
                <a:latin typeface="Calibri"/>
                <a:ea typeface="Calibri"/>
                <a:cs typeface="Calibri"/>
              </a:rPr>
              <a:t>$2.4 more per month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 lvl="1"/>
            <a:r>
              <a:rPr lang="en-US" sz="1400" b="1">
                <a:latin typeface="Calibri"/>
                <a:ea typeface="Calibri"/>
                <a:cs typeface="Calibri"/>
              </a:rPr>
              <a:t>Use </a:t>
            </a:r>
            <a:r>
              <a:rPr lang="en-US" sz="1400" b="1" err="1">
                <a:latin typeface="Calibri"/>
                <a:ea typeface="Calibri"/>
                <a:cs typeface="Calibri"/>
              </a:rPr>
              <a:t>AutoXR</a:t>
            </a:r>
            <a:r>
              <a:rPr lang="en-US" sz="1400" b="1">
                <a:latin typeface="Calibri"/>
                <a:ea typeface="Calibri"/>
                <a:cs typeface="Calibri"/>
              </a:rPr>
              <a:t> in the showroom and at home (instead of showroom only)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 lvl="2"/>
            <a:r>
              <a:rPr lang="en-US" sz="1400">
                <a:latin typeface="Calibri"/>
                <a:ea typeface="Calibri"/>
                <a:cs typeface="Calibri"/>
              </a:rPr>
              <a:t>Utility difference is about 64.5 utils. This is worth about </a:t>
            </a:r>
            <a:r>
              <a:rPr lang="en-US" sz="1400" b="1">
                <a:latin typeface="Calibri"/>
                <a:ea typeface="Calibri"/>
                <a:cs typeface="Calibri"/>
              </a:rPr>
              <a:t>$4.1 more per month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 lvl="1"/>
            <a:r>
              <a:rPr lang="en-US" sz="1400" b="1">
                <a:latin typeface="Calibri"/>
                <a:ea typeface="Calibri"/>
                <a:cs typeface="Calibri"/>
              </a:rPr>
              <a:t>Dealer annotations (instead of no collaboration)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 lvl="2"/>
            <a:r>
              <a:rPr lang="en-US" sz="1400">
                <a:latin typeface="Calibri"/>
                <a:ea typeface="Calibri"/>
                <a:cs typeface="Calibri"/>
              </a:rPr>
              <a:t>Utility difference is about 47.3 utils. This is worth about </a:t>
            </a:r>
            <a:r>
              <a:rPr lang="en-US" sz="1400" b="1">
                <a:latin typeface="Calibri"/>
                <a:ea typeface="Calibri"/>
                <a:cs typeface="Calibri"/>
              </a:rPr>
              <a:t>$3.0 more per month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 lvl="0"/>
            <a:r>
              <a:rPr lang="en-US" sz="1400" b="1">
                <a:latin typeface="Calibri"/>
                <a:ea typeface="Calibri"/>
                <a:cs typeface="Calibri"/>
              </a:rPr>
              <a:t>Interpretation (link to lecture concepts):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 lvl="1"/>
            <a:r>
              <a:rPr lang="en-US" sz="1400">
                <a:latin typeface="Calibri"/>
                <a:ea typeface="Calibri"/>
                <a:cs typeface="Calibri"/>
              </a:rPr>
              <a:t>These numbers show the </a:t>
            </a:r>
            <a:r>
              <a:rPr lang="en-US" sz="1400" b="1">
                <a:latin typeface="Calibri"/>
                <a:ea typeface="Calibri"/>
                <a:cs typeface="Calibri"/>
              </a:rPr>
              <a:t>monetary value of each feature</a:t>
            </a:r>
            <a:r>
              <a:rPr lang="en-US" sz="1400">
                <a:latin typeface="Calibri"/>
                <a:ea typeface="Calibri"/>
                <a:cs typeface="Calibri"/>
              </a:rPr>
              <a:t> on the demand curve.</a:t>
            </a:r>
          </a:p>
          <a:p>
            <a:pPr lvl="1"/>
            <a:r>
              <a:rPr lang="en-US" sz="1400">
                <a:latin typeface="Calibri"/>
                <a:ea typeface="Calibri"/>
                <a:cs typeface="Calibri"/>
              </a:rPr>
              <a:t>Customers are willing to pay several dollars more per month for:</a:t>
            </a:r>
          </a:p>
          <a:p>
            <a:pPr lvl="2"/>
            <a:r>
              <a:rPr lang="en-US" sz="1400">
                <a:latin typeface="Calibri"/>
                <a:ea typeface="Calibri"/>
                <a:cs typeface="Calibri"/>
              </a:rPr>
              <a:t>Better content, more usage occasions, better guidance.</a:t>
            </a:r>
          </a:p>
          <a:p>
            <a:pPr lvl="1"/>
            <a:r>
              <a:rPr lang="en-US" sz="1400">
                <a:latin typeface="Calibri"/>
                <a:ea typeface="Calibri"/>
                <a:cs typeface="Calibri"/>
              </a:rPr>
              <a:t>This supports a </a:t>
            </a:r>
            <a:r>
              <a:rPr lang="en-US" sz="1400" b="1">
                <a:latin typeface="Calibri"/>
                <a:ea typeface="Calibri"/>
                <a:cs typeface="Calibri"/>
              </a:rPr>
              <a:t>two-tier strategy</a:t>
            </a:r>
            <a:r>
              <a:rPr lang="en-US" sz="1400">
                <a:latin typeface="Calibri"/>
                <a:ea typeface="Calibri"/>
                <a:cs typeface="Calibri"/>
              </a:rPr>
              <a:t>: a basic plan and a premium plan that captures this extra value.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1FED8729-1979-0C1D-D1EB-FFAD28F697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57742011"/>
              </p:ext>
            </p:extLst>
          </p:nvPr>
        </p:nvGraphicFramePr>
        <p:xfrm>
          <a:off x="7433733" y="1980572"/>
          <a:ext cx="4055533" cy="34773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75049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03E4EA-A82B-3C3D-E2A6-7C6F7815A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5" name="Rectangle 114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Freeform: Shape 122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AD1004-2B23-CE8D-5FC8-BF38A5487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b="1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EVC Analysis</a:t>
            </a:r>
            <a:br>
              <a:rPr lang="en-US" b="1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Competitive </a:t>
            </a:r>
            <a:r>
              <a:rPr lang="en-US" sz="2000" b="1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Landscape &amp; Reference Value</a:t>
            </a:r>
            <a:endParaRPr lang="en-US" sz="4000" b="1">
              <a:solidFill>
                <a:srgbClr val="FFFFFF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pic>
        <p:nvPicPr>
          <p:cNvPr id="3" name="Picture 2" descr="A diagram of a diagram of a customer&#10;&#10;AI-generated content may be incorrect.">
            <a:extLst>
              <a:ext uri="{FF2B5EF4-FFF2-40B4-BE49-F238E27FC236}">
                <a16:creationId xmlns:a16="http://schemas.microsoft.com/office/drawing/2014/main" id="{41CD31BF-E615-5260-67ED-3DA4EC376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2751" y="2308519"/>
            <a:ext cx="4149062" cy="2261238"/>
          </a:xfrm>
          <a:prstGeom prst="rect">
            <a:avLst/>
          </a:prstGeom>
        </p:spPr>
      </p:pic>
      <p:sp>
        <p:nvSpPr>
          <p:cNvPr id="110" name="Content Placeholder 2">
            <a:extLst>
              <a:ext uri="{FF2B5EF4-FFF2-40B4-BE49-F238E27FC236}">
                <a16:creationId xmlns:a16="http://schemas.microsoft.com/office/drawing/2014/main" id="{2BC0262F-E1AE-3E8E-1DB3-8935ADCC6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0038" y="598710"/>
            <a:ext cx="3754130" cy="5855545"/>
          </a:xfrm>
        </p:spPr>
        <p:txBody>
          <a:bodyPr anchor="ctr">
            <a:normAutofit/>
          </a:bodyPr>
          <a:lstStyle/>
          <a:p>
            <a:r>
              <a:rPr lang="en-US" sz="1600" b="1"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Reference Anchor:</a:t>
            </a:r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 Unreal Automotive Configurator ($1,850/yr). </a:t>
            </a:r>
          </a:p>
          <a:p>
            <a:r>
              <a:rPr lang="en-US" sz="1600"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High fidelity, but lacks dealer workflows and full-scale </a:t>
            </a:r>
            <a:br>
              <a:rPr lang="en-US" sz="160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AR integration.</a:t>
            </a:r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1"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Market Ceiling:</a:t>
            </a:r>
            <a:r>
              <a:rPr lang="en-US" sz="1600"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 Enterprise solutions like Unity Forma/ZeroLight</a:t>
            </a:r>
            <a:br>
              <a:rPr lang="en-US" sz="1600"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</a:br>
            <a:r>
              <a:rPr lang="en-US" sz="1600"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 cost more ($100k+).</a:t>
            </a:r>
          </a:p>
          <a:p>
            <a:r>
              <a:rPr lang="en-US" sz="1600" b="1"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AutoXR Opportunity:</a:t>
            </a:r>
            <a:r>
              <a:rPr lang="en-US" sz="1600"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Fills the "Mid-Market" gap</a:t>
            </a:r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More capable than raw tools (Unreal), more accessible </a:t>
            </a:r>
            <a:br>
              <a:rPr lang="en-US" sz="1600"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</a:br>
            <a:r>
              <a:rPr lang="en-US" sz="1600"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than enterprise engines.</a:t>
            </a:r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1"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Survey Validation:</a:t>
            </a:r>
            <a:r>
              <a:rPr lang="en-US" sz="1600"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 </a:t>
            </a:r>
            <a:endParaRPr lang="en-US" sz="160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72.5% found reference prices "about right" or "too low," </a:t>
            </a:r>
            <a:endParaRPr lang="en-US" sz="160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Users value realism over budget tools.</a:t>
            </a:r>
            <a:endParaRPr lang="en-US" sz="160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r>
              <a:rPr lang="en-US" sz="1600" b="1"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Conclusion:</a:t>
            </a:r>
            <a:r>
              <a:rPr lang="en-US" sz="1600"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 AutoXR’s base utility exceeds the $1,850/yr benchmark.</a:t>
            </a:r>
            <a:endParaRPr lang="en-US" sz="160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160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32651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434C37-CDF1-2E51-AD52-7059AF30F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E95D1-7169-4682-6AE7-F9E6C8C2E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878" y="741391"/>
            <a:ext cx="4491821" cy="1616203"/>
          </a:xfrm>
        </p:spPr>
        <p:txBody>
          <a:bodyPr anchor="b">
            <a:normAutofit/>
          </a:bodyPr>
          <a:lstStyle/>
          <a:p>
            <a:r>
              <a:rPr lang="en-US" sz="4000" b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EVC Analysis</a:t>
            </a:r>
            <a:br>
              <a:rPr lang="en-US" sz="3200" b="1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V</a:t>
            </a:r>
            <a:r>
              <a:rPr lang="en-US" sz="1800">
                <a:latin typeface="Calibri" panose="020F0502020204030204" pitchFamily="34" charset="0"/>
                <a:ea typeface="+mj-lt"/>
                <a:cs typeface="Calibri" panose="020F0502020204030204" pitchFamily="34" charset="0"/>
              </a:rPr>
              <a:t>alue Drivers &amp; Positioning</a:t>
            </a:r>
            <a:endParaRPr lang="en-US" sz="3200" b="1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110" name="Content Placeholder 2">
            <a:extLst>
              <a:ext uri="{FF2B5EF4-FFF2-40B4-BE49-F238E27FC236}">
                <a16:creationId xmlns:a16="http://schemas.microsoft.com/office/drawing/2014/main" id="{E8E9699B-8C60-D39F-47B8-A216A777A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3878" y="2533476"/>
            <a:ext cx="4491820" cy="3447832"/>
          </a:xfrm>
        </p:spPr>
        <p:txBody>
          <a:bodyPr anchor="t">
            <a:normAutofit/>
          </a:bodyPr>
          <a:lstStyle/>
          <a:p>
            <a:r>
              <a:rPr lang="en-US" sz="1600" b="1"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AR Superiority:</a:t>
            </a:r>
            <a:r>
              <a:rPr lang="en-US" sz="1600"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 72.5% rate AR better than standard previews; AutoXR adds unique full-scale alignment on physical cars</a:t>
            </a:r>
          </a:p>
          <a:p>
            <a:r>
              <a:rPr lang="en-US" sz="1600" b="1"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Operational Efficiency:</a:t>
            </a:r>
            <a:r>
              <a:rPr lang="en-US" sz="1600"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 65% of users spend 3+ hours customizing. AutoXR drastically accelerates this, saving dealer labor costs..</a:t>
            </a:r>
          </a:p>
          <a:p>
            <a:r>
              <a:rPr lang="en-US" sz="1600" b="1"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Visual Trust:</a:t>
            </a:r>
            <a:r>
              <a:rPr lang="en-US" sz="1600"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 Open-ended comments emphasize the critical need for accurate visuals.  AutoXR mitigates the customer remorse.</a:t>
            </a:r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Final Pricing: T</a:t>
            </a:r>
            <a:r>
              <a:rPr lang="en-US" sz="1600"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he price premium over Unreal (~$154/</a:t>
            </a:r>
            <a:r>
              <a:rPr lang="en-US" sz="1600" err="1"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mo</a:t>
            </a:r>
            <a:r>
              <a:rPr lang="en-US" sz="1600"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 vs. AutoXR’s ~$500+) is justified because AutoXR is sold as a </a:t>
            </a:r>
            <a:r>
              <a:rPr lang="en-US" sz="1600" b="1"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sales platform</a:t>
            </a:r>
            <a:endParaRPr lang="en-US" sz="1600" b="1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pic>
        <p:nvPicPr>
          <p:cNvPr id="165" name="Picture 164" descr="Cars parked in a line">
            <a:extLst>
              <a:ext uri="{FF2B5EF4-FFF2-40B4-BE49-F238E27FC236}">
                <a16:creationId xmlns:a16="http://schemas.microsoft.com/office/drawing/2014/main" id="{8292153D-FE42-5891-0897-8F7EDBDFF3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89" r="7845"/>
          <a:stretch>
            <a:fillRect/>
          </a:stretch>
        </p:blipFill>
        <p:spPr>
          <a:xfrm>
            <a:off x="20" y="10"/>
            <a:ext cx="6095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9589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599D32-F154-324C-7C78-3D0B26280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Choice-Based Conjoint (CBC) Analysis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145E3A2-4070-C552-8A83-09D4BEA09E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4050154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240325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6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5DD3CD-F4E3-E0CD-5948-6FCFE06E0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IN" sz="4000" b="1">
                <a:latin typeface="Calibri" panose="020F0502020204030204" pitchFamily="34" charset="0"/>
                <a:cs typeface="Calibri" panose="020F0502020204030204" pitchFamily="34" charset="0"/>
              </a:rPr>
              <a:t>Simulations Overview</a:t>
            </a:r>
            <a:endParaRPr lang="en-US" sz="40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35D585-70A6-9897-929D-F5496CFEE4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400" b="1">
                <a:latin typeface="Calibri" panose="020F0502020204030204" pitchFamily="34" charset="0"/>
                <a:cs typeface="Calibri" panose="020F0502020204030204" pitchFamily="34" charset="0"/>
              </a:rPr>
              <a:t>Goal: </a:t>
            </a:r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Converting conjoint utilities into expected adoption at different prices</a:t>
            </a:r>
          </a:p>
          <a:p>
            <a:pPr marL="0" indent="0">
              <a:buNone/>
            </a:pPr>
            <a:r>
              <a:rPr lang="en-US" sz="1400" b="1">
                <a:latin typeface="Calibri" panose="020F0502020204030204" pitchFamily="34" charset="0"/>
                <a:cs typeface="Calibri" panose="020F0502020204030204" pitchFamily="34" charset="0"/>
              </a:rPr>
              <a:t>Approach:</a:t>
            </a:r>
          </a:p>
          <a:p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Use CBC results to simulate choices between:</a:t>
            </a:r>
          </a:p>
          <a:p>
            <a:pPr lvl="1"/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Premium bundle (Plan B, Level 3 realism, showroom + home, 10 saves, dealer annotations)</a:t>
            </a:r>
          </a:p>
          <a:p>
            <a:pPr lvl="1"/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Basic bundle (Plan A, Level 1 realism, showroom only, 3 saves, no collaboration, $10/month)</a:t>
            </a:r>
          </a:p>
          <a:p>
            <a:pPr lvl="1"/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None option (“I would not choose any plan”)</a:t>
            </a:r>
          </a:p>
          <a:p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Include None in all simulations to reflect real opt-out behavior</a:t>
            </a:r>
          </a:p>
          <a:p>
            <a:pPr marL="0" indent="0">
              <a:buNone/>
            </a:pPr>
            <a:r>
              <a:rPr lang="en-US" sz="1400" b="1">
                <a:latin typeface="Calibri" panose="020F0502020204030204" pitchFamily="34" charset="0"/>
                <a:cs typeface="Calibri" panose="020F0502020204030204" pitchFamily="34" charset="0"/>
              </a:rPr>
              <a:t>Calibration:</a:t>
            </a:r>
          </a:p>
          <a:p>
            <a:pPr lvl="1"/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Respondents chose None in 18.3% of CBC tasks</a:t>
            </a:r>
          </a:p>
          <a:p>
            <a:pPr lvl="1"/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We calibrate the simulations so model “None” share matches 18.3% at the $10 reference point</a:t>
            </a:r>
          </a:p>
        </p:txBody>
      </p:sp>
      <p:pic>
        <p:nvPicPr>
          <p:cNvPr id="1026" name="Picture 2" descr="Virtual Reality for Automobile Engineering Education and Training">
            <a:extLst>
              <a:ext uri="{FF2B5EF4-FFF2-40B4-BE49-F238E27FC236}">
                <a16:creationId xmlns:a16="http://schemas.microsoft.com/office/drawing/2014/main" id="{93AAA8C5-0EF7-729E-4575-81968154F8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46" r="44724" b="-1"/>
          <a:stretch>
            <a:fillRect/>
          </a:stretch>
        </p:blipFill>
        <p:spPr bwMode="auto">
          <a:xfrm>
            <a:off x="6857797" y="-10886"/>
            <a:ext cx="5334204" cy="6868886"/>
          </a:xfrm>
          <a:prstGeom prst="rect">
            <a:avLst/>
          </a:prstGeom>
          <a:noFill/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64583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59FC16-EC7A-931C-5B2E-83A22C076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IN" sz="4000" b="1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Take-up vs Price </a:t>
            </a:r>
            <a:endParaRPr lang="en-US" sz="4000" b="1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E82C8-54B1-5224-C15C-ED1245B11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7232" y="649480"/>
            <a:ext cx="5358373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600" b="1">
                <a:latin typeface="Calibri" panose="020F0502020204030204" pitchFamily="34" charset="0"/>
                <a:cs typeface="Calibri" panose="020F0502020204030204" pitchFamily="34" charset="0"/>
              </a:rPr>
              <a:t>Simulation setup</a:t>
            </a:r>
            <a:r>
              <a:rPr lang="en-US" sz="160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342900" lvl="1" indent="-342900">
              <a:spcBef>
                <a:spcPts val="1000"/>
              </a:spcBef>
            </a:pPr>
            <a:r>
              <a:rPr lang="en-US" sz="1600">
                <a:latin typeface="Calibri" panose="020F0502020204030204" pitchFamily="34" charset="0"/>
                <a:cs typeface="Calibri" panose="020F0502020204030204" pitchFamily="34" charset="0"/>
              </a:rPr>
              <a:t>Premium price varies; Basic is fixed at $10/month</a:t>
            </a:r>
          </a:p>
          <a:p>
            <a:pPr marL="342900" lvl="1" indent="-342900">
              <a:spcBef>
                <a:spcPts val="1000"/>
              </a:spcBef>
            </a:pPr>
            <a:r>
              <a:rPr lang="en-US" sz="1600">
                <a:latin typeface="Calibri" panose="020F0502020204030204" pitchFamily="34" charset="0"/>
                <a:cs typeface="Calibri" panose="020F0502020204030204" pitchFamily="34" charset="0"/>
              </a:rPr>
              <a:t>Premium bundle includes Plan B, Level 3 realism, showroom + home, 10 saves, dealer annotations</a:t>
            </a:r>
          </a:p>
          <a:p>
            <a:pPr marL="0" indent="0">
              <a:buNone/>
            </a:pPr>
            <a:r>
              <a:rPr lang="en-US" sz="1600" b="1">
                <a:latin typeface="Calibri" panose="020F0502020204030204" pitchFamily="34" charset="0"/>
                <a:cs typeface="Calibri" panose="020F0502020204030204" pitchFamily="34" charset="0"/>
              </a:rPr>
              <a:t>Key patterns from the simulation:</a:t>
            </a:r>
          </a:p>
          <a:p>
            <a:pPr marL="228600" lvl="1">
              <a:spcBef>
                <a:spcPts val="1000"/>
              </a:spcBef>
            </a:pPr>
            <a:r>
              <a:rPr lang="en-US" sz="1600">
                <a:latin typeface="Calibri" panose="020F0502020204030204" pitchFamily="34" charset="0"/>
                <a:cs typeface="Calibri" panose="020F0502020204030204" pitchFamily="34" charset="0"/>
              </a:rPr>
              <a:t>Premium adoption is strong in the $14–$15/month range</a:t>
            </a:r>
          </a:p>
          <a:p>
            <a:pPr marL="685800" lvl="3">
              <a:spcBef>
                <a:spcPts val="1000"/>
              </a:spcBef>
            </a:pPr>
            <a:r>
              <a:rPr lang="en-US" sz="1600">
                <a:latin typeface="Calibri" panose="020F0502020204030204" pitchFamily="34" charset="0"/>
                <a:cs typeface="Calibri" panose="020F0502020204030204" pitchFamily="34" charset="0"/>
              </a:rPr>
              <a:t>Take-up remains around 50–58% in this zone</a:t>
            </a:r>
          </a:p>
          <a:p>
            <a:pPr marL="228600" lvl="1">
              <a:spcBef>
                <a:spcPts val="1000"/>
              </a:spcBef>
            </a:pPr>
            <a:r>
              <a:rPr lang="en-US" sz="1600">
                <a:latin typeface="Calibri" panose="020F0502020204030204" pitchFamily="34" charset="0"/>
                <a:cs typeface="Calibri" panose="020F0502020204030204" pitchFamily="34" charset="0"/>
              </a:rPr>
              <a:t>As price increases toward $20/month,</a:t>
            </a:r>
          </a:p>
          <a:p>
            <a:pPr marL="685800" lvl="3">
              <a:spcBef>
                <a:spcPts val="1000"/>
              </a:spcBef>
            </a:pPr>
            <a:r>
              <a:rPr lang="en-US" sz="1600">
                <a:latin typeface="Calibri" panose="020F0502020204030204" pitchFamily="34" charset="0"/>
                <a:cs typeface="Calibri" panose="020F0502020204030204" pitchFamily="34" charset="0"/>
              </a:rPr>
              <a:t>None share grows sharply</a:t>
            </a:r>
          </a:p>
          <a:p>
            <a:pPr marL="685800" lvl="3">
              <a:spcBef>
                <a:spcPts val="1000"/>
              </a:spcBef>
            </a:pPr>
            <a:r>
              <a:rPr lang="en-US" sz="1600">
                <a:latin typeface="Calibri" panose="020F0502020204030204" pitchFamily="34" charset="0"/>
                <a:cs typeface="Calibri" panose="020F0502020204030204" pitchFamily="34" charset="0"/>
              </a:rPr>
              <a:t>Many users drop out rather than accept a high premium price</a:t>
            </a:r>
          </a:p>
          <a:p>
            <a:pPr marL="228600" lvl="1">
              <a:spcBef>
                <a:spcPts val="1000"/>
              </a:spcBef>
            </a:pPr>
            <a:r>
              <a:rPr lang="en-US" sz="1600">
                <a:latin typeface="Calibri" panose="020F0502020204030204" pitchFamily="34" charset="0"/>
                <a:cs typeface="Calibri" panose="020F0502020204030204" pitchFamily="34" charset="0"/>
              </a:rPr>
              <a:t>Basic plan stays weak because it combines low realism, showroom-only access, and no collaboration, all of which have negative utilities</a:t>
            </a:r>
          </a:p>
          <a:p>
            <a:pPr marL="0" indent="0">
              <a:buNone/>
            </a:pPr>
            <a:r>
              <a:rPr lang="en-US" sz="1600" b="1">
                <a:latin typeface="Calibri" panose="020F0502020204030204" pitchFamily="34" charset="0"/>
                <a:cs typeface="Calibri" panose="020F0502020204030204" pitchFamily="34" charset="0"/>
              </a:rPr>
              <a:t>Implication:</a:t>
            </a:r>
          </a:p>
          <a:p>
            <a:pPr marL="685800" lvl="2">
              <a:spcBef>
                <a:spcPts val="1000"/>
              </a:spcBef>
            </a:pPr>
            <a:r>
              <a:rPr lang="en-US" sz="1600">
                <a:latin typeface="Calibri" panose="020F0502020204030204" pitchFamily="34" charset="0"/>
                <a:cs typeface="Calibri" panose="020F0502020204030204" pitchFamily="34" charset="0"/>
              </a:rPr>
              <a:t>The $14–$15/month range is a good starting point for a Premium tier: still attractive, without competing purely on being the cheapest option.</a:t>
            </a:r>
          </a:p>
        </p:txBody>
      </p:sp>
    </p:spTree>
    <p:extLst>
      <p:ext uri="{BB962C8B-B14F-4D97-AF65-F5344CB8AC3E}">
        <p14:creationId xmlns:p14="http://schemas.microsoft.com/office/powerpoint/2010/main" val="14795522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61643-660E-067A-1ABB-A7855C503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>
                <a:latin typeface="Calibri" panose="020F0502020204030204" pitchFamily="34" charset="0"/>
                <a:cs typeface="Calibri" panose="020F0502020204030204" pitchFamily="34" charset="0"/>
              </a:rPr>
              <a:t>Segment Comparison</a:t>
            </a:r>
            <a:endParaRPr 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6" name="Content Placeholder 11">
            <a:extLst>
              <a:ext uri="{FF2B5EF4-FFF2-40B4-BE49-F238E27FC236}">
                <a16:creationId xmlns:a16="http://schemas.microsoft.com/office/drawing/2014/main" id="{09958179-728D-2C19-52EC-385C2DCBA9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0733873"/>
              </p:ext>
            </p:extLst>
          </p:nvPr>
        </p:nvGraphicFramePr>
        <p:xfrm>
          <a:off x="746150" y="1492302"/>
          <a:ext cx="10021824" cy="50005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1D97AAA-BA56-7E5C-5AE4-177BD14636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6696278"/>
              </p:ext>
            </p:extLst>
          </p:nvPr>
        </p:nvGraphicFramePr>
        <p:xfrm>
          <a:off x="6974129" y="4712665"/>
          <a:ext cx="494507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8358">
                  <a:extLst>
                    <a:ext uri="{9D8B030D-6E8A-4147-A177-3AD203B41FA5}">
                      <a16:colId xmlns:a16="http://schemas.microsoft.com/office/drawing/2014/main" val="2880056930"/>
                    </a:ext>
                  </a:extLst>
                </a:gridCol>
                <a:gridCol w="1648358">
                  <a:extLst>
                    <a:ext uri="{9D8B030D-6E8A-4147-A177-3AD203B41FA5}">
                      <a16:colId xmlns:a16="http://schemas.microsoft.com/office/drawing/2014/main" val="1244541927"/>
                    </a:ext>
                  </a:extLst>
                </a:gridCol>
                <a:gridCol w="1648358">
                  <a:extLst>
                    <a:ext uri="{9D8B030D-6E8A-4147-A177-3AD203B41FA5}">
                      <a16:colId xmlns:a16="http://schemas.microsoft.com/office/drawing/2014/main" val="37531980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Segment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Premium share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None share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76762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Customized before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66.2%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33.8%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3489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Never customized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23.6%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76.4%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02387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82492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C8FF97-727D-1198-317E-CF9DFBECC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IN" sz="4000" b="1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Overall Conclusion </a:t>
            </a:r>
            <a:endParaRPr lang="en-US" sz="4000" b="1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8" name="Content Placeholder 4">
            <a:extLst>
              <a:ext uri="{FF2B5EF4-FFF2-40B4-BE49-F238E27FC236}">
                <a16:creationId xmlns:a16="http://schemas.microsoft.com/office/drawing/2014/main" id="{BDF00143-D3B5-FD86-5C98-C7D9148C93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266220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599962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9DDFF2-6EB3-5BD1-E586-64F3D6081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2FEE95-7ECD-B1A0-DB29-D763BA472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IN" sz="4000" b="1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Recommended Configuration &amp; Price</a:t>
            </a:r>
            <a:endParaRPr lang="en-US" sz="4000" b="1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4F09269D-B547-04E8-4FC2-B98BD2B23D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8091538"/>
              </p:ext>
            </p:extLst>
          </p:nvPr>
        </p:nvGraphicFramePr>
        <p:xfrm>
          <a:off x="431800" y="1779210"/>
          <a:ext cx="11175999" cy="4729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664527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0DF22-275B-F081-FEA4-27A8AB4C5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>
                <a:latin typeface="Calibri" panose="020F0502020204030204" pitchFamily="34" charset="0"/>
                <a:cs typeface="Calibri" panose="020F0502020204030204" pitchFamily="34" charset="0"/>
              </a:rPr>
              <a:t>Limitations</a:t>
            </a:r>
            <a:endParaRPr 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9" name="Content Placeholder 6">
            <a:extLst>
              <a:ext uri="{FF2B5EF4-FFF2-40B4-BE49-F238E27FC236}">
                <a16:creationId xmlns:a16="http://schemas.microsoft.com/office/drawing/2014/main" id="{2C4B82C2-152E-5E9A-1776-8C46641A60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1937094"/>
              </p:ext>
            </p:extLst>
          </p:nvPr>
        </p:nvGraphicFramePr>
        <p:xfrm>
          <a:off x="838200" y="1490133"/>
          <a:ext cx="10515600" cy="4805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256758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7806F8-7BCA-2AA1-D500-E89EC0435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B1D7A-D959-43C0-DA55-B07D14CA4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[1] Orme, B. K. (2014). Getting started with conjoint analysis: Strategies for product design and pricing (3rd ed.). Madison, WI: Research Publishers LLC. </a:t>
            </a:r>
          </a:p>
          <a:p>
            <a:pPr marL="0" indent="0">
              <a:buNone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[2] Sawtooth Software. CBC/HB: Software for hierarchical Bayes estimation of individual-level utilities. Retrieved December 9, 2025, from Sawtooth Software website. </a:t>
            </a:r>
          </a:p>
          <a:p>
            <a:pPr marL="0" indent="0">
              <a:buNone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[3] Louviere, J. J.,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Hensher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D. A., &amp; Swait, J. D. (2000). Stated choice methods: Analysis and application. Cambridge, UK: Cambridge University Press. </a:t>
            </a:r>
          </a:p>
          <a:p>
            <a:pPr marL="0" indent="0">
              <a:buNone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[4] Epic Games. Unreal Engine for automotive configurators. Retrieved December 9, 2025, from the Unreal Engine automotive solutions page. </a:t>
            </a:r>
          </a:p>
          <a:p>
            <a:pPr marL="0" indent="0">
              <a:buNone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[5] Unity Technologies. Unity Forma: Real-time 3D marketing for automotive products [Software]. Retrieved December 9, 2025, from the Unity Forma product page. </a:t>
            </a:r>
          </a:p>
          <a:p>
            <a:pPr marL="0" indent="0">
              <a:buNone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[6] ZeroLight Ltd. ZeroLight: Real-time 3D visualization and car configurator platform. Retrieved December 9, 2025, from the ZeroLight solutions overview page. </a:t>
            </a:r>
          </a:p>
          <a:p>
            <a:pPr marL="0" indent="0">
              <a:buNone/>
            </a:pP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 descr="One big red thumbtack in front of many smaller black thumbtacks">
            <a:extLst>
              <a:ext uri="{FF2B5EF4-FFF2-40B4-BE49-F238E27FC236}">
                <a16:creationId xmlns:a16="http://schemas.microsoft.com/office/drawing/2014/main" id="{B3DCC7D7-9D89-4298-6DF1-973B5B411D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948" r="11581" b="-1"/>
          <a:stretch>
            <a:fillRect/>
          </a:stretch>
        </p:blipFill>
        <p:spPr>
          <a:xfrm>
            <a:off x="7075967" y="1046594"/>
            <a:ext cx="4170530" cy="479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0223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49B447FE-DDA9-4B30-828A-59FC56912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3D487F7-9050-4871-B351-34A72ADB2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484" y="-1"/>
            <a:ext cx="6096002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43C27DD-EF6A-4C48-9669-C2970E71A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52884" y="609601"/>
            <a:ext cx="6858003" cy="5638801"/>
          </a:xfrm>
          <a:prstGeom prst="rect">
            <a:avLst/>
          </a:prstGeom>
          <a:gradFill>
            <a:gsLst>
              <a:gs pos="0">
                <a:schemeClr val="accent1">
                  <a:alpha val="23000"/>
                </a:schemeClr>
              </a:gs>
              <a:gs pos="71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5A1AA86-B7E6-4C02-AA34-F1A25CD4C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7518" y="2217950"/>
            <a:ext cx="6103518" cy="464004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6C3B9CB-4E48-4726-B7B9-9E02F71B1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4137312">
            <a:off x="565239" y="1211422"/>
            <a:ext cx="4640488" cy="4640488"/>
          </a:xfrm>
          <a:prstGeom prst="ellipse">
            <a:avLst/>
          </a:prstGeom>
          <a:gradFill>
            <a:gsLst>
              <a:gs pos="53000">
                <a:schemeClr val="accent1">
                  <a:alpha val="0"/>
                </a:schemeClr>
              </a:gs>
              <a:gs pos="100000">
                <a:schemeClr val="accent1">
                  <a:lumMod val="40000"/>
                  <a:lumOff val="60000"/>
                  <a:alpha val="1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84384FE-1C88-4CAA-8FB8-2313A3AE7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7519" y="0"/>
            <a:ext cx="6103519" cy="6870700"/>
          </a:xfrm>
          <a:prstGeom prst="rect">
            <a:avLst/>
          </a:prstGeom>
          <a:gradFill>
            <a:gsLst>
              <a:gs pos="24000">
                <a:schemeClr val="accent1">
                  <a:alpha val="0"/>
                </a:schemeClr>
              </a:gs>
              <a:gs pos="100000">
                <a:srgbClr val="000000">
                  <a:alpha val="71000"/>
                </a:srgb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1A4FFDF-510C-D7B4-0126-0A70BB8E0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788" y="2654490"/>
            <a:ext cx="4567686" cy="322038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48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9F8193-4461-7D0F-3E7C-418712E974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835862"/>
            <a:ext cx="4138655" cy="111220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b="1">
                <a:solidFill>
                  <a:srgbClr val="FFFFFF"/>
                </a:solidFill>
              </a:rPr>
              <a:t>Any Questions?</a:t>
            </a:r>
          </a:p>
        </p:txBody>
      </p:sp>
      <p:pic>
        <p:nvPicPr>
          <p:cNvPr id="27" name="Picture 26" descr="Wood human figure">
            <a:extLst>
              <a:ext uri="{FF2B5EF4-FFF2-40B4-BE49-F238E27FC236}">
                <a16:creationId xmlns:a16="http://schemas.microsoft.com/office/drawing/2014/main" id="{5C8D6575-89E8-3484-034E-3E364B7455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1809" b="1"/>
          <a:stretch>
            <a:fillRect/>
          </a:stretch>
        </p:blipFill>
        <p:spPr>
          <a:xfrm>
            <a:off x="6553199" y="457200"/>
            <a:ext cx="518160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997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2804</Words>
  <Application>Microsoft Macintosh PowerPoint</Application>
  <PresentationFormat>Widescreen</PresentationFormat>
  <Paragraphs>335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Acumin Pro Condensed Semibold</vt:lpstr>
      <vt:lpstr>Aptos</vt:lpstr>
      <vt:lpstr>Aptos Display</vt:lpstr>
      <vt:lpstr>Arial</vt:lpstr>
      <vt:lpstr>Calibri</vt:lpstr>
      <vt:lpstr>Courier New</vt:lpstr>
      <vt:lpstr>Office Theme</vt:lpstr>
      <vt:lpstr>AUTOXR:  REAL-TIME AR/VR VEHICLE CUSTOMIZATION</vt:lpstr>
      <vt:lpstr>Table of Contents</vt:lpstr>
      <vt:lpstr>PowerPoint Presentation</vt:lpstr>
      <vt:lpstr>Insights, Methods &amp; Pricing Logic Data, Methods &amp; EVC Market Anchor </vt:lpstr>
      <vt:lpstr>PowerPoint Presentation</vt:lpstr>
      <vt:lpstr>AR Training for Automotive Mechanics Conjoint Insights and Value Proposition</vt:lpstr>
      <vt:lpstr>What Drives Choice Preferences - Attribute Importance</vt:lpstr>
      <vt:lpstr>Trouble with Current Solutions (Content + Access) Current Solutions and Unmet Needs</vt:lpstr>
      <vt:lpstr>Target Users and Segmentation Target Users - Who AutoXR Serves First</vt:lpstr>
      <vt:lpstr>Utilities and Main Drivers Part Worth Utilities – Best vs Worst Profiles</vt:lpstr>
      <vt:lpstr>Willingness to Pay for Key Features Willingness to Pay – Using the Price Attribute</vt:lpstr>
      <vt:lpstr>EVC Analysis Competitive Landscape &amp; Reference Value</vt:lpstr>
      <vt:lpstr>EVC Analysis Value Drivers &amp; Positioning</vt:lpstr>
      <vt:lpstr>Choice-Based Conjoint (CBC) Analysis</vt:lpstr>
      <vt:lpstr>Simulations Overview</vt:lpstr>
      <vt:lpstr>Take-up vs Price </vt:lpstr>
      <vt:lpstr>Segment Comparison</vt:lpstr>
      <vt:lpstr>Overall Conclusion </vt:lpstr>
      <vt:lpstr>Recommended Configuration &amp; Price</vt:lpstr>
      <vt:lpstr>Limitations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Vinay Vuyyuri</dc:creator>
  <cp:lastModifiedBy>Ramana prabhu Sana</cp:lastModifiedBy>
  <cp:revision>2</cp:revision>
  <dcterms:created xsi:type="dcterms:W3CDTF">2025-12-07T00:51:07Z</dcterms:created>
  <dcterms:modified xsi:type="dcterms:W3CDTF">2025-12-17T17:24:09Z</dcterms:modified>
</cp:coreProperties>
</file>