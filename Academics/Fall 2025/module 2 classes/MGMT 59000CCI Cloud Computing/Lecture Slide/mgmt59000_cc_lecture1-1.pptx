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3.xml" ContentType="application/vnd.openxmlformats-officedocument.presentationml.tags+xml"/>
  <Override PartName="/ppt/notesSlides/notesSlide13.xml" ContentType="application/vnd.openxmlformats-officedocument.presentationml.notesSlide+xml"/>
  <Override PartName="/ppt/tags/tag4.xml" ContentType="application/vnd.openxmlformats-officedocument.presentationml.tags+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648" r:id="rId4"/>
  </p:sldMasterIdLst>
  <p:notesMasterIdLst>
    <p:notesMasterId r:id="rId37"/>
  </p:notesMasterIdLst>
  <p:sldIdLst>
    <p:sldId id="267" r:id="rId5"/>
    <p:sldId id="268" r:id="rId6"/>
    <p:sldId id="269" r:id="rId7"/>
    <p:sldId id="270" r:id="rId8"/>
    <p:sldId id="271" r:id="rId9"/>
    <p:sldId id="272" r:id="rId10"/>
    <p:sldId id="273" r:id="rId11"/>
    <p:sldId id="264" r:id="rId12"/>
    <p:sldId id="265" r:id="rId13"/>
    <p:sldId id="266" r:id="rId14"/>
    <p:sldId id="275" r:id="rId15"/>
    <p:sldId id="276" r:id="rId16"/>
    <p:sldId id="277" r:id="rId17"/>
    <p:sldId id="278" r:id="rId18"/>
    <p:sldId id="281" r:id="rId19"/>
    <p:sldId id="279" r:id="rId20"/>
    <p:sldId id="280" r:id="rId21"/>
    <p:sldId id="288" r:id="rId22"/>
    <p:sldId id="323" r:id="rId23"/>
    <p:sldId id="316" r:id="rId24"/>
    <p:sldId id="317" r:id="rId25"/>
    <p:sldId id="318" r:id="rId26"/>
    <p:sldId id="319" r:id="rId27"/>
    <p:sldId id="320" r:id="rId28"/>
    <p:sldId id="321" r:id="rId29"/>
    <p:sldId id="282" r:id="rId30"/>
    <p:sldId id="324" r:id="rId31"/>
    <p:sldId id="283" r:id="rId32"/>
    <p:sldId id="286" r:id="rId33"/>
    <p:sldId id="287" r:id="rId34"/>
    <p:sldId id="1835" r:id="rId35"/>
    <p:sldId id="384" r:id="rId36"/>
  </p:sldIdLst>
  <p:sldSz cx="12192000" cy="6858000"/>
  <p:notesSz cx="6858000" cy="9144000"/>
  <p:embeddedFontLst>
    <p:embeddedFont>
      <p:font typeface="Acumin Pro" panose="020B0504020202020204" pitchFamily="34" charset="77"/>
      <p:regular r:id="rId38"/>
      <p:bold r:id="rId39"/>
      <p:italic r:id="rId40"/>
      <p:boldItalic r:id="rId41"/>
    </p:embeddedFont>
    <p:embeddedFont>
      <p:font typeface="Acumin Pro Condensed Semibold" panose="020B0506020202020204" pitchFamily="34" charset="77"/>
      <p:regular r:id="rId42"/>
      <p:bold r:id="rId43"/>
      <p:italic r:id="rId44"/>
      <p:boldItalic r:id="rId45"/>
    </p:embeddedFont>
    <p:embeddedFont>
      <p:font typeface="Acumin Pro Medium" panose="020B0604020202020204" pitchFamily="34" charset="77"/>
      <p:regular r:id="rId46"/>
      <p:italic r:id="rId47"/>
    </p:embeddedFont>
    <p:embeddedFont>
      <p:font typeface="Acumin Pro Semibold" panose="020B0704020202020204" pitchFamily="34" charset="77"/>
      <p:regular r:id="rId48"/>
      <p:bold r:id="rId49"/>
      <p:italic r:id="rId50"/>
      <p:boldItalic r:id="rId51"/>
    </p:embeddedFont>
    <p:embeddedFont>
      <p:font typeface="Franklin Gothic Book" panose="020B0503020102020204" pitchFamily="34" charset="0"/>
      <p:regular r:id="rId52"/>
      <p:italic r:id="rId53"/>
    </p:embeddedFont>
    <p:embeddedFont>
      <p:font typeface="Franklin Gothic Medium" panose="020B0603020102020204" pitchFamily="34" charset="0"/>
      <p:regular r:id="rId54"/>
      <p:italic r:id="rId55"/>
    </p:embeddedFont>
    <p:embeddedFont>
      <p:font typeface="Franklin Gothic Medium Cond" panose="020B0606030402020204" pitchFamily="34" charset="0"/>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80" userDrawn="1">
          <p15:clr>
            <a:srgbClr val="A4A3A4"/>
          </p15:clr>
        </p15:guide>
        <p15:guide id="2" pos="3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26CE219-6CB4-4D82-2315-C217F06FFCCD}" name="Hiller, Kelly R" initials="HKR" userId="S::khiller@purdue.edu::b25b1487-7f5e-4b7f-a0b2-f8bcb0b1ea5a"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FB991"/>
    <a:srgbClr val="DDB945"/>
    <a:srgbClr val="EBD9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696A0E-507B-4043-8F65-5920114ABA01}" v="301" dt="2025-08-24T18:01:56.1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69"/>
    <p:restoredTop sz="94694"/>
  </p:normalViewPr>
  <p:slideViewPr>
    <p:cSldViewPr snapToGrid="0">
      <p:cViewPr varScale="1">
        <p:scale>
          <a:sx n="121" d="100"/>
          <a:sy n="121" d="100"/>
        </p:scale>
        <p:origin x="464" y="176"/>
      </p:cViewPr>
      <p:guideLst>
        <p:guide orient="horz" pos="1080"/>
        <p:guide pos="3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2.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63"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viewProps" Target="viewProps.xml"/><Relationship Id="rId5" Type="http://schemas.openxmlformats.org/officeDocument/2006/relationships/slide" Target="slides/slide1.xml"/><Relationship Id="rId61" Type="http://schemas.microsoft.com/office/2016/11/relationships/changesInfo" Target="changesInfos/changesInfo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8" Type="http://schemas.openxmlformats.org/officeDocument/2006/relationships/slide" Target="slides/slide4.xml"/><Relationship Id="rId51" Type="http://schemas.openxmlformats.org/officeDocument/2006/relationships/font" Target="fonts/font14.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font" Target="fonts/font4.fntdata"/><Relationship Id="rId54" Type="http://schemas.openxmlformats.org/officeDocument/2006/relationships/font" Target="fonts/font17.fntdata"/><Relationship Id="rId62"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2.fntdata"/><Relationship Id="rId57"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7.fntdata"/><Relationship Id="rId52" Type="http://schemas.openxmlformats.org/officeDocument/2006/relationships/font" Target="fonts/font15.fntdata"/><Relationship Id="rId6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 Elliott" userId="04040a5f-f8f3-4f1b-92ff-388c2ca4c4a6" providerId="ADAL" clId="{F0BFA9A5-569D-5D2A-BCD6-09850EB564AF}"/>
    <pc:docChg chg="modSld sldOrd">
      <pc:chgData name="Rob Elliott" userId="04040a5f-f8f3-4f1b-92ff-388c2ca4c4a6" providerId="ADAL" clId="{F0BFA9A5-569D-5D2A-BCD6-09850EB564AF}" dt="2025-08-24T18:01:56.177" v="200"/>
      <pc:docMkLst>
        <pc:docMk/>
      </pc:docMkLst>
      <pc:sldChg chg="ord">
        <pc:chgData name="Rob Elliott" userId="04040a5f-f8f3-4f1b-92ff-388c2ca4c4a6" providerId="ADAL" clId="{F0BFA9A5-569D-5D2A-BCD6-09850EB564AF}" dt="2025-08-24T17:57:51.643" v="98" actId="20578"/>
        <pc:sldMkLst>
          <pc:docMk/>
          <pc:sldMk cId="2952195840" sldId="286"/>
        </pc:sldMkLst>
      </pc:sldChg>
      <pc:sldChg chg="modSp ord modAnim">
        <pc:chgData name="Rob Elliott" userId="04040a5f-f8f3-4f1b-92ff-388c2ca4c4a6" providerId="ADAL" clId="{F0BFA9A5-569D-5D2A-BCD6-09850EB564AF}" dt="2025-08-24T17:58:19.874" v="177" actId="20577"/>
        <pc:sldMkLst>
          <pc:docMk/>
          <pc:sldMk cId="1369182084" sldId="287"/>
        </pc:sldMkLst>
        <pc:spChg chg="mod">
          <ac:chgData name="Rob Elliott" userId="04040a5f-f8f3-4f1b-92ff-388c2ca4c4a6" providerId="ADAL" clId="{F0BFA9A5-569D-5D2A-BCD6-09850EB564AF}" dt="2025-08-24T17:58:19.874" v="177" actId="20577"/>
          <ac:spMkLst>
            <pc:docMk/>
            <pc:sldMk cId="1369182084" sldId="287"/>
            <ac:spMk id="3" creationId="{1BE0DBF1-00FB-DB1C-3766-ED0DD1A119F5}"/>
          </ac:spMkLst>
        </pc:spChg>
      </pc:sldChg>
      <pc:sldChg chg="addSp modSp mod modAnim">
        <pc:chgData name="Rob Elliott" userId="04040a5f-f8f3-4f1b-92ff-388c2ca4c4a6" providerId="ADAL" clId="{F0BFA9A5-569D-5D2A-BCD6-09850EB564AF}" dt="2025-08-24T18:01:56.177" v="200"/>
        <pc:sldMkLst>
          <pc:docMk/>
          <pc:sldMk cId="1710884655" sldId="1835"/>
        </pc:sldMkLst>
        <pc:spChg chg="add mod">
          <ac:chgData name="Rob Elliott" userId="04040a5f-f8f3-4f1b-92ff-388c2ca4c4a6" providerId="ADAL" clId="{F0BFA9A5-569D-5D2A-BCD6-09850EB564AF}" dt="2025-08-24T18:00:30.908" v="189" actId="206"/>
          <ac:spMkLst>
            <pc:docMk/>
            <pc:sldMk cId="1710884655" sldId="1835"/>
            <ac:spMk id="4" creationId="{E82A351D-F20D-6DBB-E507-B99633D0B16B}"/>
          </ac:spMkLst>
        </pc:spChg>
        <pc:spChg chg="add mod">
          <ac:chgData name="Rob Elliott" userId="04040a5f-f8f3-4f1b-92ff-388c2ca4c4a6" providerId="ADAL" clId="{F0BFA9A5-569D-5D2A-BCD6-09850EB564AF}" dt="2025-08-24T18:00:39.776" v="190" actId="14100"/>
          <ac:spMkLst>
            <pc:docMk/>
            <pc:sldMk cId="1710884655" sldId="1835"/>
            <ac:spMk id="5" creationId="{865FF468-757D-64AE-757F-F2CA6E008199}"/>
          </ac:spMkLst>
        </pc:spChg>
        <pc:spChg chg="add mod">
          <ac:chgData name="Rob Elliott" userId="04040a5f-f8f3-4f1b-92ff-388c2ca4c4a6" providerId="ADAL" clId="{F0BFA9A5-569D-5D2A-BCD6-09850EB564AF}" dt="2025-08-24T18:00:59.063" v="193" actId="207"/>
          <ac:spMkLst>
            <pc:docMk/>
            <pc:sldMk cId="1710884655" sldId="1835"/>
            <ac:spMk id="8" creationId="{5ED6E3D7-F24E-ACBF-71DD-273BB758F1E9}"/>
          </ac:spMkLst>
        </pc:spChg>
        <pc:spChg chg="add mod">
          <ac:chgData name="Rob Elliott" userId="04040a5f-f8f3-4f1b-92ff-388c2ca4c4a6" providerId="ADAL" clId="{F0BFA9A5-569D-5D2A-BCD6-09850EB564AF}" dt="2025-08-24T18:01:15.847" v="196" actId="2085"/>
          <ac:spMkLst>
            <pc:docMk/>
            <pc:sldMk cId="1710884655" sldId="1835"/>
            <ac:spMk id="9" creationId="{4DB4226C-09FE-3D8D-4A79-5BBECCA5F4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926CF7-48D8-2F46-AFC8-8A5D2298DFDD}" type="datetimeFigureOut">
              <a:rPr lang="en-US" smtClean="0"/>
              <a:t>8/24/25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7BF745-0557-B241-863F-056113C7032A}" type="slidenum">
              <a:rPr lang="en-US" smtClean="0"/>
              <a:t>‹#›</a:t>
            </a:fld>
            <a:endParaRPr lang="en-US"/>
          </a:p>
        </p:txBody>
      </p:sp>
    </p:spTree>
    <p:extLst>
      <p:ext uri="{BB962C8B-B14F-4D97-AF65-F5344CB8AC3E}">
        <p14:creationId xmlns:p14="http://schemas.microsoft.com/office/powerpoint/2010/main" val="3165674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aws.amazon.com/certification/certification-prep/?src=certification-faqs" TargetMode="External"/><Relationship Id="rId2" Type="http://schemas.openxmlformats.org/officeDocument/2006/relationships/slide" Target="../slides/slide31.xml"/><Relationship Id="rId1" Type="http://schemas.openxmlformats.org/officeDocument/2006/relationships/notesMaster" Target="../notesMasters/notesMaster1.xml"/><Relationship Id="rId5" Type="http://schemas.openxmlformats.org/officeDocument/2006/relationships/hyperlink" Target="https://aws.amazon.com/certification/" TargetMode="External"/><Relationship Id="rId4" Type="http://schemas.openxmlformats.org/officeDocument/2006/relationships/hyperlink" Target="https://aws.amazon.com/certification/recertification/" TargetMode="Externa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aws.amazon.com/whitepapers/latest/aws-overview/amazon-web-services-cloud-platform.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1</a:t>
            </a:fld>
            <a:endParaRPr lang="en-US"/>
          </a:p>
        </p:txBody>
      </p:sp>
    </p:spTree>
    <p:extLst>
      <p:ext uri="{BB962C8B-B14F-4D97-AF65-F5344CB8AC3E}">
        <p14:creationId xmlns:p14="http://schemas.microsoft.com/office/powerpoint/2010/main" val="35323316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4d3e96dd45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4d3e96dd45_0_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g4d3e96dd45_0_55: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4d3e96dd45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4d3e96dd45_0_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 name="Google Shape;146;g4d3e96dd45_0_7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4d3e96dd45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4d3e96dd45_0_9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4d3e96dd45_0_99: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4d3e96dd45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4d3e96dd45_0_1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g4d3e96dd45_0_116: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4d3e96dd45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4d3e96dd45_0_1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2" name="Google Shape;182;g4d3e96dd45_0_12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4d3e96dd45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 name="Google Shape;193;g4d3e96dd45_0_1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g4d3e96dd45_0_14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4d3e96dd45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4d3e96dd45_0_1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3" name="Google Shape;213;g4d3e96dd45_0_16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4ae455315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4ae4553153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2" name="Google Shape;232;g4ae4553153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4ae4553153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4ae4553153_0_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g4ae4553153_0_22: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ae4553153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ae4553153_0_10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0" name="Google Shape;330;g4ae4553153_0_10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7BF745-0557-B241-863F-056113C7032A}" type="slidenum">
              <a:rPr lang="en-US" smtClean="0"/>
              <a:t>30</a:t>
            </a:fld>
            <a:endParaRPr lang="en-US"/>
          </a:p>
        </p:txBody>
      </p:sp>
    </p:spTree>
    <p:extLst>
      <p:ext uri="{BB962C8B-B14F-4D97-AF65-F5344CB8AC3E}">
        <p14:creationId xmlns:p14="http://schemas.microsoft.com/office/powerpoint/2010/main" val="1360806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35000"/>
            <a:ext cx="5486400" cy="3086100"/>
          </a:xfrm>
        </p:spPr>
      </p:sp>
      <p:sp>
        <p:nvSpPr>
          <p:cNvPr id="3" name="Notes Placeholder 2"/>
          <p:cNvSpPr>
            <a:spLocks noGrp="1"/>
          </p:cNvSpPr>
          <p:nvPr>
            <p:ph type="body" idx="1"/>
          </p:nvPr>
        </p:nvSpPr>
        <p:spPr>
          <a:xfrm>
            <a:off x="1143000" y="3810000"/>
            <a:ext cx="5486400" cy="4843346"/>
          </a:xfrm>
        </p:spPr>
        <p:txBody>
          <a:bodyPr/>
          <a:lstStyle/>
          <a:p>
            <a:r>
              <a:rPr lang="en-US" dirty="0"/>
              <a:t>AWS Certification helps learners build credibility and confidence by validating their cloud expertise with an industry-recognized credential, and it helps organizations identify skilled professionals who can lead cloud initiatives by using AWS.</a:t>
            </a:r>
          </a:p>
          <a:p>
            <a:endParaRPr lang="en-US" dirty="0"/>
          </a:p>
          <a:p>
            <a:r>
              <a:rPr lang="en-US" dirty="0"/>
              <a:t>You must earn a passing score via a proctored exam to earn an AWS Certification. After receiving a passing score, you will receive your certification credentials. </a:t>
            </a:r>
          </a:p>
          <a:p>
            <a:endParaRPr lang="en-US" dirty="0"/>
          </a:p>
          <a:p>
            <a:pPr lvl="0"/>
            <a:r>
              <a:rPr lang="en-US" dirty="0"/>
              <a:t>AWS Certification does not publish a list of all services or features that are covered in a certification exam. However, the exam guide for each exam lists the current topic areas and objectives covered in the exam. Exam guides can be found at </a:t>
            </a:r>
            <a:r>
              <a:rPr lang="en-GB" dirty="0">
                <a:hlinkClick r:id="rId3"/>
              </a:rPr>
              <a:t>https://aws.amazon.com/certification/certification-prep/?src=certification-faqs</a:t>
            </a:r>
            <a:r>
              <a:rPr lang="en-US" dirty="0"/>
              <a:t>.</a:t>
            </a:r>
          </a:p>
          <a:p>
            <a:endParaRPr lang="en-US" dirty="0"/>
          </a:p>
          <a:p>
            <a:r>
              <a:rPr lang="en-US" dirty="0"/>
              <a:t>You will be required to update your certification (or recertify) every 3 years. View the AWS Certification Recertification page at </a:t>
            </a:r>
            <a:r>
              <a:rPr lang="en-GB" dirty="0">
                <a:hlinkClick r:id="rId4"/>
              </a:rPr>
              <a:t>https://aws.amazon.com/certification/recertification/</a:t>
            </a:r>
            <a:r>
              <a:rPr lang="en-US" dirty="0"/>
              <a:t> for more details.</a:t>
            </a:r>
          </a:p>
          <a:p>
            <a:endParaRPr lang="en-US" dirty="0"/>
          </a:p>
          <a:p>
            <a:r>
              <a:rPr lang="en-US" dirty="0"/>
              <a:t>The information on this slide is current as of November 2024. However, exams are frequently updated and the details regarding which exams are available—and what is tested by each exam—are subject to change. </a:t>
            </a:r>
          </a:p>
          <a:p>
            <a:endParaRPr lang="en-US" dirty="0"/>
          </a:p>
          <a:p>
            <a:r>
              <a:rPr lang="en-US" dirty="0"/>
              <a:t>For the latest AWS certification exam information, go to </a:t>
            </a:r>
            <a:r>
              <a:rPr lang="en-US" dirty="0">
                <a:hlinkClick r:id="rId5"/>
              </a:rPr>
              <a:t>https://aws.amazon.com/certification/</a:t>
            </a:r>
            <a:r>
              <a:rPr lang="en-US" dirty="0"/>
              <a:t>. </a:t>
            </a:r>
          </a:p>
          <a:p>
            <a:pPr defTabSz="966612">
              <a:defRPr/>
            </a:pPr>
            <a:endParaRPr lang="en-US" dirty="0"/>
          </a:p>
        </p:txBody>
      </p:sp>
    </p:spTree>
    <p:extLst>
      <p:ext uri="{BB962C8B-B14F-4D97-AF65-F5344CB8AC3E}">
        <p14:creationId xmlns:p14="http://schemas.microsoft.com/office/powerpoint/2010/main" val="3820123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777875" y="4840288"/>
            <a:ext cx="6216650" cy="4210194"/>
          </a:xfrm>
        </p:spPr>
        <p:txBody>
          <a:bodyPr/>
          <a:lstStyle/>
          <a:p>
            <a:r>
              <a:rPr lang="en-US" dirty="0"/>
              <a:t>The </a:t>
            </a:r>
            <a:r>
              <a:rPr lang="en-US" b="1" dirty="0"/>
              <a:t>AWS Certified Cloud Practitioner </a:t>
            </a:r>
            <a:r>
              <a:rPr lang="en-US" dirty="0"/>
              <a:t>certification provides individuals in various cloud and technology roles with a way to validate their AWS Cloud knowledge and enhance their professional credibility. This exam covers four domains, including cloud concepts, security, technology, and billing and pricing.</a:t>
            </a:r>
          </a:p>
          <a:p>
            <a:endParaRPr lang="en-US" dirty="0"/>
          </a:p>
          <a:p>
            <a:r>
              <a:rPr lang="en-US" dirty="0"/>
              <a:t>The AWS Certified Cloud Practitioner exam is the only AWS certification exam that is classified as foundational (as shown on the previous slide). It is often the first AWS exam that IT professionals attempt to obtain. </a:t>
            </a:r>
          </a:p>
          <a:p>
            <a:endParaRPr lang="en-US" dirty="0"/>
          </a:p>
          <a:p>
            <a:r>
              <a:rPr lang="en-US" dirty="0"/>
              <a:t>Though this </a:t>
            </a:r>
            <a:r>
              <a:rPr lang="en-US" b="1" dirty="0"/>
              <a:t>AWS Academy Cloud Foundations </a:t>
            </a:r>
            <a:r>
              <a:rPr lang="en-US" dirty="0"/>
              <a:t>course is not listed in the AWS Certified Cloud Practitioner Exam Guide as one of the AWS training options recommended to prepare for the exam, this course does cover many of the same topics that are covered by AWS commercial courses, such as AWS Technical Essentials, AWS Business Essentials, and AWS Cloud Practitioner Essentials. Therefore, the AWS Academy Cloud Foundations course you are taking now is a good way to help prepare yourself to take this exam. </a:t>
            </a:r>
          </a:p>
          <a:p>
            <a:endParaRPr lang="en-US" dirty="0"/>
          </a:p>
          <a:p>
            <a:pPr lvl="0"/>
            <a:r>
              <a:rPr lang="en-US" dirty="0"/>
              <a:t>The services included in the AWS Certified Cloud Practitioner exam change as new services are added. At a minimum, you should be able to describe the overall functionality of a broad range of AWS services before taking the exam. For an overview of the AWS services see the Amazon Web Services Cloud Platform section of the Overview of Amazon Web Services whitepaper at </a:t>
            </a:r>
            <a:r>
              <a:rPr lang="en-GB" dirty="0">
                <a:hlinkClick r:id="rId3"/>
              </a:rPr>
              <a:t>https://</a:t>
            </a:r>
            <a:r>
              <a:rPr lang="en-GB" dirty="0" err="1">
                <a:hlinkClick r:id="rId3"/>
              </a:rPr>
              <a:t>docs.aws.amazon.com</a:t>
            </a:r>
            <a:r>
              <a:rPr lang="en-GB" dirty="0">
                <a:hlinkClick r:id="rId3"/>
              </a:rPr>
              <a:t>/whitepapers/latest/</a:t>
            </a:r>
            <a:r>
              <a:rPr lang="en-GB" dirty="0" err="1">
                <a:hlinkClick r:id="rId3"/>
              </a:rPr>
              <a:t>aws</a:t>
            </a:r>
            <a:r>
              <a:rPr lang="en-GB" dirty="0">
                <a:hlinkClick r:id="rId3"/>
              </a:rPr>
              <a:t>-overview/amazon-web-services-cloud-</a:t>
            </a:r>
            <a:r>
              <a:rPr lang="en-GB" dirty="0" err="1">
                <a:hlinkClick r:id="rId3"/>
              </a:rPr>
              <a:t>platform.html</a:t>
            </a:r>
            <a:r>
              <a:rPr lang="en-US" dirty="0"/>
              <a:t>.   </a:t>
            </a:r>
            <a:br>
              <a:rPr lang="en-US" dirty="0"/>
            </a:br>
            <a:endParaRPr lang="en-US" dirty="0"/>
          </a:p>
          <a:p>
            <a:br>
              <a:rPr lang="en-US" dirty="0"/>
            </a:br>
            <a:endParaRPr lang="en-US" dirty="0"/>
          </a:p>
          <a:p>
            <a:endParaRPr lang="en-US" dirty="0"/>
          </a:p>
        </p:txBody>
      </p:sp>
      <p:sp>
        <p:nvSpPr>
          <p:cNvPr id="5" name="Slide Image Placeholder 4">
            <a:extLst>
              <a:ext uri="{FF2B5EF4-FFF2-40B4-BE49-F238E27FC236}">
                <a16:creationId xmlns:a16="http://schemas.microsoft.com/office/drawing/2014/main" id="{1C3E0F89-1641-01AB-B883-954B49E2C188}"/>
              </a:ext>
            </a:extLst>
          </p:cNvPr>
          <p:cNvSpPr>
            <a:spLocks noGrp="1" noRot="1" noChangeAspect="1"/>
          </p:cNvSpPr>
          <p:nvPr>
            <p:ph type="sldImg"/>
          </p:nvPr>
        </p:nvSpPr>
        <p:spPr/>
      </p:sp>
    </p:spTree>
    <p:extLst>
      <p:ext uri="{BB962C8B-B14F-4D97-AF65-F5344CB8AC3E}">
        <p14:creationId xmlns:p14="http://schemas.microsoft.com/office/powerpoint/2010/main" val="30744309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1023257" y="2005070"/>
            <a:ext cx="7763458" cy="592834"/>
          </a:xfrm>
        </p:spPr>
        <p:txBody>
          <a:bodyPr>
            <a:noAutofit/>
          </a:bodyPr>
          <a:lstStyle>
            <a:lvl1pPr>
              <a:defRPr sz="5400" cap="none">
                <a:solidFill>
                  <a:schemeClr val="bg1"/>
                </a:solidFill>
              </a:defRPr>
            </a:lvl1pPr>
          </a:lstStyle>
          <a:p>
            <a:r>
              <a:rPr lang="en-US" dirty="0"/>
              <a:t>Presentation Title</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1023257" y="2629338"/>
            <a:ext cx="7763458" cy="449263"/>
          </a:xfrm>
        </p:spPr>
        <p:txBody>
          <a:bodyPr>
            <a:noAutofit/>
          </a:bodyPr>
          <a:lstStyle>
            <a:lvl1pPr marL="0" indent="0">
              <a:buFontTx/>
              <a:buNone/>
              <a:defRPr sz="2400" b="1" i="0">
                <a:solidFill>
                  <a:schemeClr val="bg2"/>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3" name="Text Placeholder 8">
            <a:extLst>
              <a:ext uri="{FF2B5EF4-FFF2-40B4-BE49-F238E27FC236}">
                <a16:creationId xmlns:a16="http://schemas.microsoft.com/office/drawing/2014/main" id="{76FFA1BC-72F9-9048-3E39-D300A3A6A52E}"/>
              </a:ext>
            </a:extLst>
          </p:cNvPr>
          <p:cNvSpPr>
            <a:spLocks noGrp="1"/>
          </p:cNvSpPr>
          <p:nvPr>
            <p:ph type="body" sz="quarter" idx="11" hasCustomPrompt="1"/>
          </p:nvPr>
        </p:nvSpPr>
        <p:spPr>
          <a:xfrm>
            <a:off x="1023257" y="3107129"/>
            <a:ext cx="7763458" cy="449263"/>
          </a:xfrm>
        </p:spPr>
        <p:txBody>
          <a:bodyPr>
            <a:normAutofit/>
          </a:bodyPr>
          <a:lstStyle>
            <a:lvl1pPr marL="0" indent="0">
              <a:buFontTx/>
              <a:buNone/>
              <a:defRPr sz="1600">
                <a:solidFill>
                  <a:schemeClr val="bg2"/>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fld id="{C7124C19-F609-8C4C-8116-78E353E3E672}" type="datetime1">
              <a:rPr lang="en-US" smtClean="0"/>
              <a:t>3/29/23</a:t>
            </a:fld>
            <a:endParaRPr lang="en-US" dirty="0"/>
          </a:p>
        </p:txBody>
      </p:sp>
      <p:sp>
        <p:nvSpPr>
          <p:cNvPr id="4" name="Slide Number Placeholder 3">
            <a:extLst>
              <a:ext uri="{FF2B5EF4-FFF2-40B4-BE49-F238E27FC236}">
                <a16:creationId xmlns:a16="http://schemas.microsoft.com/office/drawing/2014/main" id="{58EC3163-7E89-C90A-4497-846BA4987D4E}"/>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BF1C9772-21E9-60AF-EA4D-990518FB845F}"/>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45279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itle 6">
            <a:extLst>
              <a:ext uri="{FF2B5EF4-FFF2-40B4-BE49-F238E27FC236}">
                <a16:creationId xmlns:a16="http://schemas.microsoft.com/office/drawing/2014/main" id="{B1EEEEC0-D7E4-4DE5-4E3D-FAAD9ABA8990}"/>
              </a:ext>
            </a:extLst>
          </p:cNvPr>
          <p:cNvSpPr>
            <a:spLocks noGrp="1"/>
          </p:cNvSpPr>
          <p:nvPr>
            <p:ph type="title" hasCustomPrompt="1"/>
          </p:nvPr>
        </p:nvSpPr>
        <p:spPr>
          <a:xfrm>
            <a:off x="1023257" y="1812045"/>
            <a:ext cx="7763458" cy="719757"/>
          </a:xfrm>
        </p:spPr>
        <p:txBody>
          <a:bodyPr>
            <a:noAutofit/>
          </a:bodyPr>
          <a:lstStyle>
            <a:lvl1pPr>
              <a:defRPr sz="5400" cap="none">
                <a:solidFill>
                  <a:schemeClr val="tx1"/>
                </a:solidFill>
              </a:defRPr>
            </a:lvl1pPr>
          </a:lstStyle>
          <a:p>
            <a:r>
              <a:rPr lang="en-US" dirty="0"/>
              <a:t>Presentation Title</a:t>
            </a:r>
          </a:p>
        </p:txBody>
      </p:sp>
      <p:sp>
        <p:nvSpPr>
          <p:cNvPr id="9" name="Text Placeholder 8">
            <a:extLst>
              <a:ext uri="{FF2B5EF4-FFF2-40B4-BE49-F238E27FC236}">
                <a16:creationId xmlns:a16="http://schemas.microsoft.com/office/drawing/2014/main" id="{D8EDB9B8-C811-84E9-5F58-0130F3A8050C}"/>
              </a:ext>
            </a:extLst>
          </p:cNvPr>
          <p:cNvSpPr>
            <a:spLocks noGrp="1"/>
          </p:cNvSpPr>
          <p:nvPr>
            <p:ph type="body" sz="quarter" idx="10" hasCustomPrompt="1"/>
          </p:nvPr>
        </p:nvSpPr>
        <p:spPr>
          <a:xfrm>
            <a:off x="1023257" y="2617146"/>
            <a:ext cx="7763458" cy="449263"/>
          </a:xfrm>
        </p:spPr>
        <p:txBody>
          <a:bodyPr>
            <a:noAutofit/>
          </a:bodyPr>
          <a:lstStyle>
            <a:lvl1pPr marL="0" indent="0">
              <a:buFontTx/>
              <a:buNone/>
              <a:defRPr sz="2400" b="1" i="0">
                <a:solidFill>
                  <a:schemeClr val="tx1"/>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Subtitle</a:t>
            </a:r>
          </a:p>
        </p:txBody>
      </p:sp>
      <p:sp>
        <p:nvSpPr>
          <p:cNvPr id="10" name="Text Placeholder 8">
            <a:extLst>
              <a:ext uri="{FF2B5EF4-FFF2-40B4-BE49-F238E27FC236}">
                <a16:creationId xmlns:a16="http://schemas.microsoft.com/office/drawing/2014/main" id="{24BF34A7-30DF-7BD2-A5A2-434BBF6672CA}"/>
              </a:ext>
            </a:extLst>
          </p:cNvPr>
          <p:cNvSpPr>
            <a:spLocks noGrp="1"/>
          </p:cNvSpPr>
          <p:nvPr>
            <p:ph type="body" sz="quarter" idx="11" hasCustomPrompt="1"/>
          </p:nvPr>
        </p:nvSpPr>
        <p:spPr>
          <a:xfrm>
            <a:off x="1023257" y="3148847"/>
            <a:ext cx="7763458" cy="449263"/>
          </a:xfrm>
        </p:spPr>
        <p:txBody>
          <a:bodyPr>
            <a:normAutofit/>
          </a:bodyPr>
          <a:lstStyle>
            <a:lvl1pPr marL="0" indent="0">
              <a:buFontTx/>
              <a:buNone/>
              <a:defRPr sz="1600">
                <a:solidFill>
                  <a:schemeClr val="tx1"/>
                </a:solidFill>
                <a:latin typeface="Acumin Pro"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3/31/23</a:t>
            </a:r>
          </a:p>
        </p:txBody>
      </p:sp>
      <p:sp>
        <p:nvSpPr>
          <p:cNvPr id="3" name="Slide Number Placeholder 2">
            <a:extLst>
              <a:ext uri="{FF2B5EF4-FFF2-40B4-BE49-F238E27FC236}">
                <a16:creationId xmlns:a16="http://schemas.microsoft.com/office/drawing/2014/main" id="{BDC8F108-1702-5F20-3D95-B2102374CAB1}"/>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E4CFA9E7-7538-3E2F-C153-0158206399F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4143" y="5829397"/>
            <a:ext cx="4318000" cy="46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92520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Photo">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34176D92-8FAB-782E-E607-5D0C5CC9C2A2}"/>
              </a:ext>
            </a:extLst>
          </p:cNvPr>
          <p:cNvSpPr>
            <a:spLocks noGrp="1"/>
          </p:cNvSpPr>
          <p:nvPr>
            <p:ph type="pic" idx="1"/>
          </p:nvPr>
        </p:nvSpPr>
        <p:spPr>
          <a:xfrm>
            <a:off x="0" y="0"/>
            <a:ext cx="12192000" cy="6858000"/>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a:extLst>
              <a:ext uri="{FF2B5EF4-FFF2-40B4-BE49-F238E27FC236}">
                <a16:creationId xmlns:a16="http://schemas.microsoft.com/office/drawing/2014/main" id="{85FDAFB6-8BB6-ADBB-6574-5B0C25E7BDDF}"/>
              </a:ext>
            </a:extLst>
          </p:cNvPr>
          <p:cNvSpPr>
            <a:spLocks noGrp="1"/>
          </p:cNvSpPr>
          <p:nvPr>
            <p:ph type="title"/>
          </p:nvPr>
        </p:nvSpPr>
        <p:spPr>
          <a:xfrm>
            <a:off x="478972" y="4671391"/>
            <a:ext cx="11266714" cy="1401419"/>
          </a:xfrm>
        </p:spPr>
        <p:txBody>
          <a:bodyPr/>
          <a:lstStyle>
            <a:lvl1pPr algn="ctr">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5FF931D0-D7E7-D9E1-3CCC-83299A09228A}"/>
              </a:ext>
            </a:extLst>
          </p:cNvPr>
          <p:cNvSpPr>
            <a:spLocks noGrp="1"/>
          </p:cNvSpPr>
          <p:nvPr>
            <p:ph type="body" sz="quarter" idx="10" hasCustomPrompt="1"/>
          </p:nvPr>
        </p:nvSpPr>
        <p:spPr>
          <a:xfrm>
            <a:off x="478972" y="6085510"/>
            <a:ext cx="11266714" cy="449263"/>
          </a:xfrm>
        </p:spPr>
        <p:txBody>
          <a:bodyPr>
            <a:noAutofit/>
          </a:bodyPr>
          <a:lstStyle>
            <a:lvl1pPr marL="0" indent="0" algn="ctr">
              <a:buFontTx/>
              <a:buNone/>
              <a:defRPr sz="2000" b="1" i="0">
                <a:solidFill>
                  <a:schemeClr val="tx1"/>
                </a:solidFill>
                <a:latin typeface="Acumin Pro Semibold"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Subtitle style</a:t>
            </a:r>
          </a:p>
        </p:txBody>
      </p:sp>
    </p:spTree>
    <p:extLst>
      <p:ext uri="{BB962C8B-B14F-4D97-AF65-F5344CB8AC3E}">
        <p14:creationId xmlns:p14="http://schemas.microsoft.com/office/powerpoint/2010/main" val="35866111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hoto">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0" y="-9525"/>
            <a:ext cx="12192000" cy="6867525"/>
          </a:xfrm>
          <a:ln>
            <a:noFill/>
          </a:ln>
        </p:spPr>
        <p:txBody>
          <a:bodyPr/>
          <a:lstStyle/>
          <a:p>
            <a:r>
              <a:rPr lang="en-US"/>
              <a:t>Click icon to add picture</a:t>
            </a:r>
          </a:p>
        </p:txBody>
      </p:sp>
      <p:sp>
        <p:nvSpPr>
          <p:cNvPr id="3" name="Slide Number Placeholder 2">
            <a:extLst>
              <a:ext uri="{FF2B5EF4-FFF2-40B4-BE49-F238E27FC236}">
                <a16:creationId xmlns:a16="http://schemas.microsoft.com/office/drawing/2014/main" id="{6EFC2CE8-E7A7-5DA8-903C-7C61B21A6F1A}"/>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260421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Copy">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1">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endParaRPr lang="en-US" dirty="0"/>
          </a:p>
        </p:txBody>
      </p:sp>
      <p:sp>
        <p:nvSpPr>
          <p:cNvPr id="3" name="Slide Number Placeholder 2">
            <a:extLst>
              <a:ext uri="{FF2B5EF4-FFF2-40B4-BE49-F238E27FC236}">
                <a16:creationId xmlns:a16="http://schemas.microsoft.com/office/drawing/2014/main" id="{C4ECEF9E-3A6E-C6FF-42DA-EDF0D1D988C2}"/>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2" name="Picture 2">
            <a:extLst>
              <a:ext uri="{FF2B5EF4-FFF2-40B4-BE49-F238E27FC236}">
                <a16:creationId xmlns:a16="http://schemas.microsoft.com/office/drawing/2014/main" id="{4CAD524F-ADFB-FF46-A001-5030604377D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843251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57199" y="1543324"/>
            <a:ext cx="11266713" cy="4454706"/>
          </a:xfrm>
        </p:spPr>
        <p:txBody>
          <a:bodyPr numCol="2">
            <a:noAutofit/>
          </a:bodyPr>
          <a:lstStyle>
            <a:lvl1pPr marL="0" indent="0" algn="l" fontAlgn="t">
              <a:buFontTx/>
              <a:buNone/>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5A85743F-DCAE-A9EE-5293-03DFB306B0F8}"/>
              </a:ext>
            </a:extLst>
          </p:cNvPr>
          <p:cNvSpPr>
            <a:spLocks noGrp="1"/>
          </p:cNvSpPr>
          <p:nvPr>
            <p:ph type="sldNum" sz="quarter" idx="12"/>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E99B4CAC-1043-AFE7-E5AB-E64101AF155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99844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with Content">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6628D381-488B-4C1C-32F0-1D389C1FF7E3}"/>
              </a:ext>
            </a:extLst>
          </p:cNvPr>
          <p:cNvSpPr>
            <a:spLocks noGrp="1"/>
          </p:cNvSpPr>
          <p:nvPr>
            <p:ph idx="14"/>
          </p:nvPr>
        </p:nvSpPr>
        <p:spPr>
          <a:xfrm>
            <a:off x="468086" y="1543324"/>
            <a:ext cx="11266714" cy="4454706"/>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3">
            <a:extLst>
              <a:ext uri="{FF2B5EF4-FFF2-40B4-BE49-F238E27FC236}">
                <a16:creationId xmlns:a16="http://schemas.microsoft.com/office/drawing/2014/main" id="{15EE0A7E-143D-2A83-397F-55801DA0663E}"/>
              </a:ext>
            </a:extLst>
          </p:cNvPr>
          <p:cNvSpPr>
            <a:spLocks noGrp="1"/>
          </p:cNvSpPr>
          <p:nvPr>
            <p:ph type="title"/>
          </p:nvPr>
        </p:nvSpPr>
        <p:spPr/>
        <p:txBody>
          <a:bodyPr/>
          <a:lstStyle/>
          <a:p>
            <a:r>
              <a:rPr lang="en-US"/>
              <a:t>Click to edit Master title style</a:t>
            </a:r>
            <a:endParaRPr lang="en-US" dirty="0"/>
          </a:p>
        </p:txBody>
      </p:sp>
      <p:sp>
        <p:nvSpPr>
          <p:cNvPr id="5" name="Text Placeholder 13">
            <a:extLst>
              <a:ext uri="{FF2B5EF4-FFF2-40B4-BE49-F238E27FC236}">
                <a16:creationId xmlns:a16="http://schemas.microsoft.com/office/drawing/2014/main" id="{65EE62C3-A7DA-7701-DE4B-C1A290C4FAE3}"/>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Slide Number Placeholder 6">
            <a:extLst>
              <a:ext uri="{FF2B5EF4-FFF2-40B4-BE49-F238E27FC236}">
                <a16:creationId xmlns:a16="http://schemas.microsoft.com/office/drawing/2014/main" id="{3AC54E73-61A3-FF0B-7F4C-17B1D97376A1}"/>
              </a:ext>
            </a:extLst>
          </p:cNvPr>
          <p:cNvSpPr>
            <a:spLocks noGrp="1"/>
          </p:cNvSpPr>
          <p:nvPr>
            <p:ph type="sldNum" sz="quarter" idx="15"/>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F705AEC-1F4B-D402-6142-24D61C516A0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690368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with Content - 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6" y="1543324"/>
            <a:ext cx="5413169"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a:extLst>
              <a:ext uri="{FF2B5EF4-FFF2-40B4-BE49-F238E27FC236}">
                <a16:creationId xmlns:a16="http://schemas.microsoft.com/office/drawing/2014/main" id="{8F449F3F-4187-E891-E28D-ABAA40118134}"/>
              </a:ext>
            </a:extLst>
          </p:cNvPr>
          <p:cNvSpPr>
            <a:spLocks noGrp="1"/>
          </p:cNvSpPr>
          <p:nvPr>
            <p:ph idx="13"/>
          </p:nvPr>
        </p:nvSpPr>
        <p:spPr>
          <a:xfrm>
            <a:off x="6309157" y="1543324"/>
            <a:ext cx="5425643"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3">
            <a:extLst>
              <a:ext uri="{FF2B5EF4-FFF2-40B4-BE49-F238E27FC236}">
                <a16:creationId xmlns:a16="http://schemas.microsoft.com/office/drawing/2014/main" id="{5FC4CE19-DA95-2729-993D-BB0D45B6B56B}"/>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Slide Number Placeholder 3">
            <a:extLst>
              <a:ext uri="{FF2B5EF4-FFF2-40B4-BE49-F238E27FC236}">
                <a16:creationId xmlns:a16="http://schemas.microsoft.com/office/drawing/2014/main" id="{6659EA93-442C-59A0-2250-A5181989CDD4}"/>
              </a:ext>
            </a:extLst>
          </p:cNvPr>
          <p:cNvSpPr>
            <a:spLocks noGrp="1"/>
          </p:cNvSpPr>
          <p:nvPr>
            <p:ph type="sldNum" sz="quarter" idx="14"/>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82AE1B83-EE6D-EA0B-DD6A-AF15AFD6AC1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963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ontent -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9742D-9D8E-3928-8B2A-C7202DA729E8}"/>
              </a:ext>
            </a:extLst>
          </p:cNvPr>
          <p:cNvSpPr>
            <a:spLocks noGrp="1"/>
          </p:cNvSpPr>
          <p:nvPr>
            <p:ph type="title"/>
          </p:nvPr>
        </p:nvSpPr>
        <p:spPr/>
        <p:txBody>
          <a:bodyPr/>
          <a:lstStyle/>
          <a:p>
            <a:r>
              <a:rPr lang="en-US"/>
              <a:t>Click to edit Master title style</a:t>
            </a:r>
            <a:endParaRPr lang="en-US" dirty="0"/>
          </a:p>
        </p:txBody>
      </p:sp>
      <p:sp>
        <p:nvSpPr>
          <p:cNvPr id="8" name="Content Placeholder 2">
            <a:extLst>
              <a:ext uri="{FF2B5EF4-FFF2-40B4-BE49-F238E27FC236}">
                <a16:creationId xmlns:a16="http://schemas.microsoft.com/office/drawing/2014/main" id="{2D59E3ED-7921-E7F3-A0A2-0467597EF7ED}"/>
              </a:ext>
            </a:extLst>
          </p:cNvPr>
          <p:cNvSpPr>
            <a:spLocks noGrp="1"/>
          </p:cNvSpPr>
          <p:nvPr>
            <p:ph idx="12"/>
          </p:nvPr>
        </p:nvSpPr>
        <p:spPr>
          <a:xfrm>
            <a:off x="468087" y="1543324"/>
            <a:ext cx="3507565" cy="439033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
            <a:extLst>
              <a:ext uri="{FF2B5EF4-FFF2-40B4-BE49-F238E27FC236}">
                <a16:creationId xmlns:a16="http://schemas.microsoft.com/office/drawing/2014/main" id="{66D77F14-E88B-D0A5-6F63-E4DA45A7CD6B}"/>
              </a:ext>
            </a:extLst>
          </p:cNvPr>
          <p:cNvSpPr>
            <a:spLocks noGrp="1"/>
          </p:cNvSpPr>
          <p:nvPr>
            <p:ph idx="17"/>
          </p:nvPr>
        </p:nvSpPr>
        <p:spPr>
          <a:xfrm>
            <a:off x="4342217" y="1543323"/>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2">
            <a:extLst>
              <a:ext uri="{FF2B5EF4-FFF2-40B4-BE49-F238E27FC236}">
                <a16:creationId xmlns:a16="http://schemas.microsoft.com/office/drawing/2014/main" id="{5A95E987-1BAB-5DE6-3A52-75935C62985E}"/>
              </a:ext>
            </a:extLst>
          </p:cNvPr>
          <p:cNvSpPr>
            <a:spLocks noGrp="1"/>
          </p:cNvSpPr>
          <p:nvPr>
            <p:ph idx="18"/>
          </p:nvPr>
        </p:nvSpPr>
        <p:spPr>
          <a:xfrm>
            <a:off x="8243137" y="1543322"/>
            <a:ext cx="3507565" cy="4390337"/>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13">
            <a:extLst>
              <a:ext uri="{FF2B5EF4-FFF2-40B4-BE49-F238E27FC236}">
                <a16:creationId xmlns:a16="http://schemas.microsoft.com/office/drawing/2014/main" id="{5CA31FF2-2F1A-7D0F-36B0-1773F6A9AB34}"/>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5" name="Slide Number Placeholder 4">
            <a:extLst>
              <a:ext uri="{FF2B5EF4-FFF2-40B4-BE49-F238E27FC236}">
                <a16:creationId xmlns:a16="http://schemas.microsoft.com/office/drawing/2014/main" id="{E377EB8B-3A4C-F880-133B-94D59A7B36B8}"/>
              </a:ext>
            </a:extLst>
          </p:cNvPr>
          <p:cNvSpPr>
            <a:spLocks noGrp="1"/>
          </p:cNvSpPr>
          <p:nvPr>
            <p:ph type="sldNum" sz="quarter" idx="19"/>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3A8E3C9-6B0B-C4C1-8036-586EE706297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7145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 with Copy - 2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3" y="3652272"/>
            <a:ext cx="5469743"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1" y="1543323"/>
            <a:ext cx="546974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6275945" y="1543323"/>
            <a:ext cx="5458727"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6264929" y="3652271"/>
            <a:ext cx="5469743"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E1A7288C-38D9-0159-D0E4-B042D466D179}"/>
              </a:ext>
            </a:extLst>
          </p:cNvPr>
          <p:cNvSpPr>
            <a:spLocks noGrp="1"/>
          </p:cNvSpPr>
          <p:nvPr>
            <p:ph type="sldNum" sz="quarter" idx="16"/>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4C9FCD37-EAE5-5E1F-F19B-0843EF6AF1F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6685085"/>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hoto with Copy - 3 Column">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aseline="0">
                <a:solidFill>
                  <a:schemeClr val="accent4">
                    <a:lumMod val="65000"/>
                  </a:schemeClr>
                </a:solidFill>
                <a:latin typeface="Franklin Gothic Medium Cond" panose="020B0606030402020204" pitchFamily="34" charset="0"/>
              </a:defRPr>
            </a:lvl1pPr>
          </a:lstStyle>
          <a:p>
            <a:pPr lvl="0"/>
            <a:r>
              <a:rPr lang="en-US" dirty="0"/>
              <a:t>Click to add subhead</a:t>
            </a:r>
          </a:p>
        </p:txBody>
      </p:sp>
      <p:sp>
        <p:nvSpPr>
          <p:cNvPr id="13" name="Text Placeholder 11">
            <a:extLst>
              <a:ext uri="{FF2B5EF4-FFF2-40B4-BE49-F238E27FC236}">
                <a16:creationId xmlns:a16="http://schemas.microsoft.com/office/drawing/2014/main" id="{6A937CB7-FF71-AF7C-945C-0E285D7B2D54}"/>
              </a:ext>
            </a:extLst>
          </p:cNvPr>
          <p:cNvSpPr>
            <a:spLocks noGrp="1"/>
          </p:cNvSpPr>
          <p:nvPr>
            <p:ph type="body" sz="quarter" idx="10"/>
          </p:nvPr>
        </p:nvSpPr>
        <p:spPr>
          <a:xfrm>
            <a:off x="446314" y="3652272"/>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2" y="1543323"/>
            <a:ext cx="3534479"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4336974" y="1543324"/>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Text Placeholder 11">
            <a:extLst>
              <a:ext uri="{FF2B5EF4-FFF2-40B4-BE49-F238E27FC236}">
                <a16:creationId xmlns:a16="http://schemas.microsoft.com/office/drawing/2014/main" id="{710C66FF-C32F-9EF8-4FBC-44E08230B658}"/>
              </a:ext>
            </a:extLst>
          </p:cNvPr>
          <p:cNvSpPr>
            <a:spLocks noGrp="1"/>
          </p:cNvSpPr>
          <p:nvPr>
            <p:ph type="body" sz="quarter" idx="15"/>
          </p:nvPr>
        </p:nvSpPr>
        <p:spPr>
          <a:xfrm>
            <a:off x="4325959" y="3652272"/>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8205605" y="1532307"/>
            <a:ext cx="3527360"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 Placeholder 11">
            <a:extLst>
              <a:ext uri="{FF2B5EF4-FFF2-40B4-BE49-F238E27FC236}">
                <a16:creationId xmlns:a16="http://schemas.microsoft.com/office/drawing/2014/main" id="{347E27B2-1DE2-3469-81EF-9EBD7DC7AFBA}"/>
              </a:ext>
            </a:extLst>
          </p:cNvPr>
          <p:cNvSpPr>
            <a:spLocks noGrp="1"/>
          </p:cNvSpPr>
          <p:nvPr>
            <p:ph type="body" sz="quarter" idx="17"/>
          </p:nvPr>
        </p:nvSpPr>
        <p:spPr>
          <a:xfrm>
            <a:off x="8194590" y="3641255"/>
            <a:ext cx="3534479" cy="2345757"/>
          </a:xfrm>
        </p:spPr>
        <p:txBody>
          <a:bodyPr numCol="1">
            <a:noAutofit/>
          </a:bodyPr>
          <a:lstStyle>
            <a:lvl1pPr marL="285750" indent="-285750" algn="l" fontAlgn="t">
              <a:buFont typeface="Wingdings" pitchFamily="2" charset="2"/>
              <a:buChar char="§"/>
              <a:defRPr sz="1800" baseline="0">
                <a:latin typeface="Acumin Pro" panose="020B0504020202020204" pitchFamily="34" charset="77"/>
              </a:defRPr>
            </a:lvl1pPr>
            <a:lvl2pPr marL="457200" indent="0" algn="l">
              <a:buFontTx/>
              <a:buNone/>
              <a:defRPr sz="1800"/>
            </a:lvl2pPr>
            <a:lvl3pPr marL="914400" indent="0" algn="l">
              <a:buFontTx/>
              <a:buNone/>
              <a:defRPr sz="1800"/>
            </a:lvl3pPr>
            <a:lvl4pPr marL="1371600" indent="0" algn="l">
              <a:buFontTx/>
              <a:buNone/>
              <a:defRPr sz="1800"/>
            </a:lvl4pPr>
            <a:lvl5pPr marL="1828800" indent="0" algn="l">
              <a:buFontTx/>
              <a:buNone/>
              <a:defRPr sz="1800"/>
            </a:lvl5pPr>
          </a:lstStyle>
          <a:p>
            <a:pPr lvl="0"/>
            <a:r>
              <a:rPr lang="en-US"/>
              <a:t>Click to edit Master text styles</a:t>
            </a:r>
          </a:p>
        </p:txBody>
      </p:sp>
      <p:sp>
        <p:nvSpPr>
          <p:cNvPr id="5" name="Slide Number Placeholder 4">
            <a:extLst>
              <a:ext uri="{FF2B5EF4-FFF2-40B4-BE49-F238E27FC236}">
                <a16:creationId xmlns:a16="http://schemas.microsoft.com/office/drawing/2014/main" id="{4647B2B3-AD22-934B-7901-EF00010BA35F}"/>
              </a:ext>
            </a:extLst>
          </p:cNvPr>
          <p:cNvSpPr>
            <a:spLocks noGrp="1"/>
          </p:cNvSpPr>
          <p:nvPr>
            <p:ph type="sldNum" sz="quarter" idx="18"/>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68043993-A23E-2800-6166-87A2E901B88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0767190"/>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27402-16CB-60F1-259A-4E1A16194431}"/>
              </a:ext>
            </a:extLst>
          </p:cNvPr>
          <p:cNvSpPr>
            <a:spLocks noGrp="1"/>
          </p:cNvSpPr>
          <p:nvPr>
            <p:ph type="title"/>
          </p:nvPr>
        </p:nvSpPr>
        <p:spPr>
          <a:xfrm>
            <a:off x="457202" y="457200"/>
            <a:ext cx="4314823" cy="964096"/>
          </a:xfrm>
        </p:spPr>
        <p:txBody>
          <a:bodyPr anchor="b"/>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B9889552-EB9F-6D72-9130-E107C02C22F6}"/>
              </a:ext>
            </a:extLst>
          </p:cNvPr>
          <p:cNvSpPr>
            <a:spLocks noGrp="1"/>
          </p:cNvSpPr>
          <p:nvPr>
            <p:ph type="body" sz="half" idx="2"/>
          </p:nvPr>
        </p:nvSpPr>
        <p:spPr>
          <a:xfrm>
            <a:off x="457202" y="1570383"/>
            <a:ext cx="4314823" cy="429860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Content Placeholder 2">
            <a:extLst>
              <a:ext uri="{FF2B5EF4-FFF2-40B4-BE49-F238E27FC236}">
                <a16:creationId xmlns:a16="http://schemas.microsoft.com/office/drawing/2014/main" id="{C5F6EAB8-D2BB-0BDE-C7AC-895B69CA533E}"/>
              </a:ext>
            </a:extLst>
          </p:cNvPr>
          <p:cNvSpPr>
            <a:spLocks noGrp="1"/>
          </p:cNvSpPr>
          <p:nvPr>
            <p:ph idx="1"/>
          </p:nvPr>
        </p:nvSpPr>
        <p:spPr>
          <a:xfrm>
            <a:off x="5071871" y="457200"/>
            <a:ext cx="6662927" cy="5411788"/>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A8C6DC60-EE89-734D-242E-5043417AC8BC}"/>
              </a:ext>
            </a:extLst>
          </p:cNvPr>
          <p:cNvSpPr>
            <a:spLocks noGrp="1"/>
          </p:cNvSpPr>
          <p:nvPr>
            <p:ph type="sldNum" sz="quarter" idx="10"/>
          </p:nvPr>
        </p:nvSpPr>
        <p:spPr/>
        <p:txBody>
          <a:bodyPr/>
          <a:lstStyle/>
          <a:p>
            <a:fld id="{F994776A-187E-9540-9EA4-8D5781AB769D}" type="slidenum">
              <a:rPr lang="en-US" smtClean="0"/>
              <a:pPr/>
              <a:t>‹#›</a:t>
            </a:fld>
            <a:endParaRPr lang="en-US" dirty="0"/>
          </a:p>
        </p:txBody>
      </p:sp>
      <p:pic>
        <p:nvPicPr>
          <p:cNvPr id="3" name="Picture 2">
            <a:extLst>
              <a:ext uri="{FF2B5EF4-FFF2-40B4-BE49-F238E27FC236}">
                <a16:creationId xmlns:a16="http://schemas.microsoft.com/office/drawing/2014/main" id="{995D3C33-27D3-B844-8764-066A5767D1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29003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hoto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99A83-2C12-9A72-A547-B9374C1072DC}"/>
              </a:ext>
            </a:extLst>
          </p:cNvPr>
          <p:cNvSpPr>
            <a:spLocks noGrp="1"/>
          </p:cNvSpPr>
          <p:nvPr>
            <p:ph type="title"/>
          </p:nvPr>
        </p:nvSpPr>
        <p:spPr>
          <a:xfrm>
            <a:off x="446314" y="470037"/>
            <a:ext cx="4325711" cy="1034775"/>
          </a:xfrm>
        </p:spPr>
        <p:txBody>
          <a:bodyPr anchor="b"/>
          <a:lstStyle>
            <a:lvl1pPr fontAlgn="t">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5183188" y="470037"/>
            <a:ext cx="6562498" cy="5391013"/>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46314" y="1759226"/>
            <a:ext cx="4325711" cy="40860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Slide Number Placeholder 5">
            <a:extLst>
              <a:ext uri="{FF2B5EF4-FFF2-40B4-BE49-F238E27FC236}">
                <a16:creationId xmlns:a16="http://schemas.microsoft.com/office/drawing/2014/main" id="{61DDC806-6E08-B58A-6B09-ECD209B759DB}"/>
              </a:ext>
            </a:extLst>
          </p:cNvPr>
          <p:cNvSpPr>
            <a:spLocks noGrp="1"/>
          </p:cNvSpPr>
          <p:nvPr>
            <p:ph type="sldNum" sz="quarter" idx="10"/>
          </p:nvPr>
        </p:nvSpPr>
        <p:spPr/>
        <p:txBody>
          <a:bodyPr/>
          <a:lstStyle/>
          <a:p>
            <a:fld id="{F994776A-187E-9540-9EA4-8D5781AB769D}" type="slidenum">
              <a:rPr lang="en-US" smtClean="0"/>
              <a:pPr/>
              <a:t>‹#›</a:t>
            </a:fld>
            <a:endParaRPr lang="en-US" dirty="0"/>
          </a:p>
        </p:txBody>
      </p:sp>
      <p:pic>
        <p:nvPicPr>
          <p:cNvPr id="5" name="Picture 4">
            <a:extLst>
              <a:ext uri="{FF2B5EF4-FFF2-40B4-BE49-F238E27FC236}">
                <a16:creationId xmlns:a16="http://schemas.microsoft.com/office/drawing/2014/main" id="{C42FD94D-1CE6-402A-C500-6DCE6F9A3524}"/>
              </a:ext>
            </a:extLst>
          </p:cNvPr>
          <p:cNvPicPr>
            <a:picLocks noChangeAspect="1"/>
          </p:cNvPicPr>
          <p:nvPr userDrawn="1"/>
        </p:nvPicPr>
        <p:blipFill>
          <a:blip r:embed="rId2"/>
          <a:stretch>
            <a:fillRect/>
          </a:stretch>
        </p:blipFill>
        <p:spPr>
          <a:xfrm>
            <a:off x="446314" y="6215540"/>
            <a:ext cx="3350434" cy="354752"/>
          </a:xfrm>
          <a:prstGeom prst="rect">
            <a:avLst/>
          </a:prstGeom>
        </p:spPr>
      </p:pic>
    </p:spTree>
    <p:extLst>
      <p:ext uri="{BB962C8B-B14F-4D97-AF65-F5344CB8AC3E}">
        <p14:creationId xmlns:p14="http://schemas.microsoft.com/office/powerpoint/2010/main" val="34333543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46313"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7832766-AA56-63AE-E2AA-9A2947343D87}"/>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CF92D672-5C11-B647-ADA7-722837BA86C0}"/>
              </a:ext>
            </a:extLst>
          </p:cNvPr>
          <p:cNvSpPr>
            <a:spLocks noGrp="1"/>
          </p:cNvSpPr>
          <p:nvPr>
            <p:ph type="pic" idx="12"/>
          </p:nvPr>
        </p:nvSpPr>
        <p:spPr>
          <a:xfrm>
            <a:off x="6286962" y="1543323"/>
            <a:ext cx="5458727" cy="431772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Text Placeholder 13">
            <a:extLst>
              <a:ext uri="{FF2B5EF4-FFF2-40B4-BE49-F238E27FC236}">
                <a16:creationId xmlns:a16="http://schemas.microsoft.com/office/drawing/2014/main" id="{6AFB8997-E903-BD34-CBB7-A70F3BD090A1}"/>
              </a:ext>
            </a:extLst>
          </p:cNvPr>
          <p:cNvSpPr>
            <a:spLocks noGrp="1"/>
          </p:cNvSpPr>
          <p:nvPr>
            <p:ph type="body" sz="quarter" idx="13"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4" name="Slide Number Placeholder 3">
            <a:extLst>
              <a:ext uri="{FF2B5EF4-FFF2-40B4-BE49-F238E27FC236}">
                <a16:creationId xmlns:a16="http://schemas.microsoft.com/office/drawing/2014/main" id="{70480C45-204B-0517-4FC2-236945E741BF}"/>
              </a:ext>
            </a:extLst>
          </p:cNvPr>
          <p:cNvSpPr>
            <a:spLocks noGrp="1"/>
          </p:cNvSpPr>
          <p:nvPr>
            <p:ph type="sldNum" sz="quarter" idx="14"/>
          </p:nvPr>
        </p:nvSpPr>
        <p:spPr/>
        <p:txBody>
          <a:bodyPr/>
          <a:lstStyle/>
          <a:p>
            <a:fld id="{F994776A-187E-9540-9EA4-8D5781AB769D}" type="slidenum">
              <a:rPr lang="en-US" smtClean="0"/>
              <a:pPr/>
              <a:t>‹#›</a:t>
            </a:fld>
            <a:endParaRPr lang="en-US" dirty="0"/>
          </a:p>
        </p:txBody>
      </p:sp>
      <p:pic>
        <p:nvPicPr>
          <p:cNvPr id="6" name="Picture 2">
            <a:extLst>
              <a:ext uri="{FF2B5EF4-FFF2-40B4-BE49-F238E27FC236}">
                <a16:creationId xmlns:a16="http://schemas.microsoft.com/office/drawing/2014/main" id="{E8E9D75D-EF46-B669-7F0B-847008B9553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17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py with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468086" y="1543323"/>
            <a:ext cx="5862679"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6615759" y="1543322"/>
            <a:ext cx="5129927" cy="4307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3486577" y="3795304"/>
            <a:ext cx="2844188"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68086" y="3795304"/>
            <a:ext cx="2844188"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6" name="Slide Number Placeholder 5">
            <a:extLst>
              <a:ext uri="{FF2B5EF4-FFF2-40B4-BE49-F238E27FC236}">
                <a16:creationId xmlns:a16="http://schemas.microsoft.com/office/drawing/2014/main" id="{ADA3C43D-3312-15BB-B055-F99C088EB6F8}"/>
              </a:ext>
            </a:extLst>
          </p:cNvPr>
          <p:cNvSpPr>
            <a:spLocks noGrp="1"/>
          </p:cNvSpPr>
          <p:nvPr>
            <p:ph type="sldNum" sz="quarter" idx="16"/>
          </p:nvPr>
        </p:nvSpPr>
        <p:spPr/>
        <p:txBody>
          <a:bodyPr/>
          <a:lstStyle/>
          <a:p>
            <a:fld id="{F994776A-187E-9540-9EA4-8D5781AB769D}" type="slidenum">
              <a:rPr lang="en-US" smtClean="0"/>
              <a:pPr/>
              <a:t>‹#›</a:t>
            </a:fld>
            <a:endParaRPr lang="en-US" dirty="0"/>
          </a:p>
        </p:txBody>
      </p:sp>
      <p:pic>
        <p:nvPicPr>
          <p:cNvPr id="7" name="Picture 2">
            <a:extLst>
              <a:ext uri="{FF2B5EF4-FFF2-40B4-BE49-F238E27FC236}">
                <a16:creationId xmlns:a16="http://schemas.microsoft.com/office/drawing/2014/main" id="{C77598CD-72E0-76B5-3E7C-CE820E7B586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824445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s with Captions">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69A59AA2-58AF-A659-F919-8BDA04ADA496}"/>
              </a:ext>
            </a:extLst>
          </p:cNvPr>
          <p:cNvSpPr>
            <a:spLocks noGrp="1"/>
          </p:cNvSpPr>
          <p:nvPr>
            <p:ph type="body" sz="half" idx="2"/>
          </p:nvPr>
        </p:nvSpPr>
        <p:spPr>
          <a:xfrm>
            <a:off x="435428"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457200"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6" name="Picture Placeholder 2">
            <a:extLst>
              <a:ext uri="{FF2B5EF4-FFF2-40B4-BE49-F238E27FC236}">
                <a16:creationId xmlns:a16="http://schemas.microsoft.com/office/drawing/2014/main" id="{60A3B0E8-AC0D-A169-37E3-2D123D6EBF24}"/>
              </a:ext>
            </a:extLst>
          </p:cNvPr>
          <p:cNvSpPr>
            <a:spLocks noGrp="1"/>
          </p:cNvSpPr>
          <p:nvPr>
            <p:ph type="pic" idx="16"/>
          </p:nvPr>
        </p:nvSpPr>
        <p:spPr>
          <a:xfrm>
            <a:off x="4325104"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3" name="Picture Placeholder 2">
            <a:extLst>
              <a:ext uri="{FF2B5EF4-FFF2-40B4-BE49-F238E27FC236}">
                <a16:creationId xmlns:a16="http://schemas.microsoft.com/office/drawing/2014/main" id="{640970D8-E511-89A8-FC5C-6DB37485ADE3}"/>
              </a:ext>
            </a:extLst>
          </p:cNvPr>
          <p:cNvSpPr>
            <a:spLocks noGrp="1"/>
          </p:cNvSpPr>
          <p:nvPr>
            <p:ph type="pic" idx="17"/>
          </p:nvPr>
        </p:nvSpPr>
        <p:spPr>
          <a:xfrm>
            <a:off x="8181729" y="1367317"/>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4" name="Text Placeholder 3">
            <a:extLst>
              <a:ext uri="{FF2B5EF4-FFF2-40B4-BE49-F238E27FC236}">
                <a16:creationId xmlns:a16="http://schemas.microsoft.com/office/drawing/2014/main" id="{6B04B79A-B4BD-0306-3D46-D570E1F51CA6}"/>
              </a:ext>
            </a:extLst>
          </p:cNvPr>
          <p:cNvSpPr>
            <a:spLocks noGrp="1"/>
          </p:cNvSpPr>
          <p:nvPr>
            <p:ph type="body" sz="half" idx="18"/>
          </p:nvPr>
        </p:nvSpPr>
        <p:spPr>
          <a:xfrm>
            <a:off x="4303332"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Text Placeholder 3">
            <a:extLst>
              <a:ext uri="{FF2B5EF4-FFF2-40B4-BE49-F238E27FC236}">
                <a16:creationId xmlns:a16="http://schemas.microsoft.com/office/drawing/2014/main" id="{450B4796-C4B7-C272-5ADD-7D6C896B703E}"/>
              </a:ext>
            </a:extLst>
          </p:cNvPr>
          <p:cNvSpPr>
            <a:spLocks noGrp="1"/>
          </p:cNvSpPr>
          <p:nvPr>
            <p:ph type="body" sz="half" idx="19"/>
          </p:nvPr>
        </p:nvSpPr>
        <p:spPr>
          <a:xfrm>
            <a:off x="8181729" y="3253121"/>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2" name="Text Placeholder 3">
            <a:extLst>
              <a:ext uri="{FF2B5EF4-FFF2-40B4-BE49-F238E27FC236}">
                <a16:creationId xmlns:a16="http://schemas.microsoft.com/office/drawing/2014/main" id="{4633AE4D-056F-FC97-1F10-877F247AB319}"/>
              </a:ext>
            </a:extLst>
          </p:cNvPr>
          <p:cNvSpPr>
            <a:spLocks noGrp="1"/>
          </p:cNvSpPr>
          <p:nvPr>
            <p:ph type="body" sz="half" idx="20"/>
          </p:nvPr>
        </p:nvSpPr>
        <p:spPr>
          <a:xfrm>
            <a:off x="413656"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3" name="Picture Placeholder 2">
            <a:extLst>
              <a:ext uri="{FF2B5EF4-FFF2-40B4-BE49-F238E27FC236}">
                <a16:creationId xmlns:a16="http://schemas.microsoft.com/office/drawing/2014/main" id="{19716662-3C77-F831-E45C-F9EA49810F58}"/>
              </a:ext>
            </a:extLst>
          </p:cNvPr>
          <p:cNvSpPr>
            <a:spLocks noGrp="1"/>
          </p:cNvSpPr>
          <p:nvPr>
            <p:ph type="pic" idx="21"/>
          </p:nvPr>
        </p:nvSpPr>
        <p:spPr>
          <a:xfrm>
            <a:off x="435428"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4" name="Picture Placeholder 2">
            <a:extLst>
              <a:ext uri="{FF2B5EF4-FFF2-40B4-BE49-F238E27FC236}">
                <a16:creationId xmlns:a16="http://schemas.microsoft.com/office/drawing/2014/main" id="{1ED1A14F-5E0D-476E-9C60-BD987EFC4940}"/>
              </a:ext>
            </a:extLst>
          </p:cNvPr>
          <p:cNvSpPr>
            <a:spLocks noGrp="1"/>
          </p:cNvSpPr>
          <p:nvPr>
            <p:ph type="pic" idx="22"/>
          </p:nvPr>
        </p:nvSpPr>
        <p:spPr>
          <a:xfrm>
            <a:off x="4303332"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5" name="Picture Placeholder 2">
            <a:extLst>
              <a:ext uri="{FF2B5EF4-FFF2-40B4-BE49-F238E27FC236}">
                <a16:creationId xmlns:a16="http://schemas.microsoft.com/office/drawing/2014/main" id="{A0003A4C-26CB-DD7F-0B22-024AFB58DC67}"/>
              </a:ext>
            </a:extLst>
          </p:cNvPr>
          <p:cNvSpPr>
            <a:spLocks noGrp="1"/>
          </p:cNvSpPr>
          <p:nvPr>
            <p:ph type="pic" idx="23"/>
          </p:nvPr>
        </p:nvSpPr>
        <p:spPr>
          <a:xfrm>
            <a:off x="8193008" y="3770844"/>
            <a:ext cx="3520020" cy="1750458"/>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6" name="Text Placeholder 3">
            <a:extLst>
              <a:ext uri="{FF2B5EF4-FFF2-40B4-BE49-F238E27FC236}">
                <a16:creationId xmlns:a16="http://schemas.microsoft.com/office/drawing/2014/main" id="{08CE8D58-56A2-6AE5-AB18-C53F4134DD88}"/>
              </a:ext>
            </a:extLst>
          </p:cNvPr>
          <p:cNvSpPr>
            <a:spLocks noGrp="1"/>
          </p:cNvSpPr>
          <p:nvPr>
            <p:ph type="body" sz="half" idx="24"/>
          </p:nvPr>
        </p:nvSpPr>
        <p:spPr>
          <a:xfrm>
            <a:off x="4281560"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7" name="Text Placeholder 3">
            <a:extLst>
              <a:ext uri="{FF2B5EF4-FFF2-40B4-BE49-F238E27FC236}">
                <a16:creationId xmlns:a16="http://schemas.microsoft.com/office/drawing/2014/main" id="{7A4C2D1F-1A58-AC60-F606-B816E5F23FFF}"/>
              </a:ext>
            </a:extLst>
          </p:cNvPr>
          <p:cNvSpPr>
            <a:spLocks noGrp="1"/>
          </p:cNvSpPr>
          <p:nvPr>
            <p:ph type="body" sz="half" idx="25"/>
          </p:nvPr>
        </p:nvSpPr>
        <p:spPr>
          <a:xfrm>
            <a:off x="8193008" y="5656648"/>
            <a:ext cx="3541792" cy="36576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Text Placeholder 13">
            <a:extLst>
              <a:ext uri="{FF2B5EF4-FFF2-40B4-BE49-F238E27FC236}">
                <a16:creationId xmlns:a16="http://schemas.microsoft.com/office/drawing/2014/main" id="{924D92CB-DB6C-EEE8-BDA7-E3D7B0643641}"/>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Slide Number Placeholder 6">
            <a:extLst>
              <a:ext uri="{FF2B5EF4-FFF2-40B4-BE49-F238E27FC236}">
                <a16:creationId xmlns:a16="http://schemas.microsoft.com/office/drawing/2014/main" id="{720A2560-8530-94AA-9E7F-F5A56AB4E3D7}"/>
              </a:ext>
            </a:extLst>
          </p:cNvPr>
          <p:cNvSpPr>
            <a:spLocks noGrp="1"/>
          </p:cNvSpPr>
          <p:nvPr>
            <p:ph type="sldNum" sz="quarter" idx="26"/>
          </p:nvPr>
        </p:nvSpPr>
        <p:spPr/>
        <p:txBody>
          <a:bodyPr/>
          <a:lstStyle/>
          <a:p>
            <a:fld id="{F994776A-187E-9540-9EA4-8D5781AB769D}" type="slidenum">
              <a:rPr lang="en-US" smtClean="0"/>
              <a:pPr/>
              <a:t>‹#›</a:t>
            </a:fld>
            <a:endParaRPr lang="en-US" dirty="0"/>
          </a:p>
        </p:txBody>
      </p:sp>
      <p:pic>
        <p:nvPicPr>
          <p:cNvPr id="8" name="Picture 2">
            <a:extLst>
              <a:ext uri="{FF2B5EF4-FFF2-40B4-BE49-F238E27FC236}">
                <a16:creationId xmlns:a16="http://schemas.microsoft.com/office/drawing/2014/main" id="{7AF31650-E388-54F8-9AE5-64910C9556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033032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Collage">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EEA1DABA-769B-1407-1BFC-75930C1DE70F}"/>
              </a:ext>
            </a:extLst>
          </p:cNvPr>
          <p:cNvSpPr>
            <a:spLocks noGrp="1"/>
          </p:cNvSpPr>
          <p:nvPr>
            <p:ph type="body" sz="quarter" idx="11"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7" name="Title 6">
            <a:extLst>
              <a:ext uri="{FF2B5EF4-FFF2-40B4-BE49-F238E27FC236}">
                <a16:creationId xmlns:a16="http://schemas.microsoft.com/office/drawing/2014/main" id="{99AF8687-CA4E-66EB-17A8-BE41F3023085}"/>
              </a:ext>
            </a:extLst>
          </p:cNvPr>
          <p:cNvSpPr>
            <a:spLocks noGrp="1"/>
          </p:cNvSpPr>
          <p:nvPr>
            <p:ph type="title"/>
          </p:nvPr>
        </p:nvSpPr>
        <p:spPr/>
        <p:txBody>
          <a:bodyPr/>
          <a:lstStyle/>
          <a:p>
            <a:r>
              <a:rPr lang="en-US"/>
              <a:t>Click to edit Master title style</a:t>
            </a:r>
          </a:p>
        </p:txBody>
      </p:sp>
      <p:sp>
        <p:nvSpPr>
          <p:cNvPr id="2" name="Picture Placeholder 2">
            <a:extLst>
              <a:ext uri="{FF2B5EF4-FFF2-40B4-BE49-F238E27FC236}">
                <a16:creationId xmlns:a16="http://schemas.microsoft.com/office/drawing/2014/main" id="{EC508144-F984-C37C-90F6-AA8C545F3DA9}"/>
              </a:ext>
            </a:extLst>
          </p:cNvPr>
          <p:cNvSpPr>
            <a:spLocks noGrp="1"/>
          </p:cNvSpPr>
          <p:nvPr>
            <p:ph type="pic" idx="1"/>
          </p:nvPr>
        </p:nvSpPr>
        <p:spPr>
          <a:xfrm>
            <a:off x="446314" y="1542762"/>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3" name="Picture Placeholder 2">
            <a:extLst>
              <a:ext uri="{FF2B5EF4-FFF2-40B4-BE49-F238E27FC236}">
                <a16:creationId xmlns:a16="http://schemas.microsoft.com/office/drawing/2014/main" id="{35480D7F-9BE0-34B6-0080-2DFC58123F3E}"/>
              </a:ext>
            </a:extLst>
          </p:cNvPr>
          <p:cNvSpPr>
            <a:spLocks noGrp="1"/>
          </p:cNvSpPr>
          <p:nvPr>
            <p:ph type="pic" idx="14"/>
          </p:nvPr>
        </p:nvSpPr>
        <p:spPr>
          <a:xfrm>
            <a:off x="334406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9" name="Picture Placeholder 2">
            <a:extLst>
              <a:ext uri="{FF2B5EF4-FFF2-40B4-BE49-F238E27FC236}">
                <a16:creationId xmlns:a16="http://schemas.microsoft.com/office/drawing/2014/main" id="{5D5694FC-6767-0363-8F8C-4C8AEA0C5DCC}"/>
              </a:ext>
            </a:extLst>
          </p:cNvPr>
          <p:cNvSpPr>
            <a:spLocks noGrp="1"/>
          </p:cNvSpPr>
          <p:nvPr>
            <p:ph type="pic" idx="16"/>
          </p:nvPr>
        </p:nvSpPr>
        <p:spPr>
          <a:xfrm>
            <a:off x="623655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6223A017-A902-92C1-8A99-7D45B08D860D}"/>
              </a:ext>
            </a:extLst>
          </p:cNvPr>
          <p:cNvSpPr>
            <a:spLocks noGrp="1"/>
          </p:cNvSpPr>
          <p:nvPr>
            <p:ph type="pic" idx="17"/>
          </p:nvPr>
        </p:nvSpPr>
        <p:spPr>
          <a:xfrm>
            <a:off x="9129043" y="1542762"/>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5" name="Picture Placeholder 2">
            <a:extLst>
              <a:ext uri="{FF2B5EF4-FFF2-40B4-BE49-F238E27FC236}">
                <a16:creationId xmlns:a16="http://schemas.microsoft.com/office/drawing/2014/main" id="{FE352EAA-3DC6-450E-518D-B55638975ECE}"/>
              </a:ext>
            </a:extLst>
          </p:cNvPr>
          <p:cNvSpPr>
            <a:spLocks noGrp="1"/>
          </p:cNvSpPr>
          <p:nvPr>
            <p:ph type="pic" idx="18"/>
          </p:nvPr>
        </p:nvSpPr>
        <p:spPr>
          <a:xfrm>
            <a:off x="1843620" y="3651150"/>
            <a:ext cx="2611015"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6" name="Picture Placeholder 2">
            <a:extLst>
              <a:ext uri="{FF2B5EF4-FFF2-40B4-BE49-F238E27FC236}">
                <a16:creationId xmlns:a16="http://schemas.microsoft.com/office/drawing/2014/main" id="{1E5E3807-051E-4D4B-1143-A6B4BDDBB5D8}"/>
              </a:ext>
            </a:extLst>
          </p:cNvPr>
          <p:cNvSpPr>
            <a:spLocks noGrp="1"/>
          </p:cNvSpPr>
          <p:nvPr>
            <p:ph type="pic" idx="19"/>
          </p:nvPr>
        </p:nvSpPr>
        <p:spPr>
          <a:xfrm>
            <a:off x="474136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7" name="Picture Placeholder 2">
            <a:extLst>
              <a:ext uri="{FF2B5EF4-FFF2-40B4-BE49-F238E27FC236}">
                <a16:creationId xmlns:a16="http://schemas.microsoft.com/office/drawing/2014/main" id="{9659EF4B-6B57-DE2A-B33A-D60A659CFE6D}"/>
              </a:ext>
            </a:extLst>
          </p:cNvPr>
          <p:cNvSpPr>
            <a:spLocks noGrp="1"/>
          </p:cNvSpPr>
          <p:nvPr>
            <p:ph type="pic" idx="20"/>
          </p:nvPr>
        </p:nvSpPr>
        <p:spPr>
          <a:xfrm>
            <a:off x="7633859" y="3651150"/>
            <a:ext cx="2605756" cy="1885677"/>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Slide Number Placeholder 4">
            <a:extLst>
              <a:ext uri="{FF2B5EF4-FFF2-40B4-BE49-F238E27FC236}">
                <a16:creationId xmlns:a16="http://schemas.microsoft.com/office/drawing/2014/main" id="{91B72767-6954-6B12-1677-BE947CE88EB8}"/>
              </a:ext>
            </a:extLst>
          </p:cNvPr>
          <p:cNvSpPr>
            <a:spLocks noGrp="1"/>
          </p:cNvSpPr>
          <p:nvPr>
            <p:ph type="sldNum" sz="quarter" idx="21"/>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AC297EAB-60AE-2CA6-7FC1-B2BF3AB1084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31317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hart with 2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6521986" y="3884037"/>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a:extLst>
              <a:ext uri="{FF2B5EF4-FFF2-40B4-BE49-F238E27FC236}">
                <a16:creationId xmlns:a16="http://schemas.microsoft.com/office/drawing/2014/main" id="{467A134D-7A3A-AD4B-91DF-57347E308706}"/>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4581B053-21C8-C0AD-58C7-637A6315D1B2}"/>
              </a:ext>
            </a:extLst>
          </p:cNvPr>
          <p:cNvSpPr>
            <a:spLocks noGrp="1"/>
          </p:cNvSpPr>
          <p:nvPr>
            <p:ph type="body" sz="half" idx="2"/>
          </p:nvPr>
        </p:nvSpPr>
        <p:spPr>
          <a:xfrm>
            <a:off x="6521726" y="3395949"/>
            <a:ext cx="521294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7" name="Rectangle 16">
            <a:extLst>
              <a:ext uri="{FF2B5EF4-FFF2-40B4-BE49-F238E27FC236}">
                <a16:creationId xmlns:a16="http://schemas.microsoft.com/office/drawing/2014/main" id="{D8B2033E-9DB9-9A2B-D4C5-6D8960838D22}"/>
              </a:ext>
            </a:extLst>
          </p:cNvPr>
          <p:cNvSpPr/>
          <p:nvPr userDrawn="1"/>
        </p:nvSpPr>
        <p:spPr>
          <a:xfrm>
            <a:off x="6521856" y="5636913"/>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8" name="Text Placeholder 3">
            <a:extLst>
              <a:ext uri="{FF2B5EF4-FFF2-40B4-BE49-F238E27FC236}">
                <a16:creationId xmlns:a16="http://schemas.microsoft.com/office/drawing/2014/main" id="{F02FFCFA-A84F-7535-4A5F-29A5FC646063}"/>
              </a:ext>
            </a:extLst>
          </p:cNvPr>
          <p:cNvSpPr>
            <a:spLocks noGrp="1"/>
          </p:cNvSpPr>
          <p:nvPr>
            <p:ph type="body" sz="half" idx="19"/>
          </p:nvPr>
        </p:nvSpPr>
        <p:spPr>
          <a:xfrm>
            <a:off x="6521726" y="5636913"/>
            <a:ext cx="5212813"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Slide Number Placeholder 3">
            <a:extLst>
              <a:ext uri="{FF2B5EF4-FFF2-40B4-BE49-F238E27FC236}">
                <a16:creationId xmlns:a16="http://schemas.microsoft.com/office/drawing/2014/main" id="{E5C45827-5CB3-E873-7680-6D8C2AAB95D6}"/>
              </a:ext>
            </a:extLst>
          </p:cNvPr>
          <p:cNvSpPr>
            <a:spLocks noGrp="1"/>
          </p:cNvSpPr>
          <p:nvPr>
            <p:ph type="sldNum" sz="quarter" idx="20"/>
          </p:nvPr>
        </p:nvSpPr>
        <p:spPr/>
        <p:txBody>
          <a:bodyPr/>
          <a:lstStyle/>
          <a:p>
            <a:fld id="{F994776A-187E-9540-9EA4-8D5781AB769D}" type="slidenum">
              <a:rPr lang="en-US" smtClean="0"/>
              <a:pPr/>
              <a:t>‹#›</a:t>
            </a:fld>
            <a:endParaRPr lang="en-US" dirty="0"/>
          </a:p>
        </p:txBody>
      </p:sp>
      <p:pic>
        <p:nvPicPr>
          <p:cNvPr id="9" name="Picture 2">
            <a:extLst>
              <a:ext uri="{FF2B5EF4-FFF2-40B4-BE49-F238E27FC236}">
                <a16:creationId xmlns:a16="http://schemas.microsoft.com/office/drawing/2014/main" id="{C87E9216-1A8F-085F-5596-89DFB20E790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5271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with 3 Photo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5F2E1BF6-9F66-A119-6E10-5D16400A750A}"/>
              </a:ext>
            </a:extLst>
          </p:cNvPr>
          <p:cNvSpPr>
            <a:spLocks noGrp="1"/>
          </p:cNvSpPr>
          <p:nvPr>
            <p:ph type="pic" idx="1"/>
          </p:nvPr>
        </p:nvSpPr>
        <p:spPr>
          <a:xfrm>
            <a:off x="6521986" y="1643073"/>
            <a:ext cx="5212813"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Title 4">
            <a:extLst>
              <a:ext uri="{FF2B5EF4-FFF2-40B4-BE49-F238E27FC236}">
                <a16:creationId xmlns:a16="http://schemas.microsoft.com/office/drawing/2014/main" id="{B3D45392-3CD8-B80C-F2B3-4B45BA45F3B0}"/>
              </a:ext>
            </a:extLst>
          </p:cNvPr>
          <p:cNvSpPr>
            <a:spLocks noGrp="1"/>
          </p:cNvSpPr>
          <p:nvPr>
            <p:ph type="title"/>
          </p:nvPr>
        </p:nvSpPr>
        <p:spPr/>
        <p:txBody>
          <a:bodyPr/>
          <a:lstStyle/>
          <a:p>
            <a:r>
              <a:rPr lang="en-US"/>
              <a:t>Click to edit Master title style</a:t>
            </a:r>
          </a:p>
        </p:txBody>
      </p:sp>
      <p:sp>
        <p:nvSpPr>
          <p:cNvPr id="10" name="Picture Placeholder 2">
            <a:extLst>
              <a:ext uri="{FF2B5EF4-FFF2-40B4-BE49-F238E27FC236}">
                <a16:creationId xmlns:a16="http://schemas.microsoft.com/office/drawing/2014/main" id="{0492B2E6-F25A-DAD4-50C4-028EE4F9F201}"/>
              </a:ext>
            </a:extLst>
          </p:cNvPr>
          <p:cNvSpPr>
            <a:spLocks noGrp="1"/>
          </p:cNvSpPr>
          <p:nvPr>
            <p:ph type="pic" idx="13"/>
          </p:nvPr>
        </p:nvSpPr>
        <p:spPr>
          <a:xfrm>
            <a:off x="9287219" y="3884037"/>
            <a:ext cx="2447580" cy="2055591"/>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Picture Placeholder 2">
            <a:extLst>
              <a:ext uri="{FF2B5EF4-FFF2-40B4-BE49-F238E27FC236}">
                <a16:creationId xmlns:a16="http://schemas.microsoft.com/office/drawing/2014/main" id="{E4F1D849-D57F-29CA-A61A-410807726101}"/>
              </a:ext>
            </a:extLst>
          </p:cNvPr>
          <p:cNvSpPr>
            <a:spLocks noGrp="1"/>
          </p:cNvSpPr>
          <p:nvPr>
            <p:ph type="pic" idx="14"/>
          </p:nvPr>
        </p:nvSpPr>
        <p:spPr>
          <a:xfrm>
            <a:off x="6521986" y="3879120"/>
            <a:ext cx="2528916" cy="2055592"/>
          </a:xfrm>
        </p:spPr>
        <p:txBody>
          <a:bodyPr>
            <a:normAutofit/>
          </a:bodyPr>
          <a:lstStyle>
            <a:lvl1pPr marL="0" indent="0">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2" name="Text Placeholder 13">
            <a:extLst>
              <a:ext uri="{FF2B5EF4-FFF2-40B4-BE49-F238E27FC236}">
                <a16:creationId xmlns:a16="http://schemas.microsoft.com/office/drawing/2014/main" id="{6AB35901-94D3-C7C4-1CE7-B31E29C657CD}"/>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2" name="Content Placeholder 2">
            <a:extLst>
              <a:ext uri="{FF2B5EF4-FFF2-40B4-BE49-F238E27FC236}">
                <a16:creationId xmlns:a16="http://schemas.microsoft.com/office/drawing/2014/main" id="{DC2C5294-0EFC-A3EC-D994-11DDCFE70D67}"/>
              </a:ext>
            </a:extLst>
          </p:cNvPr>
          <p:cNvSpPr>
            <a:spLocks noGrp="1"/>
          </p:cNvSpPr>
          <p:nvPr>
            <p:ph idx="18"/>
          </p:nvPr>
        </p:nvSpPr>
        <p:spPr>
          <a:xfrm>
            <a:off x="446315" y="1643073"/>
            <a:ext cx="5745165" cy="4307571"/>
          </a:xfrm>
        </p:spPr>
        <p:txBody>
          <a:bodyPr>
            <a:normAutofit/>
          </a:bodyPr>
          <a:lstStyle>
            <a:lvl1pPr>
              <a:defRPr sz="2000"/>
            </a:lvl1pPr>
            <a:lvl2pPr>
              <a:defRPr sz="1800"/>
            </a:lvl2pPr>
            <a:lvl3pPr>
              <a:defRPr sz="1800"/>
            </a:lvl3pPr>
            <a:lvl4pPr>
              <a:defRPr sz="15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a:extLst>
              <a:ext uri="{FF2B5EF4-FFF2-40B4-BE49-F238E27FC236}">
                <a16:creationId xmlns:a16="http://schemas.microsoft.com/office/drawing/2014/main" id="{ECAC4E08-5A51-BF4F-655E-4E54DD771548}"/>
              </a:ext>
            </a:extLst>
          </p:cNvPr>
          <p:cNvSpPr/>
          <p:nvPr userDrawn="1"/>
        </p:nvSpPr>
        <p:spPr>
          <a:xfrm>
            <a:off x="6521986" y="3395949"/>
            <a:ext cx="5212813"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6" name="Text Placeholder 3">
            <a:extLst>
              <a:ext uri="{FF2B5EF4-FFF2-40B4-BE49-F238E27FC236}">
                <a16:creationId xmlns:a16="http://schemas.microsoft.com/office/drawing/2014/main" id="{27D80C23-74F3-F853-02BF-83C743039F6E}"/>
              </a:ext>
            </a:extLst>
          </p:cNvPr>
          <p:cNvSpPr>
            <a:spLocks noGrp="1"/>
          </p:cNvSpPr>
          <p:nvPr>
            <p:ph type="body" sz="half" idx="2"/>
          </p:nvPr>
        </p:nvSpPr>
        <p:spPr>
          <a:xfrm>
            <a:off x="6571823" y="3395949"/>
            <a:ext cx="5162846"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7" name="Rectangle 6">
            <a:extLst>
              <a:ext uri="{FF2B5EF4-FFF2-40B4-BE49-F238E27FC236}">
                <a16:creationId xmlns:a16="http://schemas.microsoft.com/office/drawing/2014/main" id="{F8F22EB8-4EFD-86A4-8EB8-8A4F1A1AA2DF}"/>
              </a:ext>
            </a:extLst>
          </p:cNvPr>
          <p:cNvSpPr/>
          <p:nvPr userDrawn="1"/>
        </p:nvSpPr>
        <p:spPr>
          <a:xfrm>
            <a:off x="6512818" y="5631997"/>
            <a:ext cx="2512330"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Text Placeholder 3">
            <a:extLst>
              <a:ext uri="{FF2B5EF4-FFF2-40B4-BE49-F238E27FC236}">
                <a16:creationId xmlns:a16="http://schemas.microsoft.com/office/drawing/2014/main" id="{66A4B2AA-E0AE-18DD-BAA3-AF2A9CA6987A}"/>
              </a:ext>
            </a:extLst>
          </p:cNvPr>
          <p:cNvSpPr>
            <a:spLocks noGrp="1"/>
          </p:cNvSpPr>
          <p:nvPr>
            <p:ph type="body" sz="half" idx="19"/>
          </p:nvPr>
        </p:nvSpPr>
        <p:spPr>
          <a:xfrm>
            <a:off x="6562654" y="5631997"/>
            <a:ext cx="2488248"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5" name="Rectangle 14">
            <a:extLst>
              <a:ext uri="{FF2B5EF4-FFF2-40B4-BE49-F238E27FC236}">
                <a16:creationId xmlns:a16="http://schemas.microsoft.com/office/drawing/2014/main" id="{E18B5CD1-FF93-2C9C-1BFF-73A3CE39E65D}"/>
              </a:ext>
            </a:extLst>
          </p:cNvPr>
          <p:cNvSpPr/>
          <p:nvPr userDrawn="1"/>
        </p:nvSpPr>
        <p:spPr>
          <a:xfrm>
            <a:off x="9287218" y="5641703"/>
            <a:ext cx="2431941" cy="302715"/>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Text Placeholder 3">
            <a:extLst>
              <a:ext uri="{FF2B5EF4-FFF2-40B4-BE49-F238E27FC236}">
                <a16:creationId xmlns:a16="http://schemas.microsoft.com/office/drawing/2014/main" id="{C52272AC-9734-6D60-9441-B5E7B9E4E372}"/>
              </a:ext>
            </a:extLst>
          </p:cNvPr>
          <p:cNvSpPr>
            <a:spLocks noGrp="1"/>
          </p:cNvSpPr>
          <p:nvPr>
            <p:ph type="body" sz="half" idx="20"/>
          </p:nvPr>
        </p:nvSpPr>
        <p:spPr>
          <a:xfrm>
            <a:off x="9337055" y="5641703"/>
            <a:ext cx="2408630" cy="302715"/>
          </a:xfrm>
        </p:spPr>
        <p:txBody>
          <a:bodyPr>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Slide Number Placeholder 12">
            <a:extLst>
              <a:ext uri="{FF2B5EF4-FFF2-40B4-BE49-F238E27FC236}">
                <a16:creationId xmlns:a16="http://schemas.microsoft.com/office/drawing/2014/main" id="{01CBD603-B977-E0E5-7C2E-C0061CD0B72C}"/>
              </a:ext>
            </a:extLst>
          </p:cNvPr>
          <p:cNvSpPr>
            <a:spLocks noGrp="1"/>
          </p:cNvSpPr>
          <p:nvPr>
            <p:ph type="sldNum" sz="quarter" idx="21"/>
          </p:nvPr>
        </p:nvSpPr>
        <p:spPr/>
        <p:txBody>
          <a:bodyPr/>
          <a:lstStyle/>
          <a:p>
            <a:fld id="{F994776A-187E-9540-9EA4-8D5781AB769D}" type="slidenum">
              <a:rPr lang="en-US" smtClean="0"/>
              <a:pPr/>
              <a:t>‹#›</a:t>
            </a:fld>
            <a:endParaRPr lang="en-US" dirty="0"/>
          </a:p>
        </p:txBody>
      </p:sp>
      <p:pic>
        <p:nvPicPr>
          <p:cNvPr id="9" name="Picture 2">
            <a:extLst>
              <a:ext uri="{FF2B5EF4-FFF2-40B4-BE49-F238E27FC236}">
                <a16:creationId xmlns:a16="http://schemas.microsoft.com/office/drawing/2014/main" id="{A7F1900C-EBAA-D81A-8063-47664791EA0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34418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 3 Blocks - Blac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4CFF414-FA47-F7EC-7EFB-7073E26BB831}"/>
              </a:ext>
            </a:extLst>
          </p:cNvPr>
          <p:cNvSpPr/>
          <p:nvPr userDrawn="1"/>
        </p:nvSpPr>
        <p:spPr>
          <a:xfrm>
            <a:off x="7938475" y="1315894"/>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13C0F4F-1E76-E3A4-E5AA-8FA79C7C69FB}"/>
              </a:ext>
            </a:extLst>
          </p:cNvPr>
          <p:cNvSpPr/>
          <p:nvPr userDrawn="1"/>
        </p:nvSpPr>
        <p:spPr>
          <a:xfrm>
            <a:off x="4420956" y="1315895"/>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067105CB-DECE-0616-2A57-776784CFC1CB}"/>
              </a:ext>
            </a:extLst>
          </p:cNvPr>
          <p:cNvSpPr/>
          <p:nvPr userDrawn="1"/>
        </p:nvSpPr>
        <p:spPr>
          <a:xfrm>
            <a:off x="903437" y="1315896"/>
            <a:ext cx="3319531" cy="4513267"/>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7" name="Text Placeholder 6">
            <a:extLst>
              <a:ext uri="{FF2B5EF4-FFF2-40B4-BE49-F238E27FC236}">
                <a16:creationId xmlns:a16="http://schemas.microsoft.com/office/drawing/2014/main" id="{1813FE17-B697-FB87-4ED6-D832D798E901}"/>
              </a:ext>
            </a:extLst>
          </p:cNvPr>
          <p:cNvSpPr>
            <a:spLocks noGrp="1"/>
          </p:cNvSpPr>
          <p:nvPr>
            <p:ph type="body" sz="quarter" idx="10" hasCustomPrompt="1"/>
          </p:nvPr>
        </p:nvSpPr>
        <p:spPr>
          <a:xfrm>
            <a:off x="903506" y="143646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1" name="Picture Placeholder 10">
            <a:extLst>
              <a:ext uri="{FF2B5EF4-FFF2-40B4-BE49-F238E27FC236}">
                <a16:creationId xmlns:a16="http://schemas.microsoft.com/office/drawing/2014/main" id="{8B65CB9D-AA49-05C2-2100-C63D32C82B85}"/>
              </a:ext>
            </a:extLst>
          </p:cNvPr>
          <p:cNvSpPr>
            <a:spLocks noGrp="1"/>
          </p:cNvSpPr>
          <p:nvPr>
            <p:ph type="pic" sz="quarter" idx="12"/>
          </p:nvPr>
        </p:nvSpPr>
        <p:spPr>
          <a:xfrm>
            <a:off x="1101943" y="4045824"/>
            <a:ext cx="2951163" cy="1555750"/>
          </a:xfrm>
        </p:spPr>
        <p:txBody>
          <a:bodyPr/>
          <a:lstStyle>
            <a:lvl1pPr marL="0" indent="0">
              <a:buNone/>
              <a:defRPr/>
            </a:lvl1pPr>
          </a:lstStyle>
          <a:p>
            <a:r>
              <a:rPr lang="en-US"/>
              <a:t>Click icon to add picture</a:t>
            </a:r>
            <a:endParaRPr lang="en-US" dirty="0"/>
          </a:p>
        </p:txBody>
      </p:sp>
      <p:sp>
        <p:nvSpPr>
          <p:cNvPr id="17" name="Text Placeholder 6">
            <a:extLst>
              <a:ext uri="{FF2B5EF4-FFF2-40B4-BE49-F238E27FC236}">
                <a16:creationId xmlns:a16="http://schemas.microsoft.com/office/drawing/2014/main" id="{43204028-135E-83A2-B94A-693154F531B4}"/>
              </a:ext>
            </a:extLst>
          </p:cNvPr>
          <p:cNvSpPr>
            <a:spLocks noGrp="1"/>
          </p:cNvSpPr>
          <p:nvPr>
            <p:ph type="body" sz="quarter" idx="13" hasCustomPrompt="1"/>
          </p:nvPr>
        </p:nvSpPr>
        <p:spPr>
          <a:xfrm>
            <a:off x="4421284" y="143646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19" name="Picture Placeholder 10">
            <a:extLst>
              <a:ext uri="{FF2B5EF4-FFF2-40B4-BE49-F238E27FC236}">
                <a16:creationId xmlns:a16="http://schemas.microsoft.com/office/drawing/2014/main" id="{D4E810FD-2D00-764A-B144-B235C21E32F6}"/>
              </a:ext>
            </a:extLst>
          </p:cNvPr>
          <p:cNvSpPr>
            <a:spLocks noGrp="1"/>
          </p:cNvSpPr>
          <p:nvPr>
            <p:ph type="pic" sz="quarter" idx="15"/>
          </p:nvPr>
        </p:nvSpPr>
        <p:spPr>
          <a:xfrm>
            <a:off x="4619721" y="4045824"/>
            <a:ext cx="2951163" cy="1555750"/>
          </a:xfrm>
        </p:spPr>
        <p:txBody>
          <a:bodyPr/>
          <a:lstStyle>
            <a:lvl1pPr marL="0" indent="0">
              <a:buNone/>
              <a:defRPr/>
            </a:lvl1pPr>
          </a:lstStyle>
          <a:p>
            <a:r>
              <a:rPr lang="en-US"/>
              <a:t>Click icon to add picture</a:t>
            </a:r>
            <a:endParaRPr lang="en-US" dirty="0"/>
          </a:p>
        </p:txBody>
      </p:sp>
      <p:sp>
        <p:nvSpPr>
          <p:cNvPr id="21" name="Text Placeholder 6">
            <a:extLst>
              <a:ext uri="{FF2B5EF4-FFF2-40B4-BE49-F238E27FC236}">
                <a16:creationId xmlns:a16="http://schemas.microsoft.com/office/drawing/2014/main" id="{0A71EF50-386A-A3B9-93FB-6EF179A4EE47}"/>
              </a:ext>
            </a:extLst>
          </p:cNvPr>
          <p:cNvSpPr>
            <a:spLocks noGrp="1"/>
          </p:cNvSpPr>
          <p:nvPr>
            <p:ph type="body" sz="quarter" idx="16" hasCustomPrompt="1"/>
          </p:nvPr>
        </p:nvSpPr>
        <p:spPr>
          <a:xfrm>
            <a:off x="7938803" y="1433918"/>
            <a:ext cx="3319462" cy="339561"/>
          </a:xfrm>
        </p:spPr>
        <p:txBody>
          <a:bodyPr>
            <a:noAutofit/>
          </a:bodyPr>
          <a:lstStyle>
            <a:lvl1pPr marL="0" indent="0" algn="ctr" fontAlgn="ctr">
              <a:spcBef>
                <a:spcPts val="0"/>
              </a:spcBef>
              <a:buFontTx/>
              <a:buNone/>
              <a:defRPr sz="18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23" name="Picture Placeholder 10">
            <a:extLst>
              <a:ext uri="{FF2B5EF4-FFF2-40B4-BE49-F238E27FC236}">
                <a16:creationId xmlns:a16="http://schemas.microsoft.com/office/drawing/2014/main" id="{6AE17ED9-FDD9-34C3-1F7D-9A8EA4C4B40E}"/>
              </a:ext>
            </a:extLst>
          </p:cNvPr>
          <p:cNvSpPr>
            <a:spLocks noGrp="1"/>
          </p:cNvSpPr>
          <p:nvPr>
            <p:ph type="pic" sz="quarter" idx="18"/>
          </p:nvPr>
        </p:nvSpPr>
        <p:spPr>
          <a:xfrm>
            <a:off x="8137240" y="4043274"/>
            <a:ext cx="2951163" cy="1555750"/>
          </a:xfrm>
        </p:spPr>
        <p:txBody>
          <a:bodyPr/>
          <a:lstStyle>
            <a:lvl1pPr marL="0" indent="0">
              <a:buNone/>
              <a:defRPr b="1"/>
            </a:lvl1pPr>
          </a:lstStyle>
          <a:p>
            <a:r>
              <a:rPr lang="en-US"/>
              <a:t>Click icon to add picture</a:t>
            </a:r>
            <a:endParaRPr lang="en-US" dirty="0"/>
          </a:p>
        </p:txBody>
      </p:sp>
      <p:sp>
        <p:nvSpPr>
          <p:cNvPr id="16" name="Title 15">
            <a:extLst>
              <a:ext uri="{FF2B5EF4-FFF2-40B4-BE49-F238E27FC236}">
                <a16:creationId xmlns:a16="http://schemas.microsoft.com/office/drawing/2014/main" id="{77D3ED32-45F9-B948-371F-67E8465B2438}"/>
              </a:ext>
            </a:extLst>
          </p:cNvPr>
          <p:cNvSpPr>
            <a:spLocks noGrp="1"/>
          </p:cNvSpPr>
          <p:nvPr>
            <p:ph type="title"/>
          </p:nvPr>
        </p:nvSpPr>
        <p:spPr/>
        <p:txBody>
          <a:bodyPr/>
          <a:lstStyle/>
          <a:p>
            <a:r>
              <a:rPr lang="en-US"/>
              <a:t>Click to edit Master title style</a:t>
            </a:r>
          </a:p>
        </p:txBody>
      </p:sp>
      <p:sp>
        <p:nvSpPr>
          <p:cNvPr id="2" name="Text Placeholder 3">
            <a:extLst>
              <a:ext uri="{FF2B5EF4-FFF2-40B4-BE49-F238E27FC236}">
                <a16:creationId xmlns:a16="http://schemas.microsoft.com/office/drawing/2014/main" id="{140B5B1B-89D1-9945-6AB1-0D9B2E27009A}"/>
              </a:ext>
            </a:extLst>
          </p:cNvPr>
          <p:cNvSpPr>
            <a:spLocks noGrp="1"/>
          </p:cNvSpPr>
          <p:nvPr>
            <p:ph type="body" sz="half" idx="2" hasCustomPrompt="1"/>
          </p:nvPr>
        </p:nvSpPr>
        <p:spPr>
          <a:xfrm>
            <a:off x="1087907" y="2065260"/>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8" name="Text Placeholder 3">
            <a:extLst>
              <a:ext uri="{FF2B5EF4-FFF2-40B4-BE49-F238E27FC236}">
                <a16:creationId xmlns:a16="http://schemas.microsoft.com/office/drawing/2014/main" id="{CCAB75A6-8C36-AD93-09A1-D377BF55C686}"/>
              </a:ext>
            </a:extLst>
          </p:cNvPr>
          <p:cNvSpPr>
            <a:spLocks noGrp="1"/>
          </p:cNvSpPr>
          <p:nvPr>
            <p:ph type="body" sz="half" idx="20" hasCustomPrompt="1"/>
          </p:nvPr>
        </p:nvSpPr>
        <p:spPr>
          <a:xfrm>
            <a:off x="4605427" y="2065259"/>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10" name="Text Placeholder 3">
            <a:extLst>
              <a:ext uri="{FF2B5EF4-FFF2-40B4-BE49-F238E27FC236}">
                <a16:creationId xmlns:a16="http://schemas.microsoft.com/office/drawing/2014/main" id="{9BFCE088-E342-EDAD-213D-39C8B8D85057}"/>
              </a:ext>
            </a:extLst>
          </p:cNvPr>
          <p:cNvSpPr>
            <a:spLocks noGrp="1"/>
          </p:cNvSpPr>
          <p:nvPr>
            <p:ph type="body" sz="half" idx="21" hasCustomPrompt="1"/>
          </p:nvPr>
        </p:nvSpPr>
        <p:spPr>
          <a:xfrm>
            <a:off x="8122945" y="2065259"/>
            <a:ext cx="2950589" cy="1691333"/>
          </a:xfrm>
        </p:spPr>
        <p:txBody>
          <a:bodyPr>
            <a:normAutofit/>
          </a:bodyPr>
          <a:lstStyle>
            <a:lvl1pPr marL="0" indent="0">
              <a:buNone/>
              <a:defRPr sz="14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9" name="Slide Number Placeholder 8">
            <a:extLst>
              <a:ext uri="{FF2B5EF4-FFF2-40B4-BE49-F238E27FC236}">
                <a16:creationId xmlns:a16="http://schemas.microsoft.com/office/drawing/2014/main" id="{3752A11A-CEFD-01B7-2324-466BE85E97BA}"/>
              </a:ext>
            </a:extLst>
          </p:cNvPr>
          <p:cNvSpPr>
            <a:spLocks noGrp="1"/>
          </p:cNvSpPr>
          <p:nvPr>
            <p:ph type="sldNum" sz="quarter" idx="22"/>
          </p:nvPr>
        </p:nvSpPr>
        <p:spPr/>
        <p:txBody>
          <a:bodyPr/>
          <a:lstStyle/>
          <a:p>
            <a:fld id="{F994776A-187E-9540-9EA4-8D5781AB769D}" type="slidenum">
              <a:rPr lang="en-US" smtClean="0"/>
              <a:pPr/>
              <a:t>‹#›</a:t>
            </a:fld>
            <a:endParaRPr lang="en-US" dirty="0"/>
          </a:p>
        </p:txBody>
      </p:sp>
      <p:pic>
        <p:nvPicPr>
          <p:cNvPr id="12" name="Picture 2">
            <a:extLst>
              <a:ext uri="{FF2B5EF4-FFF2-40B4-BE49-F238E27FC236}">
                <a16:creationId xmlns:a16="http://schemas.microsoft.com/office/drawing/2014/main" id="{F1D30E38-DCA5-D7B3-D3F6-C20A366C600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67126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 3 Blocks - Go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98D576-4759-5408-883D-2E56D9D0F603}"/>
              </a:ext>
            </a:extLst>
          </p:cNvPr>
          <p:cNvSpPr/>
          <p:nvPr userDrawn="1"/>
        </p:nvSpPr>
        <p:spPr>
          <a:xfrm>
            <a:off x="7938216" y="1315892"/>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C44A1A-1D1D-F2D9-8EC1-EFF25EBA1FB0}"/>
              </a:ext>
            </a:extLst>
          </p:cNvPr>
          <p:cNvSpPr/>
          <p:nvPr userDrawn="1"/>
        </p:nvSpPr>
        <p:spPr>
          <a:xfrm>
            <a:off x="4420697" y="1315893"/>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38D75A-DD50-6C6E-0A9D-7F77E72C780A}"/>
              </a:ext>
            </a:extLst>
          </p:cNvPr>
          <p:cNvSpPr/>
          <p:nvPr userDrawn="1"/>
        </p:nvSpPr>
        <p:spPr>
          <a:xfrm>
            <a:off x="903178" y="1315894"/>
            <a:ext cx="3319531" cy="4513267"/>
          </a:xfrm>
          <a:prstGeom prst="rect">
            <a:avLst/>
          </a:prstGeom>
          <a:solidFill>
            <a:schemeClr val="accent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dirty="0"/>
          </a:p>
        </p:txBody>
      </p:sp>
      <p:sp>
        <p:nvSpPr>
          <p:cNvPr id="16" name="Text Placeholder 6">
            <a:extLst>
              <a:ext uri="{FF2B5EF4-FFF2-40B4-BE49-F238E27FC236}">
                <a16:creationId xmlns:a16="http://schemas.microsoft.com/office/drawing/2014/main" id="{876A1563-09E6-06B6-EC4A-8E309CC57B11}"/>
              </a:ext>
            </a:extLst>
          </p:cNvPr>
          <p:cNvSpPr>
            <a:spLocks noGrp="1"/>
          </p:cNvSpPr>
          <p:nvPr>
            <p:ph type="body" sz="quarter" idx="10" hasCustomPrompt="1"/>
          </p:nvPr>
        </p:nvSpPr>
        <p:spPr>
          <a:xfrm>
            <a:off x="903247" y="143646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2" name="Text Placeholder 6">
            <a:extLst>
              <a:ext uri="{FF2B5EF4-FFF2-40B4-BE49-F238E27FC236}">
                <a16:creationId xmlns:a16="http://schemas.microsoft.com/office/drawing/2014/main" id="{AF401EC8-7352-A985-133C-726A718A9E9A}"/>
              </a:ext>
            </a:extLst>
          </p:cNvPr>
          <p:cNvSpPr>
            <a:spLocks noGrp="1"/>
          </p:cNvSpPr>
          <p:nvPr>
            <p:ph type="body" sz="quarter" idx="13" hasCustomPrompt="1"/>
          </p:nvPr>
        </p:nvSpPr>
        <p:spPr>
          <a:xfrm>
            <a:off x="4421025" y="143646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26" name="Text Placeholder 6">
            <a:extLst>
              <a:ext uri="{FF2B5EF4-FFF2-40B4-BE49-F238E27FC236}">
                <a16:creationId xmlns:a16="http://schemas.microsoft.com/office/drawing/2014/main" id="{71A04C69-EC92-81B2-FCD5-39464C669BEB}"/>
              </a:ext>
            </a:extLst>
          </p:cNvPr>
          <p:cNvSpPr>
            <a:spLocks noGrp="1"/>
          </p:cNvSpPr>
          <p:nvPr>
            <p:ph type="body" sz="quarter" idx="16" hasCustomPrompt="1"/>
          </p:nvPr>
        </p:nvSpPr>
        <p:spPr>
          <a:xfrm>
            <a:off x="7938544" y="1433916"/>
            <a:ext cx="3319462" cy="339561"/>
          </a:xfrm>
        </p:spPr>
        <p:txBody>
          <a:bodyPr>
            <a:noAutofit/>
          </a:bodyPr>
          <a:lstStyle>
            <a:lvl1pPr marL="0" indent="0" algn="ctr" fontAlgn="t">
              <a:spcBef>
                <a:spcPts val="0"/>
              </a:spcBef>
              <a:buFontTx/>
              <a:buNone/>
              <a:defRPr sz="1800" b="1" i="0" baseline="0">
                <a:solidFill>
                  <a:schemeClr val="tx1"/>
                </a:solidFill>
                <a:latin typeface="Acumin Pro Condensed Semibold" panose="020B0506020202020204" pitchFamily="34" charset="77"/>
              </a:defRPr>
            </a:lvl1pPr>
          </a:lstStyle>
          <a:p>
            <a:pPr lvl="0"/>
            <a:r>
              <a:rPr lang="en-US" dirty="0"/>
              <a:t>Click to edit Subhead</a:t>
            </a:r>
          </a:p>
        </p:txBody>
      </p:sp>
      <p:sp>
        <p:nvSpPr>
          <p:cNvPr id="30" name="Text Placeholder 3">
            <a:extLst>
              <a:ext uri="{FF2B5EF4-FFF2-40B4-BE49-F238E27FC236}">
                <a16:creationId xmlns:a16="http://schemas.microsoft.com/office/drawing/2014/main" id="{AE5BF8CB-9477-F598-75C4-6F35D608B35B}"/>
              </a:ext>
            </a:extLst>
          </p:cNvPr>
          <p:cNvSpPr>
            <a:spLocks noGrp="1"/>
          </p:cNvSpPr>
          <p:nvPr>
            <p:ph type="body" sz="half" idx="2" hasCustomPrompt="1"/>
          </p:nvPr>
        </p:nvSpPr>
        <p:spPr>
          <a:xfrm>
            <a:off x="1101684" y="2040670"/>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31" name="Text Placeholder 3">
            <a:extLst>
              <a:ext uri="{FF2B5EF4-FFF2-40B4-BE49-F238E27FC236}">
                <a16:creationId xmlns:a16="http://schemas.microsoft.com/office/drawing/2014/main" id="{AE6CE746-1703-63A8-BBD4-546AD104E27E}"/>
              </a:ext>
            </a:extLst>
          </p:cNvPr>
          <p:cNvSpPr>
            <a:spLocks noGrp="1"/>
          </p:cNvSpPr>
          <p:nvPr>
            <p:ph type="body" sz="half" idx="24" hasCustomPrompt="1"/>
          </p:nvPr>
        </p:nvSpPr>
        <p:spPr>
          <a:xfrm>
            <a:off x="4604880" y="2065258"/>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33" name="Picture Placeholder 10">
            <a:extLst>
              <a:ext uri="{FF2B5EF4-FFF2-40B4-BE49-F238E27FC236}">
                <a16:creationId xmlns:a16="http://schemas.microsoft.com/office/drawing/2014/main" id="{53952BA5-2190-5106-0EBD-DA1D15EFBB9D}"/>
              </a:ext>
            </a:extLst>
          </p:cNvPr>
          <p:cNvSpPr>
            <a:spLocks noGrp="1"/>
          </p:cNvSpPr>
          <p:nvPr>
            <p:ph type="pic" sz="quarter" idx="12"/>
          </p:nvPr>
        </p:nvSpPr>
        <p:spPr>
          <a:xfrm>
            <a:off x="1101684" y="4045822"/>
            <a:ext cx="2951163" cy="1555750"/>
          </a:xfrm>
        </p:spPr>
        <p:txBody>
          <a:bodyPr/>
          <a:lstStyle>
            <a:lvl1pPr marL="0" indent="0">
              <a:buNone/>
              <a:defRPr/>
            </a:lvl1pPr>
          </a:lstStyle>
          <a:p>
            <a:r>
              <a:rPr lang="en-US"/>
              <a:t>Click icon to add picture</a:t>
            </a:r>
            <a:endParaRPr lang="en-US" dirty="0"/>
          </a:p>
        </p:txBody>
      </p:sp>
      <p:sp>
        <p:nvSpPr>
          <p:cNvPr id="34" name="Picture Placeholder 10">
            <a:extLst>
              <a:ext uri="{FF2B5EF4-FFF2-40B4-BE49-F238E27FC236}">
                <a16:creationId xmlns:a16="http://schemas.microsoft.com/office/drawing/2014/main" id="{835FE666-CADC-4DB4-80A4-BFD9823DE051}"/>
              </a:ext>
            </a:extLst>
          </p:cNvPr>
          <p:cNvSpPr>
            <a:spLocks noGrp="1"/>
          </p:cNvSpPr>
          <p:nvPr>
            <p:ph type="pic" sz="quarter" idx="15"/>
          </p:nvPr>
        </p:nvSpPr>
        <p:spPr>
          <a:xfrm>
            <a:off x="4619462" y="4045822"/>
            <a:ext cx="2951163" cy="1555750"/>
          </a:xfrm>
        </p:spPr>
        <p:txBody>
          <a:bodyPr/>
          <a:lstStyle>
            <a:lvl1pPr marL="0" indent="0">
              <a:buNone/>
              <a:defRPr/>
            </a:lvl1pPr>
          </a:lstStyle>
          <a:p>
            <a:r>
              <a:rPr lang="en-US"/>
              <a:t>Click icon to add picture</a:t>
            </a:r>
            <a:endParaRPr lang="en-US" dirty="0"/>
          </a:p>
        </p:txBody>
      </p:sp>
      <p:sp>
        <p:nvSpPr>
          <p:cNvPr id="35" name="Picture Placeholder 10">
            <a:extLst>
              <a:ext uri="{FF2B5EF4-FFF2-40B4-BE49-F238E27FC236}">
                <a16:creationId xmlns:a16="http://schemas.microsoft.com/office/drawing/2014/main" id="{AECA5017-0E7C-4957-02B2-65FA6C1F6E5F}"/>
              </a:ext>
            </a:extLst>
          </p:cNvPr>
          <p:cNvSpPr>
            <a:spLocks noGrp="1"/>
          </p:cNvSpPr>
          <p:nvPr>
            <p:ph type="pic" sz="quarter" idx="18"/>
          </p:nvPr>
        </p:nvSpPr>
        <p:spPr>
          <a:xfrm>
            <a:off x="8136981" y="4043272"/>
            <a:ext cx="2951163" cy="1555750"/>
          </a:xfrm>
        </p:spPr>
        <p:txBody>
          <a:bodyPr/>
          <a:lstStyle>
            <a:lvl1pPr marL="0" indent="0">
              <a:buNone/>
              <a:defRPr b="1"/>
            </a:lvl1pPr>
          </a:lstStyle>
          <a:p>
            <a:r>
              <a:rPr lang="en-US"/>
              <a:t>Click icon to add picture</a:t>
            </a:r>
            <a:endParaRPr lang="en-US" dirty="0"/>
          </a:p>
        </p:txBody>
      </p:sp>
      <p:sp>
        <p:nvSpPr>
          <p:cNvPr id="36" name="Text Placeholder 3">
            <a:extLst>
              <a:ext uri="{FF2B5EF4-FFF2-40B4-BE49-F238E27FC236}">
                <a16:creationId xmlns:a16="http://schemas.microsoft.com/office/drawing/2014/main" id="{9F4CE92C-83FA-CA44-69CB-E6229E144199}"/>
              </a:ext>
            </a:extLst>
          </p:cNvPr>
          <p:cNvSpPr>
            <a:spLocks noGrp="1"/>
          </p:cNvSpPr>
          <p:nvPr>
            <p:ph type="body" sz="half" idx="25" hasCustomPrompt="1"/>
          </p:nvPr>
        </p:nvSpPr>
        <p:spPr>
          <a:xfrm>
            <a:off x="8129414" y="2071424"/>
            <a:ext cx="2951163" cy="1691333"/>
          </a:xfrm>
        </p:spPr>
        <p:txBody>
          <a:bodyPr>
            <a:normAutofit/>
          </a:bodyPr>
          <a:lstStyle>
            <a:lvl1pPr marL="0" indent="0">
              <a:buNone/>
              <a:defRPr sz="14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body copy.</a:t>
            </a:r>
          </a:p>
        </p:txBody>
      </p:sp>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endParaRPr lang="en-US" dirty="0"/>
          </a:p>
        </p:txBody>
      </p:sp>
      <p:sp>
        <p:nvSpPr>
          <p:cNvPr id="2" name="Slide Number Placeholder 1">
            <a:extLst>
              <a:ext uri="{FF2B5EF4-FFF2-40B4-BE49-F238E27FC236}">
                <a16:creationId xmlns:a16="http://schemas.microsoft.com/office/drawing/2014/main" id="{4C556C0F-0FF4-1816-A9DC-60D03FBFCE53}"/>
              </a:ext>
            </a:extLst>
          </p:cNvPr>
          <p:cNvSpPr>
            <a:spLocks noGrp="1"/>
          </p:cNvSpPr>
          <p:nvPr>
            <p:ph type="sldNum" sz="quarter" idx="26"/>
          </p:nvPr>
        </p:nvSpPr>
        <p:spPr/>
        <p:txBody>
          <a:bodyPr/>
          <a:lstStyle/>
          <a:p>
            <a:fld id="{F994776A-187E-9540-9EA4-8D5781AB769D}" type="slidenum">
              <a:rPr lang="en-US" smtClean="0"/>
              <a:pPr/>
              <a:t>‹#›</a:t>
            </a:fld>
            <a:endParaRPr lang="en-US" dirty="0"/>
          </a:p>
        </p:txBody>
      </p:sp>
      <p:pic>
        <p:nvPicPr>
          <p:cNvPr id="4" name="Picture 2">
            <a:extLst>
              <a:ext uri="{FF2B5EF4-FFF2-40B4-BE49-F238E27FC236}">
                <a16:creationId xmlns:a16="http://schemas.microsoft.com/office/drawing/2014/main" id="{3ED305B7-F98B-EB39-4331-AD7D293F0E8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9466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 5 Color Blocks">
    <p:spTree>
      <p:nvGrpSpPr>
        <p:cNvPr id="1" name=""/>
        <p:cNvGrpSpPr/>
        <p:nvPr/>
      </p:nvGrpSpPr>
      <p:grpSpPr>
        <a:xfrm>
          <a:off x="0" y="0"/>
          <a:ext cx="0" cy="0"/>
          <a:chOff x="0" y="0"/>
          <a:chExt cx="0" cy="0"/>
        </a:xfrm>
      </p:grpSpPr>
      <p:sp>
        <p:nvSpPr>
          <p:cNvPr id="40" name="Title 39">
            <a:extLst>
              <a:ext uri="{FF2B5EF4-FFF2-40B4-BE49-F238E27FC236}">
                <a16:creationId xmlns:a16="http://schemas.microsoft.com/office/drawing/2014/main" id="{2CAB310C-9DF2-C217-7A37-81705800EBE5}"/>
              </a:ext>
            </a:extLst>
          </p:cNvPr>
          <p:cNvSpPr>
            <a:spLocks noGrp="1"/>
          </p:cNvSpPr>
          <p:nvPr>
            <p:ph type="title"/>
          </p:nvPr>
        </p:nvSpPr>
        <p:spPr/>
        <p:txBody>
          <a:bodyPr/>
          <a:lstStyle/>
          <a:p>
            <a:r>
              <a:rPr lang="en-US"/>
              <a:t>Click to edit Master title style</a:t>
            </a:r>
          </a:p>
        </p:txBody>
      </p:sp>
      <p:sp>
        <p:nvSpPr>
          <p:cNvPr id="2" name="Rectangle 1">
            <a:extLst>
              <a:ext uri="{FF2B5EF4-FFF2-40B4-BE49-F238E27FC236}">
                <a16:creationId xmlns:a16="http://schemas.microsoft.com/office/drawing/2014/main" id="{C979A34A-6A6B-FC98-1EC8-8347FAB1A48F}"/>
              </a:ext>
            </a:extLst>
          </p:cNvPr>
          <p:cNvSpPr/>
          <p:nvPr userDrawn="1"/>
        </p:nvSpPr>
        <p:spPr>
          <a:xfrm>
            <a:off x="1008584" y="1660596"/>
            <a:ext cx="1918020" cy="436418"/>
          </a:xfrm>
          <a:prstGeom prst="rect">
            <a:avLst/>
          </a:prstGeom>
          <a:solidFill>
            <a:schemeClr val="tx2"/>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7" name="Rectangle 6">
            <a:extLst>
              <a:ext uri="{FF2B5EF4-FFF2-40B4-BE49-F238E27FC236}">
                <a16:creationId xmlns:a16="http://schemas.microsoft.com/office/drawing/2014/main" id="{3C3F2A76-73C1-7478-1C52-F70D9B50BC0A}"/>
              </a:ext>
            </a:extLst>
          </p:cNvPr>
          <p:cNvSpPr/>
          <p:nvPr userDrawn="1"/>
        </p:nvSpPr>
        <p:spPr>
          <a:xfrm>
            <a:off x="1011339" y="2160555"/>
            <a:ext cx="1915265" cy="3233502"/>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19" name="Rectangle 18">
            <a:extLst>
              <a:ext uri="{FF2B5EF4-FFF2-40B4-BE49-F238E27FC236}">
                <a16:creationId xmlns:a16="http://schemas.microsoft.com/office/drawing/2014/main" id="{3B6525D0-8078-E003-46A7-FFCB83C221E0}"/>
              </a:ext>
            </a:extLst>
          </p:cNvPr>
          <p:cNvSpPr/>
          <p:nvPr userDrawn="1"/>
        </p:nvSpPr>
        <p:spPr>
          <a:xfrm>
            <a:off x="3045437" y="1660596"/>
            <a:ext cx="1918020" cy="436418"/>
          </a:xfrm>
          <a:prstGeom prst="rect">
            <a:avLst/>
          </a:prstGeom>
          <a:solidFill>
            <a:schemeClr val="accent1">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0" name="Rectangle 19">
            <a:extLst>
              <a:ext uri="{FF2B5EF4-FFF2-40B4-BE49-F238E27FC236}">
                <a16:creationId xmlns:a16="http://schemas.microsoft.com/office/drawing/2014/main" id="{AE6AD059-9160-4AE4-0F86-92FB0AAD082C}"/>
              </a:ext>
            </a:extLst>
          </p:cNvPr>
          <p:cNvSpPr/>
          <p:nvPr userDrawn="1"/>
        </p:nvSpPr>
        <p:spPr>
          <a:xfrm>
            <a:off x="3048192" y="2160555"/>
            <a:ext cx="1915265" cy="3233502"/>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1" name="Rectangle 20">
            <a:extLst>
              <a:ext uri="{FF2B5EF4-FFF2-40B4-BE49-F238E27FC236}">
                <a16:creationId xmlns:a16="http://schemas.microsoft.com/office/drawing/2014/main" id="{E0F701C0-7A2F-0B95-E95C-07302A14CA56}"/>
              </a:ext>
            </a:extLst>
          </p:cNvPr>
          <p:cNvSpPr/>
          <p:nvPr userDrawn="1"/>
        </p:nvSpPr>
        <p:spPr>
          <a:xfrm>
            <a:off x="5082290" y="1660596"/>
            <a:ext cx="1918020" cy="436418"/>
          </a:xfrm>
          <a:prstGeom prst="rect">
            <a:avLst/>
          </a:prstGeom>
          <a:solidFill>
            <a:schemeClr val="bg2">
              <a:lumMod val="75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3" name="Rectangle 22">
            <a:extLst>
              <a:ext uri="{FF2B5EF4-FFF2-40B4-BE49-F238E27FC236}">
                <a16:creationId xmlns:a16="http://schemas.microsoft.com/office/drawing/2014/main" id="{AD786ED8-9187-C7FB-F774-CE52A2971FFD}"/>
              </a:ext>
            </a:extLst>
          </p:cNvPr>
          <p:cNvSpPr/>
          <p:nvPr userDrawn="1"/>
        </p:nvSpPr>
        <p:spPr>
          <a:xfrm>
            <a:off x="5085045" y="2160555"/>
            <a:ext cx="1915265" cy="32335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4" name="Rectangle 23">
            <a:extLst>
              <a:ext uri="{FF2B5EF4-FFF2-40B4-BE49-F238E27FC236}">
                <a16:creationId xmlns:a16="http://schemas.microsoft.com/office/drawing/2014/main" id="{9A6F5635-02F3-829F-B778-4A766D8D4A2D}"/>
              </a:ext>
            </a:extLst>
          </p:cNvPr>
          <p:cNvSpPr/>
          <p:nvPr userDrawn="1"/>
        </p:nvSpPr>
        <p:spPr>
          <a:xfrm>
            <a:off x="7119143" y="1660596"/>
            <a:ext cx="1918020" cy="436418"/>
          </a:xfrm>
          <a:prstGeom prst="rect">
            <a:avLst/>
          </a:prstGeom>
          <a:solidFill>
            <a:schemeClr val="accent6"/>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5" name="Rectangle 24">
            <a:extLst>
              <a:ext uri="{FF2B5EF4-FFF2-40B4-BE49-F238E27FC236}">
                <a16:creationId xmlns:a16="http://schemas.microsoft.com/office/drawing/2014/main" id="{3CBD6A50-2E1C-FDDB-2F9B-D9101B8535C5}"/>
              </a:ext>
            </a:extLst>
          </p:cNvPr>
          <p:cNvSpPr/>
          <p:nvPr userDrawn="1"/>
        </p:nvSpPr>
        <p:spPr>
          <a:xfrm>
            <a:off x="7121898" y="2160555"/>
            <a:ext cx="1915265" cy="323350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27" name="Rectangle 26">
            <a:extLst>
              <a:ext uri="{FF2B5EF4-FFF2-40B4-BE49-F238E27FC236}">
                <a16:creationId xmlns:a16="http://schemas.microsoft.com/office/drawing/2014/main" id="{B239B4FF-413F-3DBC-C6E4-087C951C5464}"/>
              </a:ext>
            </a:extLst>
          </p:cNvPr>
          <p:cNvSpPr/>
          <p:nvPr userDrawn="1"/>
        </p:nvSpPr>
        <p:spPr>
          <a:xfrm>
            <a:off x="9155998" y="1660596"/>
            <a:ext cx="1918020" cy="436418"/>
          </a:xfrm>
          <a:prstGeom prst="rect">
            <a:avLst/>
          </a:prstGeom>
          <a:solidFill>
            <a:schemeClr val="tx2">
              <a:lumMod val="60000"/>
              <a:lumOff val="40000"/>
            </a:schemeClr>
          </a:solidFill>
          <a:ln>
            <a:noFill/>
          </a:ln>
        </p:spPr>
        <p:style>
          <a:lnRef idx="0">
            <a:schemeClr val="accent1"/>
          </a:lnRef>
          <a:fillRef idx="1">
            <a:schemeClr val="accent1"/>
          </a:fillRef>
          <a:effectRef idx="0">
            <a:srgbClr val="000000"/>
          </a:effectRef>
          <a:fontRef idx="minor">
            <a:schemeClr val="lt1"/>
          </a:fontRef>
        </p:style>
        <p:txBody>
          <a:bodyPr rtlCol="0" anchor="ctr"/>
          <a:lstStyle/>
          <a:p>
            <a:pPr algn="ctr"/>
            <a:endParaRPr lang="de-DE" sz="1100" dirty="0">
              <a:solidFill>
                <a:schemeClr val="bg1"/>
              </a:solidFill>
              <a:latin typeface="Franklin Gothic Medium" panose="020B0603020102020204" pitchFamily="34" charset="0"/>
            </a:endParaRPr>
          </a:p>
        </p:txBody>
      </p:sp>
      <p:sp>
        <p:nvSpPr>
          <p:cNvPr id="28" name="Rectangle 27">
            <a:extLst>
              <a:ext uri="{FF2B5EF4-FFF2-40B4-BE49-F238E27FC236}">
                <a16:creationId xmlns:a16="http://schemas.microsoft.com/office/drawing/2014/main" id="{8CB8434E-9F38-4592-327E-51A570C73E09}"/>
              </a:ext>
            </a:extLst>
          </p:cNvPr>
          <p:cNvSpPr/>
          <p:nvPr userDrawn="1"/>
        </p:nvSpPr>
        <p:spPr>
          <a:xfrm>
            <a:off x="9158753" y="2160555"/>
            <a:ext cx="1915265" cy="3233502"/>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000"/>
              </a:spcAft>
              <a:buClr>
                <a:schemeClr val="tx1">
                  <a:lumMod val="50000"/>
                  <a:lumOff val="50000"/>
                </a:schemeClr>
              </a:buClr>
              <a:buSzTx/>
              <a:buFontTx/>
              <a:buNone/>
              <a:tabLst/>
              <a:defRPr/>
            </a:pPr>
            <a:endParaRPr lang="en-GB" sz="1200" kern="0" dirty="0">
              <a:solidFill>
                <a:sysClr val="windowText" lastClr="000000"/>
              </a:solidFill>
              <a:latin typeface="Franklin Gothic Book" panose="020B0503020102020204" pitchFamily="34" charset="0"/>
              <a:cs typeface="Calibri Light" panose="020F0302020204030204" pitchFamily="34" charset="0"/>
            </a:endParaRPr>
          </a:p>
        </p:txBody>
      </p:sp>
      <p:sp>
        <p:nvSpPr>
          <p:cNvPr id="44" name="Text Placeholder 6">
            <a:extLst>
              <a:ext uri="{FF2B5EF4-FFF2-40B4-BE49-F238E27FC236}">
                <a16:creationId xmlns:a16="http://schemas.microsoft.com/office/drawing/2014/main" id="{1BA8130D-B7F2-9815-5056-6F334D4BBAEF}"/>
              </a:ext>
            </a:extLst>
          </p:cNvPr>
          <p:cNvSpPr>
            <a:spLocks noGrp="1"/>
          </p:cNvSpPr>
          <p:nvPr>
            <p:ph type="body" sz="quarter" idx="10" hasCustomPrompt="1"/>
          </p:nvPr>
        </p:nvSpPr>
        <p:spPr>
          <a:xfrm>
            <a:off x="1008584" y="1783909"/>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5" name="Text Placeholder 6">
            <a:extLst>
              <a:ext uri="{FF2B5EF4-FFF2-40B4-BE49-F238E27FC236}">
                <a16:creationId xmlns:a16="http://schemas.microsoft.com/office/drawing/2014/main" id="{A41A66E4-0B84-E1FB-88CD-3E0E6E80C49D}"/>
              </a:ext>
            </a:extLst>
          </p:cNvPr>
          <p:cNvSpPr>
            <a:spLocks noGrp="1"/>
          </p:cNvSpPr>
          <p:nvPr>
            <p:ph type="body" sz="quarter" idx="28" hasCustomPrompt="1"/>
          </p:nvPr>
        </p:nvSpPr>
        <p:spPr>
          <a:xfrm>
            <a:off x="3045438"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6" name="Text Placeholder 6">
            <a:extLst>
              <a:ext uri="{FF2B5EF4-FFF2-40B4-BE49-F238E27FC236}">
                <a16:creationId xmlns:a16="http://schemas.microsoft.com/office/drawing/2014/main" id="{235E5CE7-3D80-1BB5-DACD-8A63CA927E9A}"/>
              </a:ext>
            </a:extLst>
          </p:cNvPr>
          <p:cNvSpPr>
            <a:spLocks noGrp="1"/>
          </p:cNvSpPr>
          <p:nvPr>
            <p:ph type="body" sz="quarter" idx="29" hasCustomPrompt="1"/>
          </p:nvPr>
        </p:nvSpPr>
        <p:spPr>
          <a:xfrm>
            <a:off x="5082291"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7" name="Text Placeholder 6">
            <a:extLst>
              <a:ext uri="{FF2B5EF4-FFF2-40B4-BE49-F238E27FC236}">
                <a16:creationId xmlns:a16="http://schemas.microsoft.com/office/drawing/2014/main" id="{685C02D4-EA4F-4962-D397-F6439EC5C6E9}"/>
              </a:ext>
            </a:extLst>
          </p:cNvPr>
          <p:cNvSpPr>
            <a:spLocks noGrp="1"/>
          </p:cNvSpPr>
          <p:nvPr>
            <p:ph type="body" sz="quarter" idx="30" hasCustomPrompt="1"/>
          </p:nvPr>
        </p:nvSpPr>
        <p:spPr>
          <a:xfrm>
            <a:off x="7119145" y="1768552"/>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8" name="Text Placeholder 6">
            <a:extLst>
              <a:ext uri="{FF2B5EF4-FFF2-40B4-BE49-F238E27FC236}">
                <a16:creationId xmlns:a16="http://schemas.microsoft.com/office/drawing/2014/main" id="{1F46F0A7-55C4-6BAE-BCB0-157A86C91997}"/>
              </a:ext>
            </a:extLst>
          </p:cNvPr>
          <p:cNvSpPr>
            <a:spLocks noGrp="1"/>
          </p:cNvSpPr>
          <p:nvPr>
            <p:ph type="body" sz="quarter" idx="31" hasCustomPrompt="1"/>
          </p:nvPr>
        </p:nvSpPr>
        <p:spPr>
          <a:xfrm>
            <a:off x="9156000" y="1770870"/>
            <a:ext cx="1918018" cy="220506"/>
          </a:xfrm>
        </p:spPr>
        <p:txBody>
          <a:bodyPr>
            <a:noAutofit/>
          </a:bodyPr>
          <a:lstStyle>
            <a:lvl1pPr marL="0" indent="0" algn="ctr" fontAlgn="ctr">
              <a:spcBef>
                <a:spcPts val="0"/>
              </a:spcBef>
              <a:buFontTx/>
              <a:buNone/>
              <a:defRPr sz="1200" b="1" i="0" baseline="0">
                <a:solidFill>
                  <a:schemeClr val="bg1"/>
                </a:solidFill>
                <a:latin typeface="Acumin Pro Condensed Semibold" panose="020B0506020202020204" pitchFamily="34" charset="77"/>
              </a:defRPr>
            </a:lvl1pPr>
          </a:lstStyle>
          <a:p>
            <a:pPr lvl="0"/>
            <a:r>
              <a:rPr lang="en-US" dirty="0"/>
              <a:t>Click to edit Subhead</a:t>
            </a:r>
          </a:p>
        </p:txBody>
      </p:sp>
      <p:sp>
        <p:nvSpPr>
          <p:cNvPr id="49" name="Text Placeholder 3">
            <a:extLst>
              <a:ext uri="{FF2B5EF4-FFF2-40B4-BE49-F238E27FC236}">
                <a16:creationId xmlns:a16="http://schemas.microsoft.com/office/drawing/2014/main" id="{9E69C3F7-0A3A-FAC2-6540-8BB750E9AA4C}"/>
              </a:ext>
            </a:extLst>
          </p:cNvPr>
          <p:cNvSpPr>
            <a:spLocks noGrp="1"/>
          </p:cNvSpPr>
          <p:nvPr>
            <p:ph type="body" sz="half" idx="2"/>
          </p:nvPr>
        </p:nvSpPr>
        <p:spPr>
          <a:xfrm>
            <a:off x="1117982"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0" name="Text Placeholder 3">
            <a:extLst>
              <a:ext uri="{FF2B5EF4-FFF2-40B4-BE49-F238E27FC236}">
                <a16:creationId xmlns:a16="http://schemas.microsoft.com/office/drawing/2014/main" id="{040CB427-2320-1A81-037C-6D83BCA5B36F}"/>
              </a:ext>
            </a:extLst>
          </p:cNvPr>
          <p:cNvSpPr>
            <a:spLocks noGrp="1"/>
          </p:cNvSpPr>
          <p:nvPr>
            <p:ph type="body" sz="half" idx="32"/>
          </p:nvPr>
        </p:nvSpPr>
        <p:spPr>
          <a:xfrm>
            <a:off x="3175312" y="2299864"/>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1" name="Text Placeholder 3">
            <a:extLst>
              <a:ext uri="{FF2B5EF4-FFF2-40B4-BE49-F238E27FC236}">
                <a16:creationId xmlns:a16="http://schemas.microsoft.com/office/drawing/2014/main" id="{3144BCA8-7BD5-8323-CDAB-E5362D78AA68}"/>
              </a:ext>
            </a:extLst>
          </p:cNvPr>
          <p:cNvSpPr>
            <a:spLocks noGrp="1"/>
          </p:cNvSpPr>
          <p:nvPr>
            <p:ph type="body" sz="half" idx="33"/>
          </p:nvPr>
        </p:nvSpPr>
        <p:spPr>
          <a:xfrm>
            <a:off x="5212165"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2" name="Text Placeholder 3">
            <a:extLst>
              <a:ext uri="{FF2B5EF4-FFF2-40B4-BE49-F238E27FC236}">
                <a16:creationId xmlns:a16="http://schemas.microsoft.com/office/drawing/2014/main" id="{82EC0719-39BA-B2AB-F29D-3C947DC78925}"/>
              </a:ext>
            </a:extLst>
          </p:cNvPr>
          <p:cNvSpPr>
            <a:spLocks noGrp="1"/>
          </p:cNvSpPr>
          <p:nvPr>
            <p:ph type="body" sz="half" idx="34"/>
          </p:nvPr>
        </p:nvSpPr>
        <p:spPr>
          <a:xfrm>
            <a:off x="7249018" y="2298292"/>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3" name="Text Placeholder 3">
            <a:extLst>
              <a:ext uri="{FF2B5EF4-FFF2-40B4-BE49-F238E27FC236}">
                <a16:creationId xmlns:a16="http://schemas.microsoft.com/office/drawing/2014/main" id="{B939ED29-1A95-3771-8E52-C1F99F848ABD}"/>
              </a:ext>
            </a:extLst>
          </p:cNvPr>
          <p:cNvSpPr>
            <a:spLocks noGrp="1"/>
          </p:cNvSpPr>
          <p:nvPr>
            <p:ph type="body" sz="half" idx="35"/>
          </p:nvPr>
        </p:nvSpPr>
        <p:spPr>
          <a:xfrm>
            <a:off x="9285873" y="2312717"/>
            <a:ext cx="1658269" cy="2958028"/>
          </a:xfrm>
        </p:spPr>
        <p:txBody>
          <a:bodyPr>
            <a:normAutofit/>
          </a:bodyPr>
          <a:lstStyle>
            <a:lvl1pPr marL="0" indent="0">
              <a:buNone/>
              <a:defRPr sz="1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4" name="Text Placeholder 13">
            <a:extLst>
              <a:ext uri="{FF2B5EF4-FFF2-40B4-BE49-F238E27FC236}">
                <a16:creationId xmlns:a16="http://schemas.microsoft.com/office/drawing/2014/main" id="{F45DEB53-8B0A-80C6-DDED-B72344235087}"/>
              </a:ext>
            </a:extLst>
          </p:cNvPr>
          <p:cNvSpPr>
            <a:spLocks noGrp="1"/>
          </p:cNvSpPr>
          <p:nvPr>
            <p:ph type="body" sz="quarter" idx="15" hasCustomPrompt="1"/>
          </p:nvPr>
        </p:nvSpPr>
        <p:spPr>
          <a:xfrm>
            <a:off x="457200" y="954291"/>
            <a:ext cx="11277600" cy="365760"/>
          </a:xfrm>
        </p:spPr>
        <p:txBody>
          <a:bodyPr>
            <a:noAutofit/>
          </a:bodyPr>
          <a:lstStyle>
            <a:lvl1pPr marL="0" indent="0" algn="l">
              <a:buNone/>
              <a:defRPr sz="2200" b="1" i="0" baseline="0">
                <a:solidFill>
                  <a:schemeClr val="accent4">
                    <a:lumMod val="65000"/>
                  </a:schemeClr>
                </a:solidFill>
                <a:latin typeface="Acumin Pro Condensed Semibold" panose="020B0506020202020204" pitchFamily="34" charset="77"/>
              </a:defRPr>
            </a:lvl1pPr>
          </a:lstStyle>
          <a:p>
            <a:pPr lvl="0"/>
            <a:r>
              <a:rPr lang="en-US" dirty="0"/>
              <a:t>Click to add subhead</a:t>
            </a:r>
          </a:p>
        </p:txBody>
      </p:sp>
      <p:sp>
        <p:nvSpPr>
          <p:cNvPr id="3" name="Slide Number Placeholder 2">
            <a:extLst>
              <a:ext uri="{FF2B5EF4-FFF2-40B4-BE49-F238E27FC236}">
                <a16:creationId xmlns:a16="http://schemas.microsoft.com/office/drawing/2014/main" id="{35728143-5B5E-2F91-1A50-ECF61312F188}"/>
              </a:ext>
            </a:extLst>
          </p:cNvPr>
          <p:cNvSpPr>
            <a:spLocks noGrp="1"/>
          </p:cNvSpPr>
          <p:nvPr>
            <p:ph type="sldNum" sz="quarter" idx="36"/>
          </p:nvPr>
        </p:nvSpPr>
        <p:spPr/>
        <p:txBody>
          <a:bodyPr/>
          <a:lstStyle/>
          <a:p>
            <a:fld id="{F994776A-187E-9540-9EA4-8D5781AB769D}" type="slidenum">
              <a:rPr lang="en-US" smtClean="0"/>
              <a:pPr/>
              <a:t>‹#›</a:t>
            </a:fld>
            <a:endParaRPr lang="en-US" dirty="0"/>
          </a:p>
        </p:txBody>
      </p:sp>
      <p:pic>
        <p:nvPicPr>
          <p:cNvPr id="5" name="Picture 2">
            <a:extLst>
              <a:ext uri="{FF2B5EF4-FFF2-40B4-BE49-F238E27FC236}">
                <a16:creationId xmlns:a16="http://schemas.microsoft.com/office/drawing/2014/main" id="{43566E4A-BC5E-1BD6-D669-AED4803AE44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7260" y="6215540"/>
            <a:ext cx="3350434" cy="357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75407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with Caption - Black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4"/>
            <a:ext cx="6581614" cy="6882938"/>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944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p:nvPr>
        </p:nvSpPr>
        <p:spPr>
          <a:xfrm>
            <a:off x="1142005" y="891153"/>
            <a:ext cx="3932237" cy="1600200"/>
          </a:xfrm>
        </p:spPr>
        <p:txBody>
          <a:bodyPr anchor="b"/>
          <a:lstStyle>
            <a:lvl1pPr>
              <a:defRPr sz="3200">
                <a:solidFill>
                  <a:schemeClr val="bg1"/>
                </a:solidFill>
              </a:defRPr>
            </a:lvl1pPr>
          </a:lstStyle>
          <a:p>
            <a:r>
              <a:rPr lang="en-US"/>
              <a:t>Click to edit Master title style</a:t>
            </a:r>
            <a:endParaRPr lang="en-US" dirty="0"/>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2E3836B8-46F8-6347-6A27-7BDA1D77E945}"/>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15463748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hoto with Caption - White Diagonal">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DC36684E-7DEE-F47A-FA01-89E8EC8104A0}"/>
              </a:ext>
            </a:extLst>
          </p:cNvPr>
          <p:cNvSpPr>
            <a:spLocks noGrp="1"/>
          </p:cNvSpPr>
          <p:nvPr>
            <p:ph type="pic" sz="quarter" idx="11"/>
          </p:nvPr>
        </p:nvSpPr>
        <p:spPr>
          <a:xfrm>
            <a:off x="5610386" y="-9525"/>
            <a:ext cx="6581614" cy="6882938"/>
          </a:xfrm>
          <a:ln>
            <a:noFill/>
          </a:ln>
        </p:spPr>
        <p:txBody>
          <a:bodyPr/>
          <a:lstStyle/>
          <a:p>
            <a:r>
              <a:rPr lang="en-US"/>
              <a:t>Click icon to add picture</a:t>
            </a:r>
          </a:p>
        </p:txBody>
      </p:sp>
      <p:sp>
        <p:nvSpPr>
          <p:cNvPr id="5" name="Rectangle 4">
            <a:extLst>
              <a:ext uri="{FF2B5EF4-FFF2-40B4-BE49-F238E27FC236}">
                <a16:creationId xmlns:a16="http://schemas.microsoft.com/office/drawing/2014/main" id="{3500C207-AC1E-087B-DE95-A55BC82CAF9A}"/>
              </a:ext>
            </a:extLst>
          </p:cNvPr>
          <p:cNvSpPr/>
          <p:nvPr userDrawn="1"/>
        </p:nvSpPr>
        <p:spPr>
          <a:xfrm>
            <a:off x="0" y="0"/>
            <a:ext cx="7284203" cy="6882938"/>
          </a:xfrm>
          <a:custGeom>
            <a:avLst/>
            <a:gdLst>
              <a:gd name="connsiteX0" fmla="*/ 0 w 7284203"/>
              <a:gd name="connsiteY0" fmla="*/ 0 h 6867440"/>
              <a:gd name="connsiteX1" fmla="*/ 7284203 w 7284203"/>
              <a:gd name="connsiteY1" fmla="*/ 0 h 6867440"/>
              <a:gd name="connsiteX2" fmla="*/ 7284203 w 7284203"/>
              <a:gd name="connsiteY2" fmla="*/ 6867440 h 6867440"/>
              <a:gd name="connsiteX3" fmla="*/ 0 w 7284203"/>
              <a:gd name="connsiteY3" fmla="*/ 6867440 h 6867440"/>
              <a:gd name="connsiteX4" fmla="*/ 0 w 7284203"/>
              <a:gd name="connsiteY4" fmla="*/ 0 h 6867440"/>
              <a:gd name="connsiteX0" fmla="*/ 0 w 7284203"/>
              <a:gd name="connsiteY0" fmla="*/ 0 h 6867440"/>
              <a:gd name="connsiteX1" fmla="*/ 7284203 w 7284203"/>
              <a:gd name="connsiteY1" fmla="*/ 0 h 6867440"/>
              <a:gd name="connsiteX2" fmla="*/ 5114441 w 7284203"/>
              <a:gd name="connsiteY2" fmla="*/ 6867440 h 6867440"/>
              <a:gd name="connsiteX3" fmla="*/ 0 w 7284203"/>
              <a:gd name="connsiteY3" fmla="*/ 6867440 h 6867440"/>
              <a:gd name="connsiteX4" fmla="*/ 0 w 7284203"/>
              <a:gd name="connsiteY4" fmla="*/ 0 h 6867440"/>
              <a:gd name="connsiteX0" fmla="*/ 0 w 7284203"/>
              <a:gd name="connsiteY0" fmla="*/ 0 h 6882938"/>
              <a:gd name="connsiteX1" fmla="*/ 7284203 w 7284203"/>
              <a:gd name="connsiteY1" fmla="*/ 0 h 6882938"/>
              <a:gd name="connsiteX2" fmla="*/ 5610386 w 7284203"/>
              <a:gd name="connsiteY2" fmla="*/ 6882938 h 6882938"/>
              <a:gd name="connsiteX3" fmla="*/ 0 w 7284203"/>
              <a:gd name="connsiteY3" fmla="*/ 6867440 h 6882938"/>
              <a:gd name="connsiteX4" fmla="*/ 0 w 7284203"/>
              <a:gd name="connsiteY4" fmla="*/ 0 h 68829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84203" h="6882938">
                <a:moveTo>
                  <a:pt x="0" y="0"/>
                </a:moveTo>
                <a:lnTo>
                  <a:pt x="7284203" y="0"/>
                </a:lnTo>
                <a:lnTo>
                  <a:pt x="5610386" y="6882938"/>
                </a:lnTo>
                <a:lnTo>
                  <a:pt x="0" y="6867440"/>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B2696218-EA6F-DE53-DF14-6383AEA46217}"/>
              </a:ext>
            </a:extLst>
          </p:cNvPr>
          <p:cNvSpPr>
            <a:spLocks noGrp="1"/>
          </p:cNvSpPr>
          <p:nvPr>
            <p:ph type="title" hasCustomPrompt="1"/>
          </p:nvPr>
        </p:nvSpPr>
        <p:spPr>
          <a:xfrm>
            <a:off x="1142005" y="891153"/>
            <a:ext cx="3932237" cy="1600200"/>
          </a:xfrm>
        </p:spPr>
        <p:txBody>
          <a:bodyPr anchor="b"/>
          <a:lstStyle>
            <a:lvl1pPr>
              <a:defRPr sz="3200">
                <a:solidFill>
                  <a:schemeClr val="tx1"/>
                </a:solidFill>
              </a:defRPr>
            </a:lvl1pPr>
          </a:lstStyle>
          <a:p>
            <a:r>
              <a:rPr lang="en-US" dirty="0"/>
              <a:t>Click to add title</a:t>
            </a:r>
          </a:p>
        </p:txBody>
      </p:sp>
      <p:sp>
        <p:nvSpPr>
          <p:cNvPr id="12" name="Text Placeholder 3">
            <a:extLst>
              <a:ext uri="{FF2B5EF4-FFF2-40B4-BE49-F238E27FC236}">
                <a16:creationId xmlns:a16="http://schemas.microsoft.com/office/drawing/2014/main" id="{4B620EBE-30BB-D534-67D3-D8578AA6839B}"/>
              </a:ext>
            </a:extLst>
          </p:cNvPr>
          <p:cNvSpPr>
            <a:spLocks noGrp="1"/>
          </p:cNvSpPr>
          <p:nvPr>
            <p:ph type="body" sz="half" idx="2"/>
          </p:nvPr>
        </p:nvSpPr>
        <p:spPr>
          <a:xfrm>
            <a:off x="1142005" y="2491353"/>
            <a:ext cx="3932237" cy="3811588"/>
          </a:xfrm>
        </p:spPr>
        <p:txBody>
          <a:bodyPr/>
          <a:lstStyle>
            <a:lvl1pPr marL="0" indent="0">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Slide Number Placeholder 2">
            <a:extLst>
              <a:ext uri="{FF2B5EF4-FFF2-40B4-BE49-F238E27FC236}">
                <a16:creationId xmlns:a16="http://schemas.microsoft.com/office/drawing/2014/main" id="{3223C719-BBA8-8B6C-9920-142BDE7BBF5C}"/>
              </a:ext>
            </a:extLst>
          </p:cNvPr>
          <p:cNvSpPr>
            <a:spLocks noGrp="1"/>
          </p:cNvSpPr>
          <p:nvPr>
            <p:ph type="sldNum" sz="quarter" idx="12"/>
          </p:nvPr>
        </p:nvSpPr>
        <p:spPr/>
        <p:txBody>
          <a:body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9415020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nd Slide - Black">
    <p:bg>
      <p:bgPr>
        <a:solidFill>
          <a:schemeClr val="tx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6" name="Triangle 5">
            <a:extLst>
              <a:ext uri="{FF2B5EF4-FFF2-40B4-BE49-F238E27FC236}">
                <a16:creationId xmlns:a16="http://schemas.microsoft.com/office/drawing/2014/main" id="{47BD40D6-A6F9-8B8C-560F-0C7A97097E8F}"/>
              </a:ext>
            </a:extLst>
          </p:cNvPr>
          <p:cNvSpPr/>
          <p:nvPr userDrawn="1"/>
        </p:nvSpPr>
        <p:spPr>
          <a:xfrm>
            <a:off x="9954706" y="-9439"/>
            <a:ext cx="2246721" cy="6867440"/>
          </a:xfrm>
          <a:custGeom>
            <a:avLst/>
            <a:gdLst>
              <a:gd name="connsiteX0" fmla="*/ 0 w 2243579"/>
              <a:gd name="connsiteY0" fmla="*/ 0 h 6881568"/>
              <a:gd name="connsiteX1" fmla="*/ 2243579 w 2243579"/>
              <a:gd name="connsiteY1" fmla="*/ 0 h 6881568"/>
              <a:gd name="connsiteX2" fmla="*/ 2243579 w 2243579"/>
              <a:gd name="connsiteY2" fmla="*/ 6881568 h 6881568"/>
              <a:gd name="connsiteX3" fmla="*/ 0 w 2243579"/>
              <a:gd name="connsiteY3" fmla="*/ 6881568 h 6881568"/>
              <a:gd name="connsiteX4" fmla="*/ 0 w 2243579"/>
              <a:gd name="connsiteY4" fmla="*/ 0 h 6881568"/>
              <a:gd name="connsiteX0" fmla="*/ 1300899 w 2243579"/>
              <a:gd name="connsiteY0" fmla="*/ 565608 h 6881568"/>
              <a:gd name="connsiteX1" fmla="*/ 2243579 w 2243579"/>
              <a:gd name="connsiteY1" fmla="*/ 0 h 6881568"/>
              <a:gd name="connsiteX2" fmla="*/ 2243579 w 2243579"/>
              <a:gd name="connsiteY2" fmla="*/ 6881568 h 6881568"/>
              <a:gd name="connsiteX3" fmla="*/ 0 w 2243579"/>
              <a:gd name="connsiteY3" fmla="*/ 6881568 h 6881568"/>
              <a:gd name="connsiteX4" fmla="*/ 1300899 w 2243579"/>
              <a:gd name="connsiteY4" fmla="*/ 565608 h 6881568"/>
              <a:gd name="connsiteX0" fmla="*/ 1602557 w 2243579"/>
              <a:gd name="connsiteY0" fmla="*/ 18854 h 6881568"/>
              <a:gd name="connsiteX1" fmla="*/ 2243579 w 2243579"/>
              <a:gd name="connsiteY1" fmla="*/ 0 h 6881568"/>
              <a:gd name="connsiteX2" fmla="*/ 2243579 w 2243579"/>
              <a:gd name="connsiteY2" fmla="*/ 6881568 h 6881568"/>
              <a:gd name="connsiteX3" fmla="*/ 0 w 2243579"/>
              <a:gd name="connsiteY3" fmla="*/ 6881568 h 6881568"/>
              <a:gd name="connsiteX4" fmla="*/ 1602557 w 2243579"/>
              <a:gd name="connsiteY4" fmla="*/ 18854 h 6881568"/>
              <a:gd name="connsiteX0" fmla="*/ 1319753 w 1960775"/>
              <a:gd name="connsiteY0" fmla="*/ 18854 h 6881568"/>
              <a:gd name="connsiteX1" fmla="*/ 1960775 w 1960775"/>
              <a:gd name="connsiteY1" fmla="*/ 0 h 6881568"/>
              <a:gd name="connsiteX2" fmla="*/ 1960775 w 1960775"/>
              <a:gd name="connsiteY2" fmla="*/ 6881568 h 6881568"/>
              <a:gd name="connsiteX3" fmla="*/ 0 w 1960775"/>
              <a:gd name="connsiteY3" fmla="*/ 6806154 h 6881568"/>
              <a:gd name="connsiteX4" fmla="*/ 1319753 w 1960775"/>
              <a:gd name="connsiteY4" fmla="*/ 18854 h 6881568"/>
              <a:gd name="connsiteX0" fmla="*/ 1593130 w 2234152"/>
              <a:gd name="connsiteY0" fmla="*/ 18854 h 6881569"/>
              <a:gd name="connsiteX1" fmla="*/ 2234152 w 2234152"/>
              <a:gd name="connsiteY1" fmla="*/ 0 h 6881569"/>
              <a:gd name="connsiteX2" fmla="*/ 2234152 w 2234152"/>
              <a:gd name="connsiteY2" fmla="*/ 6881568 h 6881569"/>
              <a:gd name="connsiteX3" fmla="*/ 0 w 2234152"/>
              <a:gd name="connsiteY3" fmla="*/ 6881569 h 6881569"/>
              <a:gd name="connsiteX4" fmla="*/ 1593130 w 2234152"/>
              <a:gd name="connsiteY4" fmla="*/ 18854 h 6881569"/>
              <a:gd name="connsiteX0" fmla="*/ 1583717 w 2234152"/>
              <a:gd name="connsiteY0" fmla="*/ 9420 h 6881569"/>
              <a:gd name="connsiteX1" fmla="*/ 2234152 w 2234152"/>
              <a:gd name="connsiteY1" fmla="*/ 0 h 6881569"/>
              <a:gd name="connsiteX2" fmla="*/ 2234152 w 2234152"/>
              <a:gd name="connsiteY2" fmla="*/ 6881568 h 6881569"/>
              <a:gd name="connsiteX3" fmla="*/ 0 w 2234152"/>
              <a:gd name="connsiteY3" fmla="*/ 6881569 h 6881569"/>
              <a:gd name="connsiteX4" fmla="*/ 1583717 w 2234152"/>
              <a:gd name="connsiteY4" fmla="*/ 9420 h 6881569"/>
              <a:gd name="connsiteX0" fmla="*/ 1583717 w 2243566"/>
              <a:gd name="connsiteY0" fmla="*/ 0 h 6872149"/>
              <a:gd name="connsiteX1" fmla="*/ 2243566 w 2243566"/>
              <a:gd name="connsiteY1" fmla="*/ 12 h 6872149"/>
              <a:gd name="connsiteX2" fmla="*/ 2234152 w 2243566"/>
              <a:gd name="connsiteY2" fmla="*/ 6872148 h 6872149"/>
              <a:gd name="connsiteX3" fmla="*/ 0 w 2243566"/>
              <a:gd name="connsiteY3" fmla="*/ 6872149 h 6872149"/>
              <a:gd name="connsiteX4" fmla="*/ 1583717 w 2243566"/>
              <a:gd name="connsiteY4" fmla="*/ 0 h 68721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43566" h="6872149">
                <a:moveTo>
                  <a:pt x="1583717" y="0"/>
                </a:moveTo>
                <a:lnTo>
                  <a:pt x="2243566" y="12"/>
                </a:lnTo>
                <a:lnTo>
                  <a:pt x="2234152" y="6872148"/>
                </a:lnTo>
                <a:lnTo>
                  <a:pt x="0" y="6872149"/>
                </a:lnTo>
                <a:lnTo>
                  <a:pt x="1583717" y="0"/>
                </a:lnTo>
                <a:close/>
              </a:path>
            </a:pathLst>
          </a:custGeom>
          <a:solidFill>
            <a:srgbClr val="CFB9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11870E27-202E-F717-3FB6-D69451DF1391}"/>
              </a:ext>
            </a:extLst>
          </p:cNvPr>
          <p:cNvSpPr>
            <a:spLocks noGrp="1"/>
          </p:cNvSpPr>
          <p:nvPr>
            <p:ph type="title" hasCustomPrompt="1"/>
          </p:nvPr>
        </p:nvSpPr>
        <p:spPr>
          <a:xfrm>
            <a:off x="805070" y="2466280"/>
            <a:ext cx="7981645" cy="719757"/>
          </a:xfrm>
        </p:spPr>
        <p:txBody>
          <a:bodyPr>
            <a:noAutofit/>
          </a:bodyPr>
          <a:lstStyle>
            <a:lvl1pPr>
              <a:defRPr sz="9600" cap="none">
                <a:solidFill>
                  <a:schemeClr val="bg1"/>
                </a:solidFill>
              </a:defRPr>
            </a:lvl1pPr>
          </a:lstStyle>
          <a:p>
            <a:r>
              <a:rPr lang="en-US" dirty="0"/>
              <a:t>THANK YOU</a:t>
            </a:r>
          </a:p>
        </p:txBody>
      </p:sp>
      <p:sp>
        <p:nvSpPr>
          <p:cNvPr id="9" name="Text Placeholder 8">
            <a:extLst>
              <a:ext uri="{FF2B5EF4-FFF2-40B4-BE49-F238E27FC236}">
                <a16:creationId xmlns:a16="http://schemas.microsoft.com/office/drawing/2014/main" id="{3F3E966E-ACAB-E285-70D0-66AC08DF1386}"/>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b="0" i="0">
                <a:solidFill>
                  <a:schemeClr val="bg2"/>
                </a:solidFill>
                <a:latin typeface="Acumin Pro Medium"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contact info</a:t>
            </a:r>
          </a:p>
        </p:txBody>
      </p:sp>
      <p:pic>
        <p:nvPicPr>
          <p:cNvPr id="3" name="Picture 2">
            <a:extLst>
              <a:ext uri="{FF2B5EF4-FFF2-40B4-BE49-F238E27FC236}">
                <a16:creationId xmlns:a16="http://schemas.microsoft.com/office/drawing/2014/main" id="{11ED8702-10BE-D052-6922-2244FAA25D11}"/>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3258" y="5796005"/>
            <a:ext cx="4318000" cy="461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36539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nd Slide - Gold">
    <p:bg>
      <p:bgPr>
        <a:solidFill>
          <a:schemeClr val="accent1"/>
        </a:solidFill>
        <a:effectLst/>
      </p:bgPr>
    </p:bg>
    <p:spTree>
      <p:nvGrpSpPr>
        <p:cNvPr id="1" name=""/>
        <p:cNvGrpSpPr/>
        <p:nvPr/>
      </p:nvGrpSpPr>
      <p:grpSpPr>
        <a:xfrm>
          <a:off x="0" y="0"/>
          <a:ext cx="0" cy="0"/>
          <a:chOff x="0" y="0"/>
          <a:chExt cx="0" cy="0"/>
        </a:xfrm>
      </p:grpSpPr>
      <p:pic>
        <p:nvPicPr>
          <p:cNvPr id="2" name="Black Triangle">
            <a:extLst>
              <a:ext uri="{FF2B5EF4-FFF2-40B4-BE49-F238E27FC236}">
                <a16:creationId xmlns:a16="http://schemas.microsoft.com/office/drawing/2014/main" id="{E6FF8326-7C7F-B6EE-5081-7AD19B61BF99}"/>
              </a:ext>
            </a:extLst>
          </p:cNvPr>
          <p:cNvPicPr>
            <a:picLocks noChangeAspect="1"/>
          </p:cNvPicPr>
          <p:nvPr userDrawn="1"/>
        </p:nvPicPr>
        <p:blipFill>
          <a:blip r:embed="rId2"/>
          <a:stretch>
            <a:fillRect/>
          </a:stretch>
        </p:blipFill>
        <p:spPr>
          <a:xfrm>
            <a:off x="9956800" y="0"/>
            <a:ext cx="2235200" cy="6858000"/>
          </a:xfrm>
          <a:prstGeom prst="rect">
            <a:avLst/>
          </a:prstGeom>
          <a:noFill/>
        </p:spPr>
      </p:pic>
      <p:sp>
        <p:nvSpPr>
          <p:cNvPr id="3" name="Title 6">
            <a:extLst>
              <a:ext uri="{FF2B5EF4-FFF2-40B4-BE49-F238E27FC236}">
                <a16:creationId xmlns:a16="http://schemas.microsoft.com/office/drawing/2014/main" id="{1648B145-A545-0D6D-AFF0-0F715C90759F}"/>
              </a:ext>
            </a:extLst>
          </p:cNvPr>
          <p:cNvSpPr>
            <a:spLocks noGrp="1"/>
          </p:cNvSpPr>
          <p:nvPr>
            <p:ph type="title" hasCustomPrompt="1"/>
          </p:nvPr>
        </p:nvSpPr>
        <p:spPr>
          <a:xfrm>
            <a:off x="805070" y="2466280"/>
            <a:ext cx="7981645" cy="719757"/>
          </a:xfrm>
        </p:spPr>
        <p:txBody>
          <a:bodyPr>
            <a:noAutofit/>
          </a:bodyPr>
          <a:lstStyle>
            <a:lvl1pPr>
              <a:defRPr sz="9600" cap="none">
                <a:solidFill>
                  <a:schemeClr val="tx1"/>
                </a:solidFill>
              </a:defRPr>
            </a:lvl1pPr>
          </a:lstStyle>
          <a:p>
            <a:r>
              <a:rPr lang="en-US" dirty="0"/>
              <a:t>THANK YOU</a:t>
            </a:r>
          </a:p>
        </p:txBody>
      </p:sp>
      <p:sp>
        <p:nvSpPr>
          <p:cNvPr id="5" name="Text Placeholder 8">
            <a:extLst>
              <a:ext uri="{FF2B5EF4-FFF2-40B4-BE49-F238E27FC236}">
                <a16:creationId xmlns:a16="http://schemas.microsoft.com/office/drawing/2014/main" id="{E3D40940-377F-6BBC-02CB-083B672BF56B}"/>
              </a:ext>
            </a:extLst>
          </p:cNvPr>
          <p:cNvSpPr>
            <a:spLocks noGrp="1"/>
          </p:cNvSpPr>
          <p:nvPr>
            <p:ph type="body" sz="quarter" idx="10" hasCustomPrompt="1"/>
          </p:nvPr>
        </p:nvSpPr>
        <p:spPr>
          <a:xfrm>
            <a:off x="924339" y="3434010"/>
            <a:ext cx="7874567" cy="449263"/>
          </a:xfrm>
        </p:spPr>
        <p:txBody>
          <a:bodyPr>
            <a:normAutofit/>
          </a:bodyPr>
          <a:lstStyle>
            <a:lvl1pPr marL="0" indent="0">
              <a:buFontTx/>
              <a:buNone/>
              <a:defRPr sz="1800" b="0" i="0">
                <a:solidFill>
                  <a:schemeClr val="tx1"/>
                </a:solidFill>
                <a:latin typeface="Acumin Pro Medium" panose="020B0504020202020204" pitchFamily="34" charset="77"/>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add contact info</a:t>
            </a:r>
          </a:p>
        </p:txBody>
      </p:sp>
      <p:pic>
        <p:nvPicPr>
          <p:cNvPr id="4" name="Picture 2">
            <a:extLst>
              <a:ext uri="{FF2B5EF4-FFF2-40B4-BE49-F238E27FC236}">
                <a16:creationId xmlns:a16="http://schemas.microsoft.com/office/drawing/2014/main" id="{1E3761E7-C1FB-3C92-9D08-465FECF5765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4143" y="5829397"/>
            <a:ext cx="4318000" cy="4610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8025383"/>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Content only: whit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706437" y="5864"/>
            <a:ext cx="10672521" cy="932087"/>
          </a:xfrm>
        </p:spPr>
        <p:txBody>
          <a:bodyPr>
            <a:normAutofit/>
          </a:bodyPr>
          <a:lstStyle>
            <a:lvl1pPr>
              <a:defRPr sz="4000" b="1" i="0" cap="none" spc="0">
                <a:solidFill>
                  <a:srgbClr val="404041"/>
                </a:solidFill>
                <a:latin typeface="Arial"/>
                <a:cs typeface="Arial"/>
              </a:defRPr>
            </a:lvl1pPr>
          </a:lstStyle>
          <a:p>
            <a:r>
              <a:rPr lang="en-US"/>
              <a:t>Click to edit master title style</a:t>
            </a:r>
          </a:p>
        </p:txBody>
      </p:sp>
      <p:sp>
        <p:nvSpPr>
          <p:cNvPr id="5" name="Rectangle 4"/>
          <p:cNvSpPr/>
          <p:nvPr userDrawn="1"/>
        </p:nvSpPr>
        <p:spPr>
          <a:xfrm>
            <a:off x="0" y="270881"/>
            <a:ext cx="110219" cy="516263"/>
          </a:xfrm>
          <a:prstGeom prst="rect">
            <a:avLst/>
          </a:prstGeom>
          <a:solidFill>
            <a:srgbClr val="99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4" name="TextBox 3"/>
          <p:cNvSpPr txBox="1"/>
          <p:nvPr userDrawn="1"/>
        </p:nvSpPr>
        <p:spPr>
          <a:xfrm>
            <a:off x="4741334" y="4721413"/>
            <a:ext cx="184731" cy="461665"/>
          </a:xfrm>
          <a:prstGeom prst="rect">
            <a:avLst/>
          </a:prstGeom>
          <a:noFill/>
        </p:spPr>
        <p:txBody>
          <a:bodyPr wrap="none" rtlCol="0">
            <a:spAutoFit/>
          </a:bodyPr>
          <a:lstStyle/>
          <a:p>
            <a:endParaRPr lang="en-US" sz="2400"/>
          </a:p>
        </p:txBody>
      </p:sp>
      <p:sp>
        <p:nvSpPr>
          <p:cNvPr id="7" name="Text Placeholder 2"/>
          <p:cNvSpPr>
            <a:spLocks noGrp="1"/>
          </p:cNvSpPr>
          <p:nvPr>
            <p:ph idx="1" hasCustomPrompt="1"/>
          </p:nvPr>
        </p:nvSpPr>
        <p:spPr>
          <a:xfrm>
            <a:off x="691765" y="1159728"/>
            <a:ext cx="10687459" cy="4760323"/>
          </a:xfrm>
          <a:prstGeom prst="rect">
            <a:avLst/>
          </a:prstGeom>
        </p:spPr>
        <p:txBody>
          <a:bodyPr vert="horz" lIns="91440" tIns="45720" rIns="91440" bIns="45720" rtlCol="0">
            <a:normAutofit/>
          </a:bodyPr>
          <a:lstStyle>
            <a:lvl1pPr marL="457189" marR="0" indent="-457189" algn="l" defTabSz="609585" rtl="0" eaLnBrk="1" fontAlgn="auto" latinLnBrk="0" hangingPunct="1">
              <a:lnSpc>
                <a:spcPct val="100000"/>
              </a:lnSpc>
              <a:spcBef>
                <a:spcPts val="0"/>
              </a:spcBef>
              <a:spcAft>
                <a:spcPts val="2400"/>
              </a:spcAft>
              <a:buClr>
                <a:schemeClr val="tx1">
                  <a:lumMod val="50000"/>
                  <a:lumOff val="50000"/>
                </a:schemeClr>
              </a:buClr>
              <a:buSzPct val="100000"/>
              <a:buFont typeface="+mj-lt"/>
              <a:buAutoNum type="arabicPeriod"/>
              <a:tabLst/>
              <a:defRPr sz="2400">
                <a:solidFill>
                  <a:srgbClr val="404041"/>
                </a:solidFill>
                <a:latin typeface="Arial"/>
                <a:cs typeface="Arial"/>
              </a:defRPr>
            </a:lvl1pPr>
            <a:lvl2pPr>
              <a:lnSpc>
                <a:spcPct val="100000"/>
              </a:lnSpc>
              <a:defRPr sz="2133">
                <a:solidFill>
                  <a:srgbClr val="404041"/>
                </a:solidFill>
                <a:latin typeface="Arial"/>
                <a:cs typeface="Arial"/>
              </a:defRPr>
            </a:lvl2pPr>
            <a:lvl3pPr>
              <a:lnSpc>
                <a:spcPct val="100000"/>
              </a:lnSpc>
              <a:defRPr sz="2133">
                <a:solidFill>
                  <a:srgbClr val="404041"/>
                </a:solidFill>
                <a:latin typeface="Arial"/>
                <a:cs typeface="Arial"/>
              </a:defRPr>
            </a:lvl3pPr>
            <a:lvl4pPr>
              <a:lnSpc>
                <a:spcPct val="100000"/>
              </a:lnSpc>
              <a:defRPr sz="2133">
                <a:solidFill>
                  <a:srgbClr val="404041"/>
                </a:solidFill>
                <a:latin typeface="Arial"/>
                <a:cs typeface="Arial"/>
              </a:defRPr>
            </a:lvl4pPr>
            <a:lvl5pPr>
              <a:lnSpc>
                <a:spcPct val="100000"/>
              </a:lnSpc>
              <a:defRPr sz="2133">
                <a:solidFill>
                  <a:srgbClr val="404041"/>
                </a:solidFill>
                <a:latin typeface="Arial"/>
                <a:cs typeface="Arial"/>
              </a:defRPr>
            </a:lvl5pPr>
          </a:lstStyle>
          <a:p>
            <a:pPr lvl="0"/>
            <a:r>
              <a:rPr lang="en-US"/>
              <a:t>Click to edit master subtitle style</a:t>
            </a:r>
          </a:p>
        </p:txBody>
      </p:sp>
      <p:sp>
        <p:nvSpPr>
          <p:cNvPr id="18" name="Rectangle 17">
            <a:extLst>
              <a:ext uri="{FF2B5EF4-FFF2-40B4-BE49-F238E27FC236}">
                <a16:creationId xmlns:a16="http://schemas.microsoft.com/office/drawing/2014/main" id="{EDEDD93F-964F-5944-AAE4-710A9649E394}"/>
              </a:ext>
            </a:extLst>
          </p:cNvPr>
          <p:cNvSpPr/>
          <p:nvPr userDrawn="1"/>
        </p:nvSpPr>
        <p:spPr>
          <a:xfrm>
            <a:off x="0" y="6341738"/>
            <a:ext cx="12192000" cy="516263"/>
          </a:xfrm>
          <a:prstGeom prst="rect">
            <a:avLst/>
          </a:prstGeom>
          <a:solidFill>
            <a:srgbClr val="69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19" name="Picture 18">
            <a:extLst>
              <a:ext uri="{FF2B5EF4-FFF2-40B4-BE49-F238E27FC236}">
                <a16:creationId xmlns:a16="http://schemas.microsoft.com/office/drawing/2014/main" id="{EF59BA7C-FE73-F34E-9D20-212CFBB7F488}"/>
              </a:ext>
            </a:extLst>
          </p:cNvPr>
          <p:cNvPicPr>
            <a:picLocks noChangeAspect="1"/>
          </p:cNvPicPr>
          <p:nvPr userDrawn="1"/>
        </p:nvPicPr>
        <p:blipFill>
          <a:blip r:embed="rId2"/>
          <a:stretch>
            <a:fillRect/>
          </a:stretch>
        </p:blipFill>
        <p:spPr>
          <a:xfrm>
            <a:off x="831677" y="6240549"/>
            <a:ext cx="7796364" cy="625180"/>
          </a:xfrm>
          <a:prstGeom prst="rect">
            <a:avLst/>
          </a:prstGeom>
        </p:spPr>
      </p:pic>
    </p:spTree>
    <p:extLst>
      <p:ext uri="{BB962C8B-B14F-4D97-AF65-F5344CB8AC3E}">
        <p14:creationId xmlns:p14="http://schemas.microsoft.com/office/powerpoint/2010/main" val="35143608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Blank with footer: whit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F36902F-F212-0144-B75F-3569DBF54AA1}"/>
              </a:ext>
            </a:extLst>
          </p:cNvPr>
          <p:cNvSpPr/>
          <p:nvPr userDrawn="1"/>
        </p:nvSpPr>
        <p:spPr>
          <a:xfrm>
            <a:off x="0" y="6341738"/>
            <a:ext cx="12192000" cy="516263"/>
          </a:xfrm>
          <a:prstGeom prst="rect">
            <a:avLst/>
          </a:prstGeom>
          <a:solidFill>
            <a:srgbClr val="6903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pic>
        <p:nvPicPr>
          <p:cNvPr id="13" name="Picture 12">
            <a:extLst>
              <a:ext uri="{FF2B5EF4-FFF2-40B4-BE49-F238E27FC236}">
                <a16:creationId xmlns:a16="http://schemas.microsoft.com/office/drawing/2014/main" id="{B419C2DD-16E9-1D47-8CDF-6A592720037A}"/>
              </a:ext>
            </a:extLst>
          </p:cNvPr>
          <p:cNvPicPr>
            <a:picLocks noChangeAspect="1"/>
          </p:cNvPicPr>
          <p:nvPr userDrawn="1"/>
        </p:nvPicPr>
        <p:blipFill>
          <a:blip r:embed="rId2"/>
          <a:stretch>
            <a:fillRect/>
          </a:stretch>
        </p:blipFill>
        <p:spPr>
          <a:xfrm>
            <a:off x="831677" y="6240549"/>
            <a:ext cx="7796364" cy="625180"/>
          </a:xfrm>
          <a:prstGeom prst="rect">
            <a:avLst/>
          </a:prstGeom>
        </p:spPr>
      </p:pic>
    </p:spTree>
    <p:extLst>
      <p:ext uri="{BB962C8B-B14F-4D97-AF65-F5344CB8AC3E}">
        <p14:creationId xmlns:p14="http://schemas.microsoft.com/office/powerpoint/2010/main" val="37573318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1_Title Only">
    <p:bg>
      <p:bgPr>
        <a:solidFill>
          <a:schemeClr val="bg1"/>
        </a:solidFill>
        <a:effectLst/>
      </p:bgPr>
    </p:bg>
    <p:spTree>
      <p:nvGrpSpPr>
        <p:cNvPr id="1" name=""/>
        <p:cNvGrpSpPr/>
        <p:nvPr/>
      </p:nvGrpSpPr>
      <p:grpSpPr>
        <a:xfrm>
          <a:off x="0" y="0"/>
          <a:ext cx="0" cy="0"/>
          <a:chOff x="0" y="0"/>
          <a:chExt cx="0" cy="0"/>
        </a:xfrm>
      </p:grpSpPr>
      <p:sp>
        <p:nvSpPr>
          <p:cNvPr id="97" name="Slide Number">
            <a:extLst>
              <a:ext uri="{FF2B5EF4-FFF2-40B4-BE49-F238E27FC236}">
                <a16:creationId xmlns:a16="http://schemas.microsoft.com/office/drawing/2014/main" id="{86698E16-E131-4493-9302-E0BED45D763E}"/>
              </a:ext>
            </a:extLst>
          </p:cNvPr>
          <p:cNvSpPr>
            <a:spLocks noGrp="1"/>
          </p:cNvSpPr>
          <p:nvPr>
            <p:ph type="sldNum" idx="97"/>
          </p:nvPr>
        </p:nvSpPr>
        <p:spPr>
          <a:xfrm>
            <a:off x="11347704" y="6446520"/>
            <a:ext cx="484632" cy="228600"/>
          </a:xfrm>
        </p:spPr>
        <p:txBody>
          <a:bodyPr/>
          <a:lstStyle>
            <a:lvl1pPr>
              <a:defRPr>
                <a:solidFill>
                  <a:srgbClr val="232F3E"/>
                </a:solidFill>
              </a:defRPr>
            </a:lvl1pPr>
          </a:lstStyle>
          <a:p>
            <a:fld id="{4037B1B0-0345-4E15-985A-6BECCDBE474F}" type="slidenum">
              <a:rPr lang="en-US" smtClean="0"/>
              <a:pPr/>
              <a:t>‹#›</a:t>
            </a:fld>
            <a:endParaRPr lang="en-US" dirty="0"/>
          </a:p>
        </p:txBody>
      </p:sp>
      <p:pic>
        <p:nvPicPr>
          <p:cNvPr id="99" name="Divider">
            <a:extLst>
              <a:ext uri="{FF2B5EF4-FFF2-40B4-BE49-F238E27FC236}">
                <a16:creationId xmlns:a16="http://schemas.microsoft.com/office/drawing/2014/main" id="{D43F84C4-7A63-4092-877E-74B824841320}"/>
              </a:ext>
              <a:ext uri="{C183D7F6-B498-43B3-948B-1728B52AA6E4}">
                <adec:decorative xmlns:adec="http://schemas.microsoft.com/office/drawing/2017/decorative" val="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365759" y="1028377"/>
            <a:ext cx="11484864" cy="45720"/>
          </a:xfrm>
          <a:prstGeom prst="rect">
            <a:avLst/>
          </a:prstGeom>
        </p:spPr>
      </p:pic>
      <p:sp>
        <p:nvSpPr>
          <p:cNvPr id="2" name="Title">
            <a:extLst>
              <a:ext uri="{FF2B5EF4-FFF2-40B4-BE49-F238E27FC236}">
                <a16:creationId xmlns:a16="http://schemas.microsoft.com/office/drawing/2014/main" id="{9A1AD47A-644D-4968-9CC8-C9014D5497DB}"/>
              </a:ext>
            </a:extLst>
          </p:cNvPr>
          <p:cNvSpPr>
            <a:spLocks noGrp="1"/>
          </p:cNvSpPr>
          <p:nvPr>
            <p:ph type="title" idx="1" hasCustomPrompt="1"/>
          </p:nvPr>
        </p:nvSpPr>
        <p:spPr>
          <a:xfrm>
            <a:off x="365760" y="301752"/>
            <a:ext cx="11466576" cy="731520"/>
          </a:xfrm>
        </p:spPr>
        <p:txBody>
          <a:bodyPr/>
          <a:lstStyle>
            <a:lvl1pPr>
              <a:defRPr>
                <a:solidFill>
                  <a:srgbClr val="232F3E"/>
                </a:solidFill>
                <a:latin typeface="Amazon Ember Display Heavy"/>
              </a:defRPr>
            </a:lvl1pPr>
          </a:lstStyle>
          <a:p>
            <a:r>
              <a:rPr lang="en-US"/>
              <a:t>Title only layout</a:t>
            </a:r>
          </a:p>
        </p:txBody>
      </p:sp>
    </p:spTree>
    <p:custDataLst>
      <p:tags r:id="rId1"/>
    </p:custDataLst>
    <p:extLst>
      <p:ext uri="{BB962C8B-B14F-4D97-AF65-F5344CB8AC3E}">
        <p14:creationId xmlns:p14="http://schemas.microsoft.com/office/powerpoint/2010/main" val="34387316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Title and Content">
    <p:bg>
      <p:bgPr>
        <a:solidFill>
          <a:schemeClr val="bg1"/>
        </a:solidFill>
        <a:effectLst/>
      </p:bgPr>
    </p:bg>
    <p:spTree>
      <p:nvGrpSpPr>
        <p:cNvPr id="1" name=""/>
        <p:cNvGrpSpPr/>
        <p:nvPr/>
      </p:nvGrpSpPr>
      <p:grpSpPr>
        <a:xfrm>
          <a:off x="0" y="0"/>
          <a:ext cx="0" cy="0"/>
          <a:chOff x="0" y="0"/>
          <a:chExt cx="0" cy="0"/>
        </a:xfrm>
      </p:grpSpPr>
      <p:sp>
        <p:nvSpPr>
          <p:cNvPr id="3" name="Slide Number">
            <a:extLst>
              <a:ext uri="{FF2B5EF4-FFF2-40B4-BE49-F238E27FC236}">
                <a16:creationId xmlns:a16="http://schemas.microsoft.com/office/drawing/2014/main" id="{BEFA658F-CEEA-4659-B30B-B79DCDF1C713}"/>
              </a:ext>
            </a:extLst>
          </p:cNvPr>
          <p:cNvSpPr>
            <a:spLocks noGrp="1"/>
          </p:cNvSpPr>
          <p:nvPr>
            <p:ph type="sldNum" sz="quarter" idx="20"/>
          </p:nvPr>
        </p:nvSpPr>
        <p:spPr>
          <a:xfrm>
            <a:off x="11469389" y="6568410"/>
            <a:ext cx="484261" cy="265176"/>
          </a:xfrm>
        </p:spPr>
        <p:txBody>
          <a:bodyPr/>
          <a:lstStyle>
            <a:lvl1pPr>
              <a:defRPr sz="1100">
                <a:solidFill>
                  <a:schemeClr val="tx2"/>
                </a:solidFill>
                <a:latin typeface="+mn-lt"/>
              </a:defRPr>
            </a:lvl1pPr>
          </a:lstStyle>
          <a:p>
            <a:fld id="{930176A1-BCF0-4712-97A6-6B495F55390B}" type="slidenum">
              <a:rPr lang="en-US" smtClean="0"/>
              <a:pPr/>
              <a:t>‹#›</a:t>
            </a:fld>
            <a:endParaRPr lang="en-US"/>
          </a:p>
        </p:txBody>
      </p:sp>
      <p:sp>
        <p:nvSpPr>
          <p:cNvPr id="2" name="Title">
            <a:extLst>
              <a:ext uri="{FF2B5EF4-FFF2-40B4-BE49-F238E27FC236}">
                <a16:creationId xmlns:a16="http://schemas.microsoft.com/office/drawing/2014/main" id="{5F8A0ED5-8D88-437F-965F-590C0BD195F1}"/>
              </a:ext>
            </a:extLst>
          </p:cNvPr>
          <p:cNvSpPr>
            <a:spLocks noGrp="1"/>
          </p:cNvSpPr>
          <p:nvPr>
            <p:ph type="title" hasCustomPrompt="1"/>
          </p:nvPr>
        </p:nvSpPr>
        <p:spPr>
          <a:xfrm>
            <a:off x="365760" y="299526"/>
            <a:ext cx="11569209" cy="731318"/>
          </a:xfrm>
        </p:spPr>
        <p:txBody>
          <a:bodyPr/>
          <a:lstStyle>
            <a:lvl1pPr>
              <a:defRPr/>
            </a:lvl1pPr>
          </a:lstStyle>
          <a:p>
            <a:r>
              <a:rPr lang="en-US" dirty="0"/>
              <a:t>Title and content</a:t>
            </a:r>
          </a:p>
        </p:txBody>
      </p:sp>
      <p:sp>
        <p:nvSpPr>
          <p:cNvPr id="7" name="Content Placeholder 6">
            <a:extLst>
              <a:ext uri="{FF2B5EF4-FFF2-40B4-BE49-F238E27FC236}">
                <a16:creationId xmlns:a16="http://schemas.microsoft.com/office/drawing/2014/main" id="{C4E502B2-1435-4BCB-BD77-B9E6CB7B3BF5}"/>
              </a:ext>
            </a:extLst>
          </p:cNvPr>
          <p:cNvSpPr>
            <a:spLocks noGrp="1"/>
          </p:cNvSpPr>
          <p:nvPr>
            <p:ph sz="quarter" idx="21" hasCustomPrompt="1"/>
          </p:nvPr>
        </p:nvSpPr>
        <p:spPr>
          <a:xfrm>
            <a:off x="365760" y="1143000"/>
            <a:ext cx="11587890" cy="5291750"/>
          </a:xfrm>
        </p:spPr>
        <p:txBody>
          <a:bodyPr/>
          <a:lstStyle>
            <a:lvl1pPr>
              <a:defRPr/>
            </a:lvl1pPr>
            <a:lvl2pPr>
              <a:defRPr/>
            </a:lvl2pPr>
            <a:lvl3pPr>
              <a:defRPr/>
            </a:lvl3pPr>
            <a:lvl4pPr>
              <a:defRPr/>
            </a:lvl4pPr>
            <a:lvl5pPr>
              <a:defRPr/>
            </a:lvl5pPr>
          </a:lstStyle>
          <a:p>
            <a:pPr lvl="0"/>
            <a:r>
              <a:rPr lang="en-US" dirty="0"/>
              <a:t>Add content text</a:t>
            </a:r>
          </a:p>
          <a:p>
            <a:pPr lvl="1"/>
            <a:r>
              <a:rPr lang="en-US" dirty="0"/>
              <a:t>Second level</a:t>
            </a:r>
          </a:p>
          <a:p>
            <a:pPr lvl="2"/>
            <a:r>
              <a:rPr lang="en-US" dirty="0"/>
              <a:t>Third level</a:t>
            </a:r>
          </a:p>
          <a:p>
            <a:pPr lvl="3"/>
            <a:r>
              <a:rPr lang="en-US" dirty="0"/>
              <a:t>Avoid using fourth  level</a:t>
            </a:r>
          </a:p>
          <a:p>
            <a:pPr lvl="4"/>
            <a:r>
              <a:rPr lang="en-US" dirty="0"/>
              <a:t>Avoid using fifth level</a:t>
            </a:r>
          </a:p>
        </p:txBody>
      </p:sp>
      <p:sp>
        <p:nvSpPr>
          <p:cNvPr id="6" name="Copyright">
            <a:extLst>
              <a:ext uri="{FF2B5EF4-FFF2-40B4-BE49-F238E27FC236}">
                <a16:creationId xmlns:a16="http://schemas.microsoft.com/office/drawing/2014/main" id="{B2860AF7-2188-43EF-8A31-A9170F25AF65}"/>
              </a:ext>
              <a:ext uri="{C183D7F6-B498-43B3-948B-1728B52AA6E4}">
                <adec:decorative xmlns:adec="http://schemas.microsoft.com/office/drawing/2017/decorative" val="1"/>
              </a:ext>
            </a:extLst>
          </p:cNvPr>
          <p:cNvSpPr txBox="1"/>
          <p:nvPr/>
        </p:nvSpPr>
        <p:spPr>
          <a:xfrm>
            <a:off x="3769081" y="6568818"/>
            <a:ext cx="4653838" cy="261610"/>
          </a:xfrm>
          <a:prstGeom prst="rect">
            <a:avLst/>
          </a:prstGeom>
          <a:noFill/>
        </p:spPr>
        <p:txBody>
          <a:bodyPr wrap="none" rtlCol="0">
            <a:spAutoFit/>
          </a:bodyPr>
          <a:lstStyle/>
          <a:p>
            <a:r>
              <a:rPr lang="en-US" sz="1100" kern="1200" dirty="0">
                <a:solidFill>
                  <a:schemeClr val="tx2"/>
                </a:solidFill>
                <a:effectLst/>
                <a:latin typeface="+mn-lt"/>
                <a:ea typeface="+mn-ea"/>
                <a:cs typeface="+mn-cs"/>
              </a:rPr>
              <a:t>© 2022, Amazon Web Services, Inc. or its affiliates. All rights reserved.</a:t>
            </a:r>
          </a:p>
        </p:txBody>
      </p:sp>
      <p:sp>
        <p:nvSpPr>
          <p:cNvPr id="19" name="Title Border">
            <a:extLst>
              <a:ext uri="{FF2B5EF4-FFF2-40B4-BE49-F238E27FC236}">
                <a16:creationId xmlns:a16="http://schemas.microsoft.com/office/drawing/2014/main" id="{5E3E830F-DE1F-4A8F-992F-1D4BF5866636}"/>
              </a:ext>
              <a:ext uri="{C183D7F6-B498-43B3-948B-1728B52AA6E4}">
                <adec:decorative xmlns:adec="http://schemas.microsoft.com/office/drawing/2017/decorative" val="1"/>
              </a:ext>
            </a:extLst>
          </p:cNvPr>
          <p:cNvSpPr/>
          <p:nvPr/>
        </p:nvSpPr>
        <p:spPr>
          <a:xfrm>
            <a:off x="365760" y="1030844"/>
            <a:ext cx="11567160" cy="457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93325484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AF61CC-58D4-72CE-66CA-BFE87D085DCB}"/>
              </a:ext>
            </a:extLst>
          </p:cNvPr>
          <p:cNvSpPr>
            <a:spLocks noGrp="1"/>
          </p:cNvSpPr>
          <p:nvPr>
            <p:ph type="title"/>
          </p:nvPr>
        </p:nvSpPr>
        <p:spPr>
          <a:xfrm>
            <a:off x="468086" y="385004"/>
            <a:ext cx="11266714" cy="589032"/>
          </a:xfrm>
          <a:prstGeom prst="rect">
            <a:avLst/>
          </a:prstGeom>
        </p:spPr>
        <p:txBody>
          <a:bodyPr vert="horz" lIns="91440" tIns="45720" rIns="91440" bIns="45720" rtlCol="0" anchor="ctr">
            <a:normAutofit/>
          </a:bodyPr>
          <a:lstStyle/>
          <a:p>
            <a:r>
              <a:rPr lang="en-US" dirty="0"/>
              <a:t>Click to edit Master slide title</a:t>
            </a:r>
          </a:p>
        </p:txBody>
      </p:sp>
      <p:sp>
        <p:nvSpPr>
          <p:cNvPr id="3" name="Text Placeholder 2">
            <a:extLst>
              <a:ext uri="{FF2B5EF4-FFF2-40B4-BE49-F238E27FC236}">
                <a16:creationId xmlns:a16="http://schemas.microsoft.com/office/drawing/2014/main" id="{41FD4295-B2CD-F1FF-F99B-B267D1740FB9}"/>
              </a:ext>
            </a:extLst>
          </p:cNvPr>
          <p:cNvSpPr>
            <a:spLocks noGrp="1"/>
          </p:cNvSpPr>
          <p:nvPr>
            <p:ph type="body" idx="1"/>
          </p:nvPr>
        </p:nvSpPr>
        <p:spPr>
          <a:xfrm>
            <a:off x="468086" y="1192696"/>
            <a:ext cx="11266714" cy="48379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5DCC5ACE-5747-34C7-00B2-2E4EABE6A031}"/>
              </a:ext>
            </a:extLst>
          </p:cNvPr>
          <p:cNvSpPr>
            <a:spLocks noGrp="1"/>
          </p:cNvSpPr>
          <p:nvPr>
            <p:ph type="sldNum" sz="quarter" idx="4"/>
          </p:nvPr>
        </p:nvSpPr>
        <p:spPr>
          <a:xfrm>
            <a:off x="10634663" y="6290433"/>
            <a:ext cx="1100137"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994776A-187E-9540-9EA4-8D5781AB769D}" type="slidenum">
              <a:rPr lang="en-US" smtClean="0"/>
              <a:pPr/>
              <a:t>‹#›</a:t>
            </a:fld>
            <a:endParaRPr lang="en-US" dirty="0"/>
          </a:p>
        </p:txBody>
      </p:sp>
    </p:spTree>
    <p:extLst>
      <p:ext uri="{BB962C8B-B14F-4D97-AF65-F5344CB8AC3E}">
        <p14:creationId xmlns:p14="http://schemas.microsoft.com/office/powerpoint/2010/main" val="3825614813"/>
      </p:ext>
    </p:extLst>
  </p:cSld>
  <p:clrMap bg1="lt1" tx1="dk1" bg2="lt2" tx2="dk2" accent1="accent1" accent2="accent2" accent3="accent3" accent4="accent4" accent5="accent5" accent6="accent6" hlink="hlink" folHlink="folHlink"/>
  <p:sldLayoutIdLst>
    <p:sldLayoutId id="2147483649" r:id="rId1"/>
    <p:sldLayoutId id="2147483686" r:id="rId2"/>
    <p:sldLayoutId id="2147483702" r:id="rId3"/>
    <p:sldLayoutId id="2147483708" r:id="rId4"/>
    <p:sldLayoutId id="2147483687" r:id="rId5"/>
    <p:sldLayoutId id="2147483714" r:id="rId6"/>
    <p:sldLayoutId id="2147483688" r:id="rId7"/>
    <p:sldLayoutId id="2147483650" r:id="rId8"/>
    <p:sldLayoutId id="2147483701" r:id="rId9"/>
    <p:sldLayoutId id="2147483711" r:id="rId10"/>
    <p:sldLayoutId id="2147483712" r:id="rId11"/>
    <p:sldLayoutId id="2147483656" r:id="rId12"/>
    <p:sldLayoutId id="2147483657" r:id="rId13"/>
    <p:sldLayoutId id="2147483706" r:id="rId14"/>
    <p:sldLayoutId id="2147483705" r:id="rId15"/>
    <p:sldLayoutId id="2147483707" r:id="rId16"/>
    <p:sldLayoutId id="2147483713" r:id="rId17"/>
    <p:sldLayoutId id="2147483709" r:id="rId18"/>
    <p:sldLayoutId id="2147483710" r:id="rId19"/>
    <p:sldLayoutId id="2147483653" r:id="rId20"/>
    <p:sldLayoutId id="2147483690" r:id="rId21"/>
    <p:sldLayoutId id="2147483704" r:id="rId22"/>
    <p:sldLayoutId id="2147483692" r:id="rId23"/>
    <p:sldLayoutId id="2147483693" r:id="rId24"/>
    <p:sldLayoutId id="2147483691" r:id="rId25"/>
    <p:sldLayoutId id="2147483703" r:id="rId26"/>
    <p:sldLayoutId id="2147483715" r:id="rId27"/>
    <p:sldLayoutId id="2147483716" r:id="rId28"/>
    <p:sldLayoutId id="2147483717" r:id="rId29"/>
    <p:sldLayoutId id="2147483718" r:id="rId30"/>
  </p:sldLayoutIdLst>
  <p:hf hdr="0" ftr="0" dt="0"/>
  <p:txStyles>
    <p:titleStyle>
      <a:lvl1pPr algn="l" defTabSz="914400" rtl="0" eaLnBrk="1" fontAlgn="b" latinLnBrk="0" hangingPunct="1">
        <a:lnSpc>
          <a:spcPct val="90000"/>
        </a:lnSpc>
        <a:spcBef>
          <a:spcPct val="0"/>
        </a:spcBef>
        <a:buNone/>
        <a:defRPr lang="en-US" sz="4800" b="1" i="1" kern="1200" cap="none" baseline="0" dirty="0">
          <a:solidFill>
            <a:schemeClr val="tx1"/>
          </a:solidFill>
          <a:latin typeface="Acumin Pro Condensed Semibold" panose="020B0506020202020204" pitchFamily="34" charset="77"/>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6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6.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1.png"/><Relationship Id="rId5" Type="http://schemas.openxmlformats.org/officeDocument/2006/relationships/image" Target="../media/image27.png"/><Relationship Id="rId10" Type="http://schemas.openxmlformats.org/officeDocument/2006/relationships/image" Target="../media/image30.png"/><Relationship Id="rId4" Type="http://schemas.openxmlformats.org/officeDocument/2006/relationships/image" Target="../media/image19.png"/><Relationship Id="rId9" Type="http://schemas.openxmlformats.org/officeDocument/2006/relationships/image" Target="../media/image2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4.png"/><Relationship Id="rId3" Type="http://schemas.openxmlformats.org/officeDocument/2006/relationships/notesSlide" Target="../notesSlides/notesSlide13.xml"/><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slideLayout" Target="../slideLayouts/slideLayout5.xml"/><Relationship Id="rId1" Type="http://schemas.openxmlformats.org/officeDocument/2006/relationships/tags" Target="../tags/tag3.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5" Type="http://schemas.openxmlformats.org/officeDocument/2006/relationships/image" Target="../media/image4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 Id="rId14" Type="http://schemas.openxmlformats.org/officeDocument/2006/relationships/image" Target="../media/image45.png"/></Relationships>
</file>

<file path=ppt/slides/_rels/slide32.xml.rels><?xml version="1.0" encoding="UTF-8" standalone="yes"?>
<Relationships xmlns="http://schemas.openxmlformats.org/package/2006/relationships"><Relationship Id="rId8" Type="http://schemas.openxmlformats.org/officeDocument/2006/relationships/hyperlink" Target="https://www.aws.training/" TargetMode="External"/><Relationship Id="rId3" Type="http://schemas.openxmlformats.org/officeDocument/2006/relationships/notesSlide" Target="../notesSlides/notesSlide14.xml"/><Relationship Id="rId7" Type="http://schemas.openxmlformats.org/officeDocument/2006/relationships/hyperlink" Target="https://aws.amazon.com/training/path-cloudpractitioner/" TargetMode="Externa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hyperlink" Target="https://d1.awsstatic.com/training-and-certification/Docs%20-%20Cloud%20Practitioner/AWS%20Certified%20Cloud%20Practioner_Sample%20Questions_v1.1_FINAL.PDF" TargetMode="External"/><Relationship Id="rId5" Type="http://schemas.openxmlformats.org/officeDocument/2006/relationships/hyperlink" Target="https://d1.awsstatic.com/training-and-certification/Docs%20-%20Cloud%20Practitioner/AWS_Certified_Cloud_Practitioner-Exam_Guide_EN_v1.6.pdf" TargetMode="External"/><Relationship Id="rId4" Type="http://schemas.openxmlformats.org/officeDocument/2006/relationships/hyperlink" Target="https://aws.amazon.com/certification/certified-cloud-practitioner/" TargetMode="External"/><Relationship Id="rId9"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F09A7-CF48-9701-322A-A0BBD1C2F6CD}"/>
              </a:ext>
            </a:extLst>
          </p:cNvPr>
          <p:cNvSpPr>
            <a:spLocks noGrp="1"/>
          </p:cNvSpPr>
          <p:nvPr>
            <p:ph type="title"/>
          </p:nvPr>
        </p:nvSpPr>
        <p:spPr/>
        <p:txBody>
          <a:bodyPr/>
          <a:lstStyle/>
          <a:p>
            <a:r>
              <a:rPr lang="en-US" dirty="0"/>
              <a:t>State of "The Cloud"</a:t>
            </a:r>
          </a:p>
        </p:txBody>
      </p:sp>
      <p:sp>
        <p:nvSpPr>
          <p:cNvPr id="3" name="Text Placeholder 2">
            <a:extLst>
              <a:ext uri="{FF2B5EF4-FFF2-40B4-BE49-F238E27FC236}">
                <a16:creationId xmlns:a16="http://schemas.microsoft.com/office/drawing/2014/main" id="{5991BF94-59A9-105F-273E-B29E440F2501}"/>
              </a:ext>
            </a:extLst>
          </p:cNvPr>
          <p:cNvSpPr>
            <a:spLocks noGrp="1"/>
          </p:cNvSpPr>
          <p:nvPr>
            <p:ph type="body" sz="quarter" idx="10"/>
          </p:nvPr>
        </p:nvSpPr>
        <p:spPr/>
        <p:txBody>
          <a:bodyPr/>
          <a:lstStyle/>
          <a:p>
            <a:endParaRPr lang="en-US" dirty="0"/>
          </a:p>
        </p:txBody>
      </p:sp>
      <p:sp>
        <p:nvSpPr>
          <p:cNvPr id="4" name="Text Placeholder 3">
            <a:extLst>
              <a:ext uri="{FF2B5EF4-FFF2-40B4-BE49-F238E27FC236}">
                <a16:creationId xmlns:a16="http://schemas.microsoft.com/office/drawing/2014/main" id="{0C218A17-096C-AED1-C745-D58ECF2EFEFF}"/>
              </a:ext>
            </a:extLst>
          </p:cNvPr>
          <p:cNvSpPr>
            <a:spLocks noGrp="1"/>
          </p:cNvSpPr>
          <p:nvPr>
            <p:ph type="body" sz="quarter" idx="11"/>
          </p:nvPr>
        </p:nvSpPr>
        <p:spPr/>
        <p:txBody>
          <a:bodyPr/>
          <a:lstStyle/>
          <a:p>
            <a:r>
              <a:rPr lang="en-US" dirty="0"/>
              <a:t>1.1</a:t>
            </a:r>
          </a:p>
        </p:txBody>
      </p:sp>
    </p:spTree>
    <p:extLst>
      <p:ext uri="{BB962C8B-B14F-4D97-AF65-F5344CB8AC3E}">
        <p14:creationId xmlns:p14="http://schemas.microsoft.com/office/powerpoint/2010/main" val="4154997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B67A8A-6794-D425-66AF-516A9634BB72}"/>
              </a:ext>
            </a:extLst>
          </p:cNvPr>
          <p:cNvSpPr>
            <a:spLocks noGrp="1"/>
          </p:cNvSpPr>
          <p:nvPr>
            <p:ph type="title"/>
          </p:nvPr>
        </p:nvSpPr>
        <p:spPr/>
        <p:txBody>
          <a:bodyPr>
            <a:normAutofit fontScale="90000"/>
          </a:bodyPr>
          <a:lstStyle/>
          <a:p>
            <a:r>
              <a:rPr lang="en-US" dirty="0"/>
              <a:t>What is "The Cloud"?</a:t>
            </a:r>
          </a:p>
        </p:txBody>
      </p:sp>
      <p:sp>
        <p:nvSpPr>
          <p:cNvPr id="4" name="Text Placeholder 3">
            <a:extLst>
              <a:ext uri="{FF2B5EF4-FFF2-40B4-BE49-F238E27FC236}">
                <a16:creationId xmlns:a16="http://schemas.microsoft.com/office/drawing/2014/main" id="{1CB094B6-6F74-BABB-D106-3F59E9FEF294}"/>
              </a:ext>
            </a:extLst>
          </p:cNvPr>
          <p:cNvSpPr>
            <a:spLocks noGrp="1"/>
          </p:cNvSpPr>
          <p:nvPr>
            <p:ph type="body" sz="quarter" idx="11"/>
          </p:nvPr>
        </p:nvSpPr>
        <p:spPr/>
        <p:txBody>
          <a:bodyPr/>
          <a:lstStyle/>
          <a:p>
            <a:endParaRPr lang="en-US"/>
          </a:p>
        </p:txBody>
      </p:sp>
      <p:sp>
        <p:nvSpPr>
          <p:cNvPr id="5" name="Slide Number Placeholder 4">
            <a:extLst>
              <a:ext uri="{FF2B5EF4-FFF2-40B4-BE49-F238E27FC236}">
                <a16:creationId xmlns:a16="http://schemas.microsoft.com/office/drawing/2014/main" id="{2115A520-94FE-0EF9-121E-5D54C5313525}"/>
              </a:ext>
            </a:extLst>
          </p:cNvPr>
          <p:cNvSpPr>
            <a:spLocks noGrp="1"/>
          </p:cNvSpPr>
          <p:nvPr>
            <p:ph type="sldNum" sz="quarter" idx="15"/>
          </p:nvPr>
        </p:nvSpPr>
        <p:spPr/>
        <p:txBody>
          <a:bodyPr/>
          <a:lstStyle/>
          <a:p>
            <a:fld id="{F994776A-187E-9540-9EA4-8D5781AB769D}" type="slidenum">
              <a:rPr lang="en-US" smtClean="0"/>
              <a:pPr/>
              <a:t>2</a:t>
            </a:fld>
            <a:endParaRPr lang="en-US" dirty="0"/>
          </a:p>
        </p:txBody>
      </p:sp>
      <p:pic>
        <p:nvPicPr>
          <p:cNvPr id="1026" name="Picture 2" descr="iCloud or Your Cloud? - The Opt Out Project">
            <a:extLst>
              <a:ext uri="{FF2B5EF4-FFF2-40B4-BE49-F238E27FC236}">
                <a16:creationId xmlns:a16="http://schemas.microsoft.com/office/drawing/2014/main" id="{34B556AA-8E07-53A2-F326-022A69442A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1700" y="1137171"/>
            <a:ext cx="5308600" cy="530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254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0EAA92-585E-B9B6-6F1F-9FA6BA5473FA}"/>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87C9EA53-7895-E28E-C533-200A35B6BCF6}"/>
              </a:ext>
            </a:extLst>
          </p:cNvPr>
          <p:cNvSpPr>
            <a:spLocks noGrp="1"/>
          </p:cNvSpPr>
          <p:nvPr>
            <p:ph type="body" sz="quarter" idx="10"/>
          </p:nvPr>
        </p:nvSpPr>
        <p:spPr/>
        <p:txBody>
          <a:bodyPr anchor="ctr"/>
          <a:lstStyle/>
          <a:p>
            <a:pPr algn="ctr"/>
            <a:r>
              <a:rPr lang="en-US" sz="4400" dirty="0"/>
              <a:t>"Cloud computing is the on-demand delivery of compute power, database, storage, applications, and other IT resources via the internet with pay-as-you-go pricing."</a:t>
            </a:r>
          </a:p>
        </p:txBody>
      </p:sp>
      <p:sp>
        <p:nvSpPr>
          <p:cNvPr id="4" name="Title 3">
            <a:extLst>
              <a:ext uri="{FF2B5EF4-FFF2-40B4-BE49-F238E27FC236}">
                <a16:creationId xmlns:a16="http://schemas.microsoft.com/office/drawing/2014/main" id="{570B6446-A539-ECF6-DCBB-31A2AC3AF588}"/>
              </a:ext>
            </a:extLst>
          </p:cNvPr>
          <p:cNvSpPr>
            <a:spLocks noGrp="1"/>
          </p:cNvSpPr>
          <p:nvPr>
            <p:ph type="title"/>
          </p:nvPr>
        </p:nvSpPr>
        <p:spPr/>
        <p:txBody>
          <a:bodyPr>
            <a:normAutofit fontScale="90000"/>
          </a:bodyPr>
          <a:lstStyle/>
          <a:p>
            <a:r>
              <a:rPr lang="en-US" dirty="0"/>
              <a:t>Our Definition of "The Cloud"</a:t>
            </a:r>
          </a:p>
        </p:txBody>
      </p:sp>
      <p:sp>
        <p:nvSpPr>
          <p:cNvPr id="5" name="Slide Number Placeholder 4">
            <a:extLst>
              <a:ext uri="{FF2B5EF4-FFF2-40B4-BE49-F238E27FC236}">
                <a16:creationId xmlns:a16="http://schemas.microsoft.com/office/drawing/2014/main" id="{7CFB914C-0FD4-9649-5473-3A5B7FDF556C}"/>
              </a:ext>
            </a:extLst>
          </p:cNvPr>
          <p:cNvSpPr>
            <a:spLocks noGrp="1"/>
          </p:cNvSpPr>
          <p:nvPr>
            <p:ph type="sldNum" sz="quarter" idx="12"/>
          </p:nvPr>
        </p:nvSpPr>
        <p:spPr/>
        <p:txBody>
          <a:bodyPr/>
          <a:lstStyle/>
          <a:p>
            <a:fld id="{F994776A-187E-9540-9EA4-8D5781AB769D}" type="slidenum">
              <a:rPr lang="en-US" smtClean="0"/>
              <a:pPr/>
              <a:t>3</a:t>
            </a:fld>
            <a:endParaRPr lang="en-US" dirty="0"/>
          </a:p>
        </p:txBody>
      </p:sp>
    </p:spTree>
    <p:extLst>
      <p:ext uri="{BB962C8B-B14F-4D97-AF65-F5344CB8AC3E}">
        <p14:creationId xmlns:p14="http://schemas.microsoft.com/office/powerpoint/2010/main" val="2451694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3B65C-95A2-B562-9F4F-4CDE7DCB8DF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22F21C9-1A2D-AB36-EA14-5117BFA31221}"/>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E771EA6D-5783-6294-AB14-FD4343767F20}"/>
              </a:ext>
            </a:extLst>
          </p:cNvPr>
          <p:cNvSpPr>
            <a:spLocks noGrp="1"/>
          </p:cNvSpPr>
          <p:nvPr>
            <p:ph type="body" sz="quarter" idx="10"/>
          </p:nvPr>
        </p:nvSpPr>
        <p:spPr/>
        <p:txBody>
          <a:bodyPr anchor="ctr"/>
          <a:lstStyle/>
          <a:p>
            <a:pPr algn="ctr"/>
            <a:r>
              <a:rPr lang="en-US" sz="2800" dirty="0"/>
              <a:t>"Cloud computing is a model for enabling ubiquitous, convenient, on-demand network access to a shared pool of configurable computing resources (e.g., networks, servers, storage, applications, and services) that can be rapidly provisioned and released with minimal management effort or service provider interaction."</a:t>
            </a:r>
          </a:p>
        </p:txBody>
      </p:sp>
      <p:sp>
        <p:nvSpPr>
          <p:cNvPr id="4" name="Title 3">
            <a:extLst>
              <a:ext uri="{FF2B5EF4-FFF2-40B4-BE49-F238E27FC236}">
                <a16:creationId xmlns:a16="http://schemas.microsoft.com/office/drawing/2014/main" id="{B7590CB8-75B9-4E7E-DA91-DCE510D887C5}"/>
              </a:ext>
            </a:extLst>
          </p:cNvPr>
          <p:cNvSpPr>
            <a:spLocks noGrp="1"/>
          </p:cNvSpPr>
          <p:nvPr>
            <p:ph type="title"/>
          </p:nvPr>
        </p:nvSpPr>
        <p:spPr/>
        <p:txBody>
          <a:bodyPr>
            <a:normAutofit fontScale="90000"/>
          </a:bodyPr>
          <a:lstStyle/>
          <a:p>
            <a:r>
              <a:rPr lang="en-US" dirty="0"/>
              <a:t>NIST's Definition of "The Cloud"</a:t>
            </a:r>
          </a:p>
        </p:txBody>
      </p:sp>
      <p:sp>
        <p:nvSpPr>
          <p:cNvPr id="5" name="Slide Number Placeholder 4">
            <a:extLst>
              <a:ext uri="{FF2B5EF4-FFF2-40B4-BE49-F238E27FC236}">
                <a16:creationId xmlns:a16="http://schemas.microsoft.com/office/drawing/2014/main" id="{827D7A49-B8EA-7A45-1A35-679515DF81B7}"/>
              </a:ext>
            </a:extLst>
          </p:cNvPr>
          <p:cNvSpPr>
            <a:spLocks noGrp="1"/>
          </p:cNvSpPr>
          <p:nvPr>
            <p:ph type="sldNum" sz="quarter" idx="12"/>
          </p:nvPr>
        </p:nvSpPr>
        <p:spPr/>
        <p:txBody>
          <a:bodyPr/>
          <a:lstStyle/>
          <a:p>
            <a:fld id="{F994776A-187E-9540-9EA4-8D5781AB769D}" type="slidenum">
              <a:rPr lang="en-US" smtClean="0"/>
              <a:pPr/>
              <a:t>4</a:t>
            </a:fld>
            <a:endParaRPr lang="en-US" dirty="0"/>
          </a:p>
        </p:txBody>
      </p:sp>
    </p:spTree>
    <p:extLst>
      <p:ext uri="{BB962C8B-B14F-4D97-AF65-F5344CB8AC3E}">
        <p14:creationId xmlns:p14="http://schemas.microsoft.com/office/powerpoint/2010/main" val="863772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2ECAAE0-390C-12C1-78C3-ED69CF78C9DF}"/>
              </a:ext>
            </a:extLst>
          </p:cNvPr>
          <p:cNvSpPr>
            <a:spLocks noGrp="1"/>
          </p:cNvSpPr>
          <p:nvPr>
            <p:ph type="body" sz="quarter" idx="11"/>
          </p:nvPr>
        </p:nvSpPr>
        <p:spPr/>
        <p:txBody>
          <a:bodyPr/>
          <a:lstStyle/>
          <a:p>
            <a:endParaRPr lang="en-US"/>
          </a:p>
        </p:txBody>
      </p:sp>
      <p:sp>
        <p:nvSpPr>
          <p:cNvPr id="4" name="Title 3">
            <a:extLst>
              <a:ext uri="{FF2B5EF4-FFF2-40B4-BE49-F238E27FC236}">
                <a16:creationId xmlns:a16="http://schemas.microsoft.com/office/drawing/2014/main" id="{739D6EB6-B186-7435-21A3-E3848DE11173}"/>
              </a:ext>
            </a:extLst>
          </p:cNvPr>
          <p:cNvSpPr>
            <a:spLocks noGrp="1"/>
          </p:cNvSpPr>
          <p:nvPr>
            <p:ph type="title"/>
          </p:nvPr>
        </p:nvSpPr>
        <p:spPr/>
        <p:txBody>
          <a:bodyPr>
            <a:normAutofit fontScale="90000"/>
          </a:bodyPr>
          <a:lstStyle/>
          <a:p>
            <a:r>
              <a:rPr lang="en-US" dirty="0"/>
              <a:t>Who is "The Cloud"?</a:t>
            </a:r>
          </a:p>
        </p:txBody>
      </p:sp>
      <p:sp>
        <p:nvSpPr>
          <p:cNvPr id="5" name="Slide Number Placeholder 4">
            <a:extLst>
              <a:ext uri="{FF2B5EF4-FFF2-40B4-BE49-F238E27FC236}">
                <a16:creationId xmlns:a16="http://schemas.microsoft.com/office/drawing/2014/main" id="{9F9CAF75-2CB6-375F-09E2-73F471D0814E}"/>
              </a:ext>
            </a:extLst>
          </p:cNvPr>
          <p:cNvSpPr>
            <a:spLocks noGrp="1"/>
          </p:cNvSpPr>
          <p:nvPr>
            <p:ph type="sldNum" sz="quarter" idx="12"/>
          </p:nvPr>
        </p:nvSpPr>
        <p:spPr/>
        <p:txBody>
          <a:bodyPr/>
          <a:lstStyle/>
          <a:p>
            <a:fld id="{F994776A-187E-9540-9EA4-8D5781AB769D}" type="slidenum">
              <a:rPr lang="en-US" smtClean="0"/>
              <a:pPr/>
              <a:t>5</a:t>
            </a:fld>
            <a:endParaRPr lang="en-US" dirty="0"/>
          </a:p>
        </p:txBody>
      </p:sp>
      <p:pic>
        <p:nvPicPr>
          <p:cNvPr id="6" name="Google Shape;102;p16">
            <a:extLst>
              <a:ext uri="{FF2B5EF4-FFF2-40B4-BE49-F238E27FC236}">
                <a16:creationId xmlns:a16="http://schemas.microsoft.com/office/drawing/2014/main" id="{CD88CA5B-CDA9-586D-E5D1-28784212B3AD}"/>
              </a:ext>
            </a:extLst>
          </p:cNvPr>
          <p:cNvPicPr preferRelativeResize="0"/>
          <p:nvPr/>
        </p:nvPicPr>
        <p:blipFill>
          <a:blip r:embed="rId2">
            <a:alphaModFix/>
          </a:blip>
          <a:stretch>
            <a:fillRect/>
          </a:stretch>
        </p:blipFill>
        <p:spPr>
          <a:xfrm>
            <a:off x="2627231" y="1758277"/>
            <a:ext cx="2562395" cy="1345256"/>
          </a:xfrm>
          <a:prstGeom prst="rect">
            <a:avLst/>
          </a:prstGeom>
          <a:noFill/>
          <a:ln>
            <a:noFill/>
          </a:ln>
        </p:spPr>
      </p:pic>
      <p:pic>
        <p:nvPicPr>
          <p:cNvPr id="7" name="Google Shape;104;p16">
            <a:extLst>
              <a:ext uri="{FF2B5EF4-FFF2-40B4-BE49-F238E27FC236}">
                <a16:creationId xmlns:a16="http://schemas.microsoft.com/office/drawing/2014/main" id="{A597FC83-BC39-115F-BB7B-C4BB459054B9}"/>
              </a:ext>
            </a:extLst>
          </p:cNvPr>
          <p:cNvPicPr preferRelativeResize="0"/>
          <p:nvPr/>
        </p:nvPicPr>
        <p:blipFill>
          <a:blip r:embed="rId3">
            <a:alphaModFix/>
          </a:blip>
          <a:stretch>
            <a:fillRect/>
          </a:stretch>
        </p:blipFill>
        <p:spPr>
          <a:xfrm>
            <a:off x="6096000" y="1849509"/>
            <a:ext cx="3331070" cy="850125"/>
          </a:xfrm>
          <a:prstGeom prst="rect">
            <a:avLst/>
          </a:prstGeom>
          <a:noFill/>
          <a:ln>
            <a:noFill/>
          </a:ln>
        </p:spPr>
      </p:pic>
      <p:pic>
        <p:nvPicPr>
          <p:cNvPr id="8" name="Google Shape;105;p16">
            <a:extLst>
              <a:ext uri="{FF2B5EF4-FFF2-40B4-BE49-F238E27FC236}">
                <a16:creationId xmlns:a16="http://schemas.microsoft.com/office/drawing/2014/main" id="{7F7BC5CE-23C0-7AF8-27A5-74AA24BB26FC}"/>
              </a:ext>
            </a:extLst>
          </p:cNvPr>
          <p:cNvPicPr preferRelativeResize="0"/>
          <p:nvPr/>
        </p:nvPicPr>
        <p:blipFill>
          <a:blip r:embed="rId4">
            <a:alphaModFix/>
          </a:blip>
          <a:stretch>
            <a:fillRect/>
          </a:stretch>
        </p:blipFill>
        <p:spPr>
          <a:xfrm>
            <a:off x="3009228" y="4583040"/>
            <a:ext cx="1857374" cy="1238250"/>
          </a:xfrm>
          <a:prstGeom prst="rect">
            <a:avLst/>
          </a:prstGeom>
          <a:noFill/>
          <a:ln>
            <a:noFill/>
          </a:ln>
        </p:spPr>
      </p:pic>
      <p:pic>
        <p:nvPicPr>
          <p:cNvPr id="9" name="Google Shape;106;p16">
            <a:extLst>
              <a:ext uri="{FF2B5EF4-FFF2-40B4-BE49-F238E27FC236}">
                <a16:creationId xmlns:a16="http://schemas.microsoft.com/office/drawing/2014/main" id="{7DC35D1B-EC95-EA45-173B-1C7E37C3B263}"/>
              </a:ext>
            </a:extLst>
          </p:cNvPr>
          <p:cNvPicPr preferRelativeResize="0"/>
          <p:nvPr/>
        </p:nvPicPr>
        <p:blipFill>
          <a:blip r:embed="rId5">
            <a:alphaModFix/>
          </a:blip>
          <a:stretch>
            <a:fillRect/>
          </a:stretch>
        </p:blipFill>
        <p:spPr>
          <a:xfrm>
            <a:off x="5069373" y="3955851"/>
            <a:ext cx="1857375" cy="1428750"/>
          </a:xfrm>
          <a:prstGeom prst="rect">
            <a:avLst/>
          </a:prstGeom>
          <a:noFill/>
          <a:ln>
            <a:noFill/>
          </a:ln>
        </p:spPr>
      </p:pic>
      <p:pic>
        <p:nvPicPr>
          <p:cNvPr id="10" name="Google Shape;107;p16">
            <a:extLst>
              <a:ext uri="{FF2B5EF4-FFF2-40B4-BE49-F238E27FC236}">
                <a16:creationId xmlns:a16="http://schemas.microsoft.com/office/drawing/2014/main" id="{93D43A40-DBC8-D70E-B71A-EC92D7522EF7}"/>
              </a:ext>
            </a:extLst>
          </p:cNvPr>
          <p:cNvPicPr preferRelativeResize="0"/>
          <p:nvPr/>
        </p:nvPicPr>
        <p:blipFill>
          <a:blip r:embed="rId6">
            <a:alphaModFix/>
          </a:blip>
          <a:stretch>
            <a:fillRect/>
          </a:stretch>
        </p:blipFill>
        <p:spPr>
          <a:xfrm>
            <a:off x="7129519" y="4734587"/>
            <a:ext cx="1895569" cy="935156"/>
          </a:xfrm>
          <a:prstGeom prst="rect">
            <a:avLst/>
          </a:prstGeom>
          <a:noFill/>
          <a:ln>
            <a:noFill/>
          </a:ln>
        </p:spPr>
      </p:pic>
      <p:pic>
        <p:nvPicPr>
          <p:cNvPr id="11" name="Picture 2" descr="Get the Most from Your Technology">
            <a:extLst>
              <a:ext uri="{FF2B5EF4-FFF2-40B4-BE49-F238E27FC236}">
                <a16:creationId xmlns:a16="http://schemas.microsoft.com/office/drawing/2014/main" id="{29E2CCB3-F56D-35AD-1D72-7C9D793712F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09945" y="3160556"/>
            <a:ext cx="3141785" cy="571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496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10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10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E64C29C-A79C-83E4-834D-4E3E5D27466A}"/>
              </a:ext>
            </a:extLst>
          </p:cNvPr>
          <p:cNvSpPr>
            <a:spLocks noGrp="1"/>
          </p:cNvSpPr>
          <p:nvPr>
            <p:ph type="body" sz="quarter" idx="11"/>
          </p:nvPr>
        </p:nvSpPr>
        <p:spPr/>
        <p:txBody>
          <a:bodyPr/>
          <a:lstStyle/>
          <a:p>
            <a:endParaRPr lang="en-US"/>
          </a:p>
        </p:txBody>
      </p:sp>
      <p:sp>
        <p:nvSpPr>
          <p:cNvPr id="4" name="Title 3">
            <a:extLst>
              <a:ext uri="{FF2B5EF4-FFF2-40B4-BE49-F238E27FC236}">
                <a16:creationId xmlns:a16="http://schemas.microsoft.com/office/drawing/2014/main" id="{DBE0C461-506E-8E4C-728B-8AFFA2A9D513}"/>
              </a:ext>
            </a:extLst>
          </p:cNvPr>
          <p:cNvSpPr>
            <a:spLocks noGrp="1"/>
          </p:cNvSpPr>
          <p:nvPr>
            <p:ph type="title"/>
          </p:nvPr>
        </p:nvSpPr>
        <p:spPr/>
        <p:txBody>
          <a:bodyPr>
            <a:normAutofit fontScale="90000"/>
          </a:bodyPr>
          <a:lstStyle/>
          <a:p>
            <a:r>
              <a:rPr lang="en-US" dirty="0"/>
              <a:t>Who is "The Cloud"?</a:t>
            </a:r>
          </a:p>
        </p:txBody>
      </p:sp>
      <p:sp>
        <p:nvSpPr>
          <p:cNvPr id="5" name="Slide Number Placeholder 4">
            <a:extLst>
              <a:ext uri="{FF2B5EF4-FFF2-40B4-BE49-F238E27FC236}">
                <a16:creationId xmlns:a16="http://schemas.microsoft.com/office/drawing/2014/main" id="{E0DC0793-2A61-DAA4-00FF-6EBDE7EA61DB}"/>
              </a:ext>
            </a:extLst>
          </p:cNvPr>
          <p:cNvSpPr>
            <a:spLocks noGrp="1"/>
          </p:cNvSpPr>
          <p:nvPr>
            <p:ph type="sldNum" sz="quarter" idx="12"/>
          </p:nvPr>
        </p:nvSpPr>
        <p:spPr/>
        <p:txBody>
          <a:bodyPr/>
          <a:lstStyle/>
          <a:p>
            <a:fld id="{F994776A-187E-9540-9EA4-8D5781AB769D}" type="slidenum">
              <a:rPr lang="en-US" smtClean="0"/>
              <a:pPr/>
              <a:t>6</a:t>
            </a:fld>
            <a:endParaRPr lang="en-US" dirty="0"/>
          </a:p>
        </p:txBody>
      </p:sp>
      <p:pic>
        <p:nvPicPr>
          <p:cNvPr id="6" name="Google Shape;113;p17">
            <a:extLst>
              <a:ext uri="{FF2B5EF4-FFF2-40B4-BE49-F238E27FC236}">
                <a16:creationId xmlns:a16="http://schemas.microsoft.com/office/drawing/2014/main" id="{8A707C22-4ADA-F7E4-5221-0C0349653926}"/>
              </a:ext>
            </a:extLst>
          </p:cNvPr>
          <p:cNvPicPr preferRelativeResize="0"/>
          <p:nvPr/>
        </p:nvPicPr>
        <p:blipFill>
          <a:blip r:embed="rId2">
            <a:alphaModFix/>
          </a:blip>
          <a:stretch>
            <a:fillRect/>
          </a:stretch>
        </p:blipFill>
        <p:spPr>
          <a:xfrm>
            <a:off x="6031064" y="1910801"/>
            <a:ext cx="2562395" cy="1345256"/>
          </a:xfrm>
          <a:prstGeom prst="rect">
            <a:avLst/>
          </a:prstGeom>
          <a:noFill/>
          <a:ln>
            <a:noFill/>
          </a:ln>
        </p:spPr>
      </p:pic>
      <p:pic>
        <p:nvPicPr>
          <p:cNvPr id="8" name="Google Shape;115;p17">
            <a:extLst>
              <a:ext uri="{FF2B5EF4-FFF2-40B4-BE49-F238E27FC236}">
                <a16:creationId xmlns:a16="http://schemas.microsoft.com/office/drawing/2014/main" id="{3BA2D723-3ED6-7572-EE29-5970F4BAD46B}"/>
              </a:ext>
            </a:extLst>
          </p:cNvPr>
          <p:cNvPicPr preferRelativeResize="0"/>
          <p:nvPr/>
        </p:nvPicPr>
        <p:blipFill rotWithShape="1">
          <a:blip r:embed="rId3">
            <a:alphaModFix/>
          </a:blip>
          <a:srcRect l="27081" r="27081"/>
          <a:stretch/>
        </p:blipFill>
        <p:spPr>
          <a:xfrm>
            <a:off x="2129002" y="2600116"/>
            <a:ext cx="3143626" cy="1995788"/>
          </a:xfrm>
          <a:prstGeom prst="rect">
            <a:avLst/>
          </a:prstGeom>
          <a:noFill/>
          <a:ln>
            <a:noFill/>
          </a:ln>
        </p:spPr>
      </p:pic>
      <p:cxnSp>
        <p:nvCxnSpPr>
          <p:cNvPr id="9" name="Google Shape;116;p17">
            <a:extLst>
              <a:ext uri="{FF2B5EF4-FFF2-40B4-BE49-F238E27FC236}">
                <a16:creationId xmlns:a16="http://schemas.microsoft.com/office/drawing/2014/main" id="{3F6A76CE-1543-2CBC-ADC1-2BDA09DF59B2}"/>
              </a:ext>
            </a:extLst>
          </p:cNvPr>
          <p:cNvCxnSpPr/>
          <p:nvPr/>
        </p:nvCxnSpPr>
        <p:spPr>
          <a:xfrm rot="10800000" flipH="1">
            <a:off x="5027039" y="2459510"/>
            <a:ext cx="1388700" cy="801675"/>
          </a:xfrm>
          <a:prstGeom prst="straightConnector1">
            <a:avLst/>
          </a:prstGeom>
          <a:noFill/>
          <a:ln w="76200" cap="flat" cmpd="sng">
            <a:solidFill>
              <a:schemeClr val="dk2"/>
            </a:solidFill>
            <a:prstDash val="solid"/>
            <a:round/>
            <a:headEnd type="none" w="med" len="med"/>
            <a:tailEnd type="triangle" w="med" len="med"/>
          </a:ln>
        </p:spPr>
      </p:cxnSp>
      <p:cxnSp>
        <p:nvCxnSpPr>
          <p:cNvPr id="10" name="Google Shape;117;p17">
            <a:extLst>
              <a:ext uri="{FF2B5EF4-FFF2-40B4-BE49-F238E27FC236}">
                <a16:creationId xmlns:a16="http://schemas.microsoft.com/office/drawing/2014/main" id="{43D04ECF-7EC3-1F14-D19E-59625EBE1272}"/>
              </a:ext>
            </a:extLst>
          </p:cNvPr>
          <p:cNvCxnSpPr>
            <a:cxnSpLocks/>
          </p:cNvCxnSpPr>
          <p:nvPr/>
        </p:nvCxnSpPr>
        <p:spPr>
          <a:xfrm>
            <a:off x="5027133" y="3754469"/>
            <a:ext cx="1115325" cy="653400"/>
          </a:xfrm>
          <a:prstGeom prst="straightConnector1">
            <a:avLst/>
          </a:prstGeom>
          <a:noFill/>
          <a:ln w="76200" cap="flat" cmpd="sng">
            <a:solidFill>
              <a:schemeClr val="dk2"/>
            </a:solidFill>
            <a:prstDash val="solid"/>
            <a:round/>
            <a:headEnd type="none" w="med" len="med"/>
            <a:tailEnd type="triangle" w="med" len="med"/>
          </a:ln>
        </p:spPr>
      </p:cxnSp>
      <p:sp>
        <p:nvSpPr>
          <p:cNvPr id="11" name="Google Shape;118;p17">
            <a:extLst>
              <a:ext uri="{FF2B5EF4-FFF2-40B4-BE49-F238E27FC236}">
                <a16:creationId xmlns:a16="http://schemas.microsoft.com/office/drawing/2014/main" id="{3BD83926-FDBB-03BC-A89C-9242CFB14B92}"/>
              </a:ext>
            </a:extLst>
          </p:cNvPr>
          <p:cNvSpPr/>
          <p:nvPr/>
        </p:nvSpPr>
        <p:spPr>
          <a:xfrm>
            <a:off x="4697245" y="1633235"/>
            <a:ext cx="3620700" cy="1866600"/>
          </a:xfrm>
          <a:prstGeom prst="rect">
            <a:avLst/>
          </a:prstGeom>
          <a:solidFill>
            <a:srgbClr val="FFFFFF">
              <a:alpha val="63080"/>
            </a:srgbClr>
          </a:solidFill>
          <a:ln>
            <a:noFill/>
          </a:ln>
        </p:spPr>
        <p:txBody>
          <a:bodyPr spcFirstLastPara="1" wrap="square" lIns="68569" tIns="68569" rIns="68569" bIns="68569" anchor="ctr" anchorCtr="0">
            <a:noAutofit/>
          </a:bodyPr>
          <a:lstStyle/>
          <a:p>
            <a:endParaRPr sz="1350"/>
          </a:p>
        </p:txBody>
      </p:sp>
      <p:pic>
        <p:nvPicPr>
          <p:cNvPr id="12" name="Picture 2" descr="Get the Most from Your Technology">
            <a:extLst>
              <a:ext uri="{FF2B5EF4-FFF2-40B4-BE49-F238E27FC236}">
                <a16:creationId xmlns:a16="http://schemas.microsoft.com/office/drawing/2014/main" id="{C36AC6EE-1842-F962-2E28-F63011F365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5739" y="4055470"/>
            <a:ext cx="3141785" cy="571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106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1000"/>
                                        <p:tgtEl>
                                          <p:spTgt spid="11"/>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D0EF5-17BE-8BCD-319D-5CADA9E5F25C}"/>
              </a:ext>
            </a:extLst>
          </p:cNvPr>
          <p:cNvSpPr>
            <a:spLocks noGrp="1"/>
          </p:cNvSpPr>
          <p:nvPr>
            <p:ph type="title"/>
          </p:nvPr>
        </p:nvSpPr>
        <p:spPr/>
        <p:txBody>
          <a:bodyPr/>
          <a:lstStyle/>
          <a:p>
            <a:r>
              <a:rPr lang="en-US" dirty="0"/>
              <a:t>Why "The Cloud"?</a:t>
            </a:r>
          </a:p>
        </p:txBody>
      </p:sp>
      <p:sp>
        <p:nvSpPr>
          <p:cNvPr id="3" name="Text Placeholder 2">
            <a:extLst>
              <a:ext uri="{FF2B5EF4-FFF2-40B4-BE49-F238E27FC236}">
                <a16:creationId xmlns:a16="http://schemas.microsoft.com/office/drawing/2014/main" id="{522A098E-D330-3D8A-610F-6DDD4D77E891}"/>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5E933BE6-FE67-DDE5-7ECA-54D46C140E05}"/>
              </a:ext>
            </a:extLst>
          </p:cNvPr>
          <p:cNvSpPr>
            <a:spLocks noGrp="1"/>
          </p:cNvSpPr>
          <p:nvPr>
            <p:ph type="body" sz="quarter" idx="11"/>
          </p:nvPr>
        </p:nvSpPr>
        <p:spPr/>
        <p:txBody>
          <a:bodyPr/>
          <a:lstStyle/>
          <a:p>
            <a:endParaRPr lang="en-US"/>
          </a:p>
        </p:txBody>
      </p:sp>
      <p:sp>
        <p:nvSpPr>
          <p:cNvPr id="5" name="Slide Number Placeholder 4">
            <a:extLst>
              <a:ext uri="{FF2B5EF4-FFF2-40B4-BE49-F238E27FC236}">
                <a16:creationId xmlns:a16="http://schemas.microsoft.com/office/drawing/2014/main" id="{DDB8F773-04C0-55FA-4F1D-1625F5E7CA04}"/>
              </a:ext>
            </a:extLst>
          </p:cNvPr>
          <p:cNvSpPr>
            <a:spLocks noGrp="1"/>
          </p:cNvSpPr>
          <p:nvPr>
            <p:ph type="sldNum" sz="quarter" idx="12"/>
          </p:nvPr>
        </p:nvSpPr>
        <p:spPr/>
        <p:txBody>
          <a:bodyPr/>
          <a:lstStyle/>
          <a:p>
            <a:fld id="{F994776A-187E-9540-9EA4-8D5781AB769D}" type="slidenum">
              <a:rPr lang="en-US" smtClean="0"/>
              <a:pPr/>
              <a:t>7</a:t>
            </a:fld>
            <a:endParaRPr lang="en-US" dirty="0"/>
          </a:p>
        </p:txBody>
      </p:sp>
    </p:spTree>
    <p:extLst>
      <p:ext uri="{BB962C8B-B14F-4D97-AF65-F5344CB8AC3E}">
        <p14:creationId xmlns:p14="http://schemas.microsoft.com/office/powerpoint/2010/main" val="25389706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4" name="Text Placeholder 3">
            <a:extLst>
              <a:ext uri="{FF2B5EF4-FFF2-40B4-BE49-F238E27FC236}">
                <a16:creationId xmlns:a16="http://schemas.microsoft.com/office/drawing/2014/main" id="{4D216C09-68C5-F6C7-45D7-D2F4F14DE9A7}"/>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51D7A914-2D5A-A32D-6AA1-1CB6875C4872}"/>
              </a:ext>
            </a:extLst>
          </p:cNvPr>
          <p:cNvSpPr>
            <a:spLocks noGrp="1"/>
          </p:cNvSpPr>
          <p:nvPr>
            <p:ph type="body" sz="quarter" idx="10"/>
          </p:nvPr>
        </p:nvSpPr>
        <p:spPr/>
        <p:txBody>
          <a:bodyPr/>
          <a:lstStyle/>
          <a:p>
            <a:endParaRPr lang="en-US"/>
          </a:p>
        </p:txBody>
      </p:sp>
      <p:sp>
        <p:nvSpPr>
          <p:cNvPr id="132" name="Google Shape;132;p19"/>
          <p:cNvSpPr txBox="1">
            <a:spLocks noGrp="1"/>
          </p:cNvSpPr>
          <p:nvPr>
            <p:ph type="title"/>
          </p:nvPr>
        </p:nvSpPr>
        <p:spPr>
          <a:prstGeom prst="rect">
            <a:avLst/>
          </a:prstGeom>
        </p:spPr>
        <p:txBody>
          <a:bodyPr spcFirstLastPara="1" vert="horz" wrap="square" lIns="91425" tIns="45700" rIns="91425" bIns="45700" rtlCol="0" anchor="ctr" anchorCtr="0">
            <a:noAutofit/>
          </a:bodyPr>
          <a:lstStyle/>
          <a:p>
            <a:pPr>
              <a:buNone/>
            </a:pPr>
            <a:r>
              <a:rPr lang="en-US"/>
              <a:t>History Lesson!</a:t>
            </a:r>
            <a:endParaRPr/>
          </a:p>
        </p:txBody>
      </p:sp>
      <p:grpSp>
        <p:nvGrpSpPr>
          <p:cNvPr id="134" name="Google Shape;134;p19"/>
          <p:cNvGrpSpPr/>
          <p:nvPr/>
        </p:nvGrpSpPr>
        <p:grpSpPr>
          <a:xfrm>
            <a:off x="2247249" y="2629052"/>
            <a:ext cx="1705195" cy="2645225"/>
            <a:chOff x="1013300" y="2629050"/>
            <a:chExt cx="1705194" cy="2645225"/>
          </a:xfrm>
        </p:grpSpPr>
        <p:pic>
          <p:nvPicPr>
            <p:cNvPr id="135" name="Google Shape;135;p19" descr="web-server-md.png"/>
            <p:cNvPicPr preferRelativeResize="0"/>
            <p:nvPr/>
          </p:nvPicPr>
          <p:blipFill rotWithShape="1">
            <a:blip r:embed="rId3">
              <a:alphaModFix/>
            </a:blip>
            <a:srcRect t="8525"/>
            <a:stretch/>
          </p:blipFill>
          <p:spPr>
            <a:xfrm>
              <a:off x="1013300" y="3676925"/>
              <a:ext cx="1705194" cy="1597350"/>
            </a:xfrm>
            <a:prstGeom prst="rect">
              <a:avLst/>
            </a:prstGeom>
            <a:noFill/>
            <a:ln>
              <a:noFill/>
            </a:ln>
          </p:spPr>
        </p:pic>
        <p:sp>
          <p:nvSpPr>
            <p:cNvPr id="136" name="Google Shape;136;p19"/>
            <p:cNvSpPr txBox="1"/>
            <p:nvPr/>
          </p:nvSpPr>
          <p:spPr>
            <a:xfrm>
              <a:off x="1057225" y="2629050"/>
              <a:ext cx="1478400" cy="570600"/>
            </a:xfrm>
            <a:prstGeom prst="rect">
              <a:avLst/>
            </a:prstGeom>
            <a:noFill/>
            <a:ln>
              <a:noFill/>
            </a:ln>
          </p:spPr>
          <p:txBody>
            <a:bodyPr spcFirstLastPara="1" wrap="square" lIns="91425" tIns="91425" rIns="91425" bIns="91425" anchor="t" anchorCtr="0">
              <a:noAutofit/>
            </a:bodyPr>
            <a:lstStyle/>
            <a:p>
              <a:pPr algn="ctr"/>
              <a:r>
                <a:rPr lang="en-US" b="1"/>
                <a:t>1990s</a:t>
              </a:r>
              <a:endParaRPr b="1"/>
            </a:p>
          </p:txBody>
        </p:sp>
      </p:grpSp>
      <p:grpSp>
        <p:nvGrpSpPr>
          <p:cNvPr id="137" name="Google Shape;137;p19"/>
          <p:cNvGrpSpPr/>
          <p:nvPr/>
        </p:nvGrpSpPr>
        <p:grpSpPr>
          <a:xfrm>
            <a:off x="5475767" y="2629051"/>
            <a:ext cx="1529624" cy="2562988"/>
            <a:chOff x="3807188" y="2629050"/>
            <a:chExt cx="1529624" cy="2562988"/>
          </a:xfrm>
        </p:grpSpPr>
        <p:pic>
          <p:nvPicPr>
            <p:cNvPr id="138" name="Google Shape;138;p19"/>
            <p:cNvPicPr preferRelativeResize="0"/>
            <p:nvPr/>
          </p:nvPicPr>
          <p:blipFill rotWithShape="1">
            <a:blip r:embed="rId4">
              <a:alphaModFix/>
            </a:blip>
            <a:srcRect t="3166" b="3156"/>
            <a:stretch/>
          </p:blipFill>
          <p:spPr>
            <a:xfrm>
              <a:off x="3807188" y="3759163"/>
              <a:ext cx="1529624" cy="1432876"/>
            </a:xfrm>
            <a:prstGeom prst="rect">
              <a:avLst/>
            </a:prstGeom>
            <a:noFill/>
            <a:ln>
              <a:noFill/>
            </a:ln>
          </p:spPr>
        </p:pic>
        <p:sp>
          <p:nvSpPr>
            <p:cNvPr id="139" name="Google Shape;139;p19"/>
            <p:cNvSpPr txBox="1"/>
            <p:nvPr/>
          </p:nvSpPr>
          <p:spPr>
            <a:xfrm>
              <a:off x="3832800" y="2629050"/>
              <a:ext cx="1478400" cy="570600"/>
            </a:xfrm>
            <a:prstGeom prst="rect">
              <a:avLst/>
            </a:prstGeom>
            <a:noFill/>
            <a:ln>
              <a:noFill/>
            </a:ln>
          </p:spPr>
          <p:txBody>
            <a:bodyPr spcFirstLastPara="1" wrap="square" lIns="91425" tIns="91425" rIns="91425" bIns="91425" anchor="t" anchorCtr="0">
              <a:noAutofit/>
            </a:bodyPr>
            <a:lstStyle/>
            <a:p>
              <a:pPr algn="ctr"/>
              <a:r>
                <a:rPr lang="en-US" b="1"/>
                <a:t>2000s</a:t>
              </a:r>
              <a:endParaRPr b="1"/>
            </a:p>
          </p:txBody>
        </p:sp>
      </p:grpSp>
      <p:grpSp>
        <p:nvGrpSpPr>
          <p:cNvPr id="140" name="Google Shape;140;p19"/>
          <p:cNvGrpSpPr/>
          <p:nvPr/>
        </p:nvGrpSpPr>
        <p:grpSpPr>
          <a:xfrm>
            <a:off x="8528713" y="2629051"/>
            <a:ext cx="1529624" cy="2562988"/>
            <a:chOff x="6276138" y="2629050"/>
            <a:chExt cx="1529624" cy="2562988"/>
          </a:xfrm>
        </p:grpSpPr>
        <p:pic>
          <p:nvPicPr>
            <p:cNvPr id="141" name="Google Shape;141;p19"/>
            <p:cNvPicPr preferRelativeResize="0"/>
            <p:nvPr/>
          </p:nvPicPr>
          <p:blipFill rotWithShape="1">
            <a:blip r:embed="rId5">
              <a:alphaModFix/>
            </a:blip>
            <a:srcRect t="3166" b="3156"/>
            <a:stretch/>
          </p:blipFill>
          <p:spPr>
            <a:xfrm>
              <a:off x="6276138" y="3759163"/>
              <a:ext cx="1529624" cy="1432876"/>
            </a:xfrm>
            <a:prstGeom prst="rect">
              <a:avLst/>
            </a:prstGeom>
            <a:noFill/>
            <a:ln>
              <a:noFill/>
            </a:ln>
          </p:spPr>
        </p:pic>
        <p:sp>
          <p:nvSpPr>
            <p:cNvPr id="142" name="Google Shape;142;p19"/>
            <p:cNvSpPr txBox="1"/>
            <p:nvPr/>
          </p:nvSpPr>
          <p:spPr>
            <a:xfrm>
              <a:off x="6301750" y="2629050"/>
              <a:ext cx="1478400" cy="570600"/>
            </a:xfrm>
            <a:prstGeom prst="rect">
              <a:avLst/>
            </a:prstGeom>
            <a:noFill/>
            <a:ln>
              <a:noFill/>
            </a:ln>
          </p:spPr>
          <p:txBody>
            <a:bodyPr spcFirstLastPara="1" wrap="square" lIns="91425" tIns="91425" rIns="91425" bIns="91425" anchor="t" anchorCtr="0">
              <a:noAutofit/>
            </a:bodyPr>
            <a:lstStyle/>
            <a:p>
              <a:pPr algn="ctr"/>
              <a:r>
                <a:rPr lang="en-US" b="1"/>
                <a:t>2010s</a:t>
              </a:r>
              <a:endParaRPr b="1"/>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Effect transition="in" filter="fade">
                                      <p:cBhvr>
                                        <p:cTn id="7" dur="1000"/>
                                        <p:tgtEl>
                                          <p:spTgt spid="1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7"/>
                                        </p:tgtEl>
                                        <p:attrNameLst>
                                          <p:attrName>style.visibility</p:attrName>
                                        </p:attrNameLst>
                                      </p:cBhvr>
                                      <p:to>
                                        <p:strVal val="visible"/>
                                      </p:to>
                                    </p:set>
                                    <p:animEffect transition="in" filter="fade">
                                      <p:cBhvr>
                                        <p:cTn id="12" dur="1000"/>
                                        <p:tgtEl>
                                          <p:spTgt spid="13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0"/>
                                        </p:tgtEl>
                                        <p:attrNameLst>
                                          <p:attrName>style.visibility</p:attrName>
                                        </p:attrNameLst>
                                      </p:cBhvr>
                                      <p:to>
                                        <p:strVal val="visible"/>
                                      </p:to>
                                    </p:set>
                                    <p:animEffect transition="in" filter="fade">
                                      <p:cBhvr>
                                        <p:cTn id="17" dur="10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0"/>
          <p:cNvSpPr/>
          <p:nvPr/>
        </p:nvSpPr>
        <p:spPr>
          <a:xfrm rot="3272559">
            <a:off x="5673827" y="549977"/>
            <a:ext cx="1141171" cy="3465948"/>
          </a:xfrm>
          <a:prstGeom prst="flowChartManualOperation">
            <a:avLst/>
          </a:prstGeom>
          <a:solidFill>
            <a:schemeClr val="lt2"/>
          </a:solidFill>
          <a:ln>
            <a:noFill/>
          </a:ln>
        </p:spPr>
        <p:txBody>
          <a:bodyPr spcFirstLastPara="1" wrap="square" lIns="91425" tIns="91425" rIns="91425" bIns="91425" anchor="ctr" anchorCtr="0">
            <a:noAutofit/>
          </a:bodyPr>
          <a:lstStyle/>
          <a:p>
            <a:endParaRPr/>
          </a:p>
        </p:txBody>
      </p:sp>
      <p:sp>
        <p:nvSpPr>
          <p:cNvPr id="149" name="Google Shape;149;p20"/>
          <p:cNvSpPr/>
          <p:nvPr/>
        </p:nvSpPr>
        <p:spPr>
          <a:xfrm rot="3818324">
            <a:off x="6089931" y="1040997"/>
            <a:ext cx="1112756" cy="3947827"/>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sp>
        <p:nvSpPr>
          <p:cNvPr id="150" name="Google Shape;150;p20"/>
          <p:cNvSpPr/>
          <p:nvPr/>
        </p:nvSpPr>
        <p:spPr>
          <a:xfrm rot="4276232">
            <a:off x="6454029" y="1946176"/>
            <a:ext cx="1094735" cy="3577792"/>
          </a:xfrm>
          <a:prstGeom prst="flowChartManualOperation">
            <a:avLst/>
          </a:prstGeom>
          <a:solidFill>
            <a:srgbClr val="B6D7A8"/>
          </a:solidFill>
          <a:ln>
            <a:noFill/>
          </a:ln>
        </p:spPr>
        <p:txBody>
          <a:bodyPr spcFirstLastPara="1" wrap="square" lIns="91425" tIns="91425" rIns="91425" bIns="91425" anchor="ctr" anchorCtr="0">
            <a:noAutofit/>
          </a:bodyPr>
          <a:lstStyle/>
          <a:p>
            <a:endParaRPr/>
          </a:p>
        </p:txBody>
      </p:sp>
      <p:sp>
        <p:nvSpPr>
          <p:cNvPr id="151" name="Google Shape;151;p20"/>
          <p:cNvSpPr/>
          <p:nvPr/>
        </p:nvSpPr>
        <p:spPr>
          <a:xfrm rot="4862630">
            <a:off x="6622598" y="2510487"/>
            <a:ext cx="1080281" cy="4032271"/>
          </a:xfrm>
          <a:prstGeom prst="flowChartManualOperation">
            <a:avLst/>
          </a:prstGeom>
          <a:solidFill>
            <a:srgbClr val="F9CB9C"/>
          </a:solidFill>
          <a:ln>
            <a:noFill/>
          </a:ln>
        </p:spPr>
        <p:txBody>
          <a:bodyPr spcFirstLastPara="1" wrap="square" lIns="91425" tIns="91425" rIns="91425" bIns="91425" anchor="ctr" anchorCtr="0">
            <a:noAutofit/>
          </a:bodyPr>
          <a:lstStyle/>
          <a:p>
            <a:endParaRPr/>
          </a:p>
        </p:txBody>
      </p:sp>
      <p:pic>
        <p:nvPicPr>
          <p:cNvPr id="152" name="Google Shape;152;p20" descr="web-server-md.png"/>
          <p:cNvPicPr preferRelativeResize="0"/>
          <p:nvPr/>
        </p:nvPicPr>
        <p:blipFill rotWithShape="1">
          <a:blip r:embed="rId3">
            <a:alphaModFix/>
          </a:blip>
          <a:srcRect t="8525"/>
          <a:stretch/>
        </p:blipFill>
        <p:spPr>
          <a:xfrm>
            <a:off x="2886789" y="2412600"/>
            <a:ext cx="2989051" cy="2800000"/>
          </a:xfrm>
          <a:prstGeom prst="rect">
            <a:avLst/>
          </a:prstGeom>
          <a:noFill/>
          <a:ln>
            <a:noFill/>
          </a:ln>
        </p:spPr>
      </p:pic>
      <p:pic>
        <p:nvPicPr>
          <p:cNvPr id="153" name="Google Shape;153;p20"/>
          <p:cNvPicPr preferRelativeResize="0"/>
          <p:nvPr/>
        </p:nvPicPr>
        <p:blipFill>
          <a:blip r:embed="rId4">
            <a:alphaModFix/>
          </a:blip>
          <a:stretch>
            <a:fillRect/>
          </a:stretch>
        </p:blipFill>
        <p:spPr>
          <a:xfrm>
            <a:off x="6549051" y="872826"/>
            <a:ext cx="1227375" cy="1227375"/>
          </a:xfrm>
          <a:prstGeom prst="rect">
            <a:avLst/>
          </a:prstGeom>
          <a:noFill/>
          <a:ln>
            <a:noFill/>
          </a:ln>
          <a:effectLst>
            <a:outerShdw blurRad="57150" dist="57150" dir="5400000" algn="bl" rotWithShape="0">
              <a:srgbClr val="000000">
                <a:alpha val="50000"/>
              </a:srgbClr>
            </a:outerShdw>
          </a:effectLst>
        </p:spPr>
      </p:pic>
      <p:pic>
        <p:nvPicPr>
          <p:cNvPr id="154" name="Google Shape;154;p20"/>
          <p:cNvPicPr preferRelativeResize="0"/>
          <p:nvPr/>
        </p:nvPicPr>
        <p:blipFill>
          <a:blip r:embed="rId4">
            <a:alphaModFix/>
          </a:blip>
          <a:stretch>
            <a:fillRect/>
          </a:stretch>
        </p:blipFill>
        <p:spPr>
          <a:xfrm>
            <a:off x="7144214" y="1742702"/>
            <a:ext cx="1227375" cy="1227375"/>
          </a:xfrm>
          <a:prstGeom prst="rect">
            <a:avLst/>
          </a:prstGeom>
          <a:noFill/>
          <a:ln>
            <a:noFill/>
          </a:ln>
          <a:effectLst>
            <a:outerShdw blurRad="57150" dist="57150" dir="5400000" algn="bl" rotWithShape="0">
              <a:srgbClr val="000000">
                <a:alpha val="50000"/>
              </a:srgbClr>
            </a:outerShdw>
          </a:effectLst>
        </p:spPr>
      </p:pic>
      <p:pic>
        <p:nvPicPr>
          <p:cNvPr id="155" name="Google Shape;155;p20"/>
          <p:cNvPicPr preferRelativeResize="0"/>
          <p:nvPr/>
        </p:nvPicPr>
        <p:blipFill>
          <a:blip r:embed="rId4">
            <a:alphaModFix/>
          </a:blip>
          <a:stretch>
            <a:fillRect/>
          </a:stretch>
        </p:blipFill>
        <p:spPr>
          <a:xfrm>
            <a:off x="7539302" y="2759826"/>
            <a:ext cx="1227375" cy="1227375"/>
          </a:xfrm>
          <a:prstGeom prst="rect">
            <a:avLst/>
          </a:prstGeom>
          <a:noFill/>
          <a:ln>
            <a:noFill/>
          </a:ln>
          <a:effectLst>
            <a:outerShdw blurRad="57150" dist="57150" dir="5400000" algn="bl" rotWithShape="0">
              <a:srgbClr val="000000">
                <a:alpha val="50000"/>
              </a:srgbClr>
            </a:outerShdw>
          </a:effectLst>
        </p:spPr>
      </p:pic>
      <p:pic>
        <p:nvPicPr>
          <p:cNvPr id="156" name="Google Shape;156;p20"/>
          <p:cNvPicPr preferRelativeResize="0"/>
          <p:nvPr/>
        </p:nvPicPr>
        <p:blipFill>
          <a:blip r:embed="rId4">
            <a:alphaModFix/>
          </a:blip>
          <a:stretch>
            <a:fillRect/>
          </a:stretch>
        </p:blipFill>
        <p:spPr>
          <a:xfrm>
            <a:off x="8077839" y="3713490"/>
            <a:ext cx="1227375" cy="1227375"/>
          </a:xfrm>
          <a:prstGeom prst="rect">
            <a:avLst/>
          </a:prstGeom>
          <a:noFill/>
          <a:ln>
            <a:noFill/>
          </a:ln>
          <a:effectLst>
            <a:outerShdw blurRad="57150" dist="57150" dir="5400000" algn="bl" rotWithShape="0">
              <a:srgbClr val="000000">
                <a:alpha val="50000"/>
              </a:srgbClr>
            </a:outerShdw>
          </a:effectLst>
        </p:spPr>
      </p:pic>
      <p:pic>
        <p:nvPicPr>
          <p:cNvPr id="157" name="Google Shape;157;p20"/>
          <p:cNvPicPr preferRelativeResize="0"/>
          <p:nvPr/>
        </p:nvPicPr>
        <p:blipFill>
          <a:blip r:embed="rId5">
            <a:alphaModFix/>
          </a:blip>
          <a:stretch>
            <a:fillRect/>
          </a:stretch>
        </p:blipFill>
        <p:spPr>
          <a:xfrm>
            <a:off x="6176574" y="1657475"/>
            <a:ext cx="755124" cy="755124"/>
          </a:xfrm>
          <a:prstGeom prst="rect">
            <a:avLst/>
          </a:prstGeom>
          <a:noFill/>
          <a:ln>
            <a:noFill/>
          </a:ln>
        </p:spPr>
      </p:pic>
      <p:pic>
        <p:nvPicPr>
          <p:cNvPr id="158" name="Google Shape;158;p20"/>
          <p:cNvPicPr preferRelativeResize="0"/>
          <p:nvPr/>
        </p:nvPicPr>
        <p:blipFill>
          <a:blip r:embed="rId5">
            <a:alphaModFix/>
          </a:blip>
          <a:stretch>
            <a:fillRect/>
          </a:stretch>
        </p:blipFill>
        <p:spPr>
          <a:xfrm>
            <a:off x="7452574" y="4273301"/>
            <a:ext cx="755124" cy="755124"/>
          </a:xfrm>
          <a:prstGeom prst="rect">
            <a:avLst/>
          </a:prstGeom>
          <a:noFill/>
          <a:ln>
            <a:noFill/>
          </a:ln>
        </p:spPr>
      </p:pic>
      <p:sp>
        <p:nvSpPr>
          <p:cNvPr id="4" name="Text Placeholder 3">
            <a:extLst>
              <a:ext uri="{FF2B5EF4-FFF2-40B4-BE49-F238E27FC236}">
                <a16:creationId xmlns:a16="http://schemas.microsoft.com/office/drawing/2014/main" id="{31283663-996D-FB67-CA56-8059A5299C2B}"/>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42650920-87B7-F447-0B8E-8F9634961B66}"/>
              </a:ext>
            </a:extLst>
          </p:cNvPr>
          <p:cNvSpPr>
            <a:spLocks noGrp="1"/>
          </p:cNvSpPr>
          <p:nvPr>
            <p:ph type="body" sz="quarter" idx="10"/>
          </p:nvPr>
        </p:nvSpPr>
        <p:spPr/>
        <p:txBody>
          <a:bodyPr/>
          <a:lstStyle/>
          <a:p>
            <a:endParaRPr lang="en-US"/>
          </a:p>
        </p:txBody>
      </p:sp>
      <p:sp>
        <p:nvSpPr>
          <p:cNvPr id="2" name="Title 1">
            <a:extLst>
              <a:ext uri="{FF2B5EF4-FFF2-40B4-BE49-F238E27FC236}">
                <a16:creationId xmlns:a16="http://schemas.microsoft.com/office/drawing/2014/main" id="{BEF856F4-CFDC-456C-26B5-86238141FAD7}"/>
              </a:ext>
            </a:extLst>
          </p:cNvPr>
          <p:cNvSpPr>
            <a:spLocks noGrp="1"/>
          </p:cNvSpPr>
          <p:nvPr>
            <p:ph type="title"/>
          </p:nvPr>
        </p:nvSpPr>
        <p:spPr/>
        <p:txBody>
          <a:bodyPr>
            <a:normAutofit fontScale="90000"/>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fade">
                                      <p:cBhvr>
                                        <p:cTn id="7" dur="1000"/>
                                        <p:tgtEl>
                                          <p:spTgt spid="149"/>
                                        </p:tgtEl>
                                      </p:cBhvr>
                                    </p:animEffect>
                                  </p:childTnLst>
                                </p:cTn>
                              </p:par>
                              <p:par>
                                <p:cTn id="8" presetID="10" presetClass="entr" presetSubtype="0" fill="hold" nodeType="withEffect">
                                  <p:stCondLst>
                                    <p:cond delay="0"/>
                                  </p:stCondLst>
                                  <p:childTnLst>
                                    <p:set>
                                      <p:cBhvr>
                                        <p:cTn id="9" dur="1" fill="hold">
                                          <p:stCondLst>
                                            <p:cond delay="0"/>
                                          </p:stCondLst>
                                        </p:cTn>
                                        <p:tgtEl>
                                          <p:spTgt spid="154"/>
                                        </p:tgtEl>
                                        <p:attrNameLst>
                                          <p:attrName>style.visibility</p:attrName>
                                        </p:attrNameLst>
                                      </p:cBhvr>
                                      <p:to>
                                        <p:strVal val="visible"/>
                                      </p:to>
                                    </p:set>
                                    <p:animEffect transition="in" filter="fade">
                                      <p:cBhvr>
                                        <p:cTn id="10" dur="1000"/>
                                        <p:tgtEl>
                                          <p:spTgt spid="15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7"/>
                                        </p:tgtEl>
                                        <p:attrNameLst>
                                          <p:attrName>style.visibility</p:attrName>
                                        </p:attrNameLst>
                                      </p:cBhvr>
                                      <p:to>
                                        <p:strVal val="visible"/>
                                      </p:to>
                                    </p:set>
                                    <p:animEffect transition="in" filter="fade">
                                      <p:cBhvr>
                                        <p:cTn id="15" dur="1000"/>
                                        <p:tgtEl>
                                          <p:spTgt spid="15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0"/>
                                        </p:tgtEl>
                                        <p:attrNameLst>
                                          <p:attrName>style.visibility</p:attrName>
                                        </p:attrNameLst>
                                      </p:cBhvr>
                                      <p:to>
                                        <p:strVal val="visible"/>
                                      </p:to>
                                    </p:set>
                                    <p:animEffect transition="in" filter="fade">
                                      <p:cBhvr>
                                        <p:cTn id="20" dur="1000"/>
                                        <p:tgtEl>
                                          <p:spTgt spid="150"/>
                                        </p:tgtEl>
                                      </p:cBhvr>
                                    </p:animEffect>
                                  </p:childTnLst>
                                </p:cTn>
                              </p:par>
                              <p:par>
                                <p:cTn id="21" presetID="10" presetClass="entr" presetSubtype="0" fill="hold" nodeType="withEffect">
                                  <p:stCondLst>
                                    <p:cond delay="0"/>
                                  </p:stCondLst>
                                  <p:childTnLst>
                                    <p:set>
                                      <p:cBhvr>
                                        <p:cTn id="22" dur="1" fill="hold">
                                          <p:stCondLst>
                                            <p:cond delay="0"/>
                                          </p:stCondLst>
                                        </p:cTn>
                                        <p:tgtEl>
                                          <p:spTgt spid="151"/>
                                        </p:tgtEl>
                                        <p:attrNameLst>
                                          <p:attrName>style.visibility</p:attrName>
                                        </p:attrNameLst>
                                      </p:cBhvr>
                                      <p:to>
                                        <p:strVal val="visible"/>
                                      </p:to>
                                    </p:set>
                                    <p:animEffect transition="in" filter="fade">
                                      <p:cBhvr>
                                        <p:cTn id="23" dur="1000"/>
                                        <p:tgtEl>
                                          <p:spTgt spid="151"/>
                                        </p:tgtEl>
                                      </p:cBhvr>
                                    </p:animEffect>
                                  </p:childTnLst>
                                </p:cTn>
                              </p:par>
                              <p:par>
                                <p:cTn id="24" presetID="10" presetClass="entr" presetSubtype="0" fill="hold" nodeType="withEffect">
                                  <p:stCondLst>
                                    <p:cond delay="0"/>
                                  </p:stCondLst>
                                  <p:childTnLst>
                                    <p:set>
                                      <p:cBhvr>
                                        <p:cTn id="25" dur="1" fill="hold">
                                          <p:stCondLst>
                                            <p:cond delay="0"/>
                                          </p:stCondLst>
                                        </p:cTn>
                                        <p:tgtEl>
                                          <p:spTgt spid="155"/>
                                        </p:tgtEl>
                                        <p:attrNameLst>
                                          <p:attrName>style.visibility</p:attrName>
                                        </p:attrNameLst>
                                      </p:cBhvr>
                                      <p:to>
                                        <p:strVal val="visible"/>
                                      </p:to>
                                    </p:set>
                                    <p:animEffect transition="in" filter="fade">
                                      <p:cBhvr>
                                        <p:cTn id="26" dur="1000"/>
                                        <p:tgtEl>
                                          <p:spTgt spid="155"/>
                                        </p:tgtEl>
                                      </p:cBhvr>
                                    </p:animEffect>
                                  </p:childTnLst>
                                </p:cTn>
                              </p:par>
                              <p:par>
                                <p:cTn id="27" presetID="10" presetClass="entr" presetSubtype="0" fill="hold" nodeType="withEffect">
                                  <p:stCondLst>
                                    <p:cond delay="0"/>
                                  </p:stCondLst>
                                  <p:childTnLst>
                                    <p:set>
                                      <p:cBhvr>
                                        <p:cTn id="28" dur="1" fill="hold">
                                          <p:stCondLst>
                                            <p:cond delay="0"/>
                                          </p:stCondLst>
                                        </p:cTn>
                                        <p:tgtEl>
                                          <p:spTgt spid="156"/>
                                        </p:tgtEl>
                                        <p:attrNameLst>
                                          <p:attrName>style.visibility</p:attrName>
                                        </p:attrNameLst>
                                      </p:cBhvr>
                                      <p:to>
                                        <p:strVal val="visible"/>
                                      </p:to>
                                    </p:set>
                                    <p:animEffect transition="in" filter="fade">
                                      <p:cBhvr>
                                        <p:cTn id="29" dur="1000"/>
                                        <p:tgtEl>
                                          <p:spTgt spid="156"/>
                                        </p:tgtEl>
                                      </p:cBhvr>
                                    </p:animEffect>
                                  </p:childTnLst>
                                </p:cTn>
                              </p:par>
                              <p:par>
                                <p:cTn id="30" presetID="10" presetClass="entr" presetSubtype="0" fill="hold" nodeType="withEffect">
                                  <p:stCondLst>
                                    <p:cond delay="0"/>
                                  </p:stCondLst>
                                  <p:childTnLst>
                                    <p:set>
                                      <p:cBhvr>
                                        <p:cTn id="31" dur="1" fill="hold">
                                          <p:stCondLst>
                                            <p:cond delay="0"/>
                                          </p:stCondLst>
                                        </p:cTn>
                                        <p:tgtEl>
                                          <p:spTgt spid="158"/>
                                        </p:tgtEl>
                                        <p:attrNameLst>
                                          <p:attrName>style.visibility</p:attrName>
                                        </p:attrNameLst>
                                      </p:cBhvr>
                                      <p:to>
                                        <p:strVal val="visible"/>
                                      </p:to>
                                    </p:set>
                                    <p:animEffect transition="in" filter="fade">
                                      <p:cBhvr>
                                        <p:cTn id="32" dur="1000"/>
                                        <p:tgtEl>
                                          <p:spTgt spid="1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1"/>
          <p:cNvSpPr/>
          <p:nvPr/>
        </p:nvSpPr>
        <p:spPr>
          <a:xfrm rot="4803121">
            <a:off x="5807300" y="1815225"/>
            <a:ext cx="2497640" cy="2966492"/>
          </a:xfrm>
          <a:prstGeom prst="flowChartManualOperation">
            <a:avLst/>
          </a:prstGeom>
          <a:solidFill>
            <a:schemeClr val="lt2"/>
          </a:solidFill>
          <a:ln>
            <a:noFill/>
          </a:ln>
        </p:spPr>
        <p:txBody>
          <a:bodyPr spcFirstLastPara="1" wrap="square" lIns="91425" tIns="91425" rIns="91425" bIns="91425" anchor="ctr" anchorCtr="0">
            <a:noAutofit/>
          </a:bodyPr>
          <a:lstStyle/>
          <a:p>
            <a:endParaRPr/>
          </a:p>
        </p:txBody>
      </p:sp>
      <p:pic>
        <p:nvPicPr>
          <p:cNvPr id="165" name="Google Shape;165;p21" descr="web-server-md.png"/>
          <p:cNvPicPr preferRelativeResize="0"/>
          <p:nvPr/>
        </p:nvPicPr>
        <p:blipFill rotWithShape="1">
          <a:blip r:embed="rId3">
            <a:alphaModFix/>
          </a:blip>
          <a:srcRect t="8525"/>
          <a:stretch/>
        </p:blipFill>
        <p:spPr>
          <a:xfrm>
            <a:off x="3436877" y="2029000"/>
            <a:ext cx="2989051" cy="2800000"/>
          </a:xfrm>
          <a:prstGeom prst="rect">
            <a:avLst/>
          </a:prstGeom>
          <a:noFill/>
          <a:ln>
            <a:noFill/>
          </a:ln>
        </p:spPr>
      </p:pic>
      <p:pic>
        <p:nvPicPr>
          <p:cNvPr id="166" name="Google Shape;166;p21"/>
          <p:cNvPicPr preferRelativeResize="0"/>
          <p:nvPr/>
        </p:nvPicPr>
        <p:blipFill>
          <a:blip r:embed="rId4">
            <a:alphaModFix/>
          </a:blip>
          <a:stretch>
            <a:fillRect/>
          </a:stretch>
        </p:blipFill>
        <p:spPr>
          <a:xfrm>
            <a:off x="7077876" y="2068426"/>
            <a:ext cx="1527267" cy="1527271"/>
          </a:xfrm>
          <a:prstGeom prst="rect">
            <a:avLst/>
          </a:prstGeom>
          <a:noFill/>
          <a:ln>
            <a:noFill/>
          </a:ln>
          <a:effectLst>
            <a:outerShdw blurRad="57150" dist="57150" dir="5400000" algn="bl" rotWithShape="0">
              <a:srgbClr val="000000">
                <a:alpha val="50000"/>
              </a:srgbClr>
            </a:outerShdw>
          </a:effectLst>
        </p:spPr>
      </p:pic>
      <p:pic>
        <p:nvPicPr>
          <p:cNvPr id="167" name="Google Shape;167;p21"/>
          <p:cNvPicPr preferRelativeResize="0"/>
          <p:nvPr/>
        </p:nvPicPr>
        <p:blipFill>
          <a:blip r:embed="rId5">
            <a:alphaModFix/>
          </a:blip>
          <a:stretch>
            <a:fillRect/>
          </a:stretch>
        </p:blipFill>
        <p:spPr>
          <a:xfrm>
            <a:off x="6614389" y="3044795"/>
            <a:ext cx="939628" cy="939631"/>
          </a:xfrm>
          <a:prstGeom prst="rect">
            <a:avLst/>
          </a:prstGeom>
          <a:noFill/>
          <a:ln>
            <a:noFill/>
          </a:ln>
          <a:effectLst>
            <a:outerShdw blurRad="57150" dist="28575" dir="5400000" algn="bl" rotWithShape="0">
              <a:srgbClr val="000000">
                <a:alpha val="50000"/>
              </a:srgbClr>
            </a:outerShdw>
          </a:effectLst>
        </p:spPr>
      </p:pic>
      <p:sp>
        <p:nvSpPr>
          <p:cNvPr id="4" name="Text Placeholder 3">
            <a:extLst>
              <a:ext uri="{FF2B5EF4-FFF2-40B4-BE49-F238E27FC236}">
                <a16:creationId xmlns:a16="http://schemas.microsoft.com/office/drawing/2014/main" id="{D51363DB-D133-B32F-4C84-1A0FA1924F0A}"/>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0B8B9F8C-7930-B65C-2006-438678D94411}"/>
              </a:ext>
            </a:extLst>
          </p:cNvPr>
          <p:cNvSpPr>
            <a:spLocks noGrp="1"/>
          </p:cNvSpPr>
          <p:nvPr>
            <p:ph type="body" sz="quarter" idx="10"/>
          </p:nvPr>
        </p:nvSpPr>
        <p:spPr/>
        <p:txBody>
          <a:bodyPr/>
          <a:lstStyle/>
          <a:p>
            <a:endParaRPr lang="en-US"/>
          </a:p>
        </p:txBody>
      </p:sp>
      <p:sp>
        <p:nvSpPr>
          <p:cNvPr id="2" name="Title 1">
            <a:extLst>
              <a:ext uri="{FF2B5EF4-FFF2-40B4-BE49-F238E27FC236}">
                <a16:creationId xmlns:a16="http://schemas.microsoft.com/office/drawing/2014/main" id="{44A4EFB1-2CFC-B575-62F4-E6B8CD443E58}"/>
              </a:ext>
            </a:extLst>
          </p:cNvPr>
          <p:cNvSpPr>
            <a:spLocks noGrp="1"/>
          </p:cNvSpPr>
          <p:nvPr>
            <p:ph type="title"/>
          </p:nvPr>
        </p:nvSpPr>
        <p:spPr/>
        <p:txBody>
          <a:bodyPr>
            <a:normAutofit fontScale="90000"/>
          </a:bodyPr>
          <a:lstStyle/>
          <a:p>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2"/>
          <p:cNvSpPr/>
          <p:nvPr/>
        </p:nvSpPr>
        <p:spPr>
          <a:xfrm rot="3818323">
            <a:off x="6920925" y="1761853"/>
            <a:ext cx="2233280" cy="3947831"/>
          </a:xfrm>
          <a:prstGeom prst="flowChartManualOperation">
            <a:avLst/>
          </a:prstGeom>
          <a:solidFill>
            <a:srgbClr val="D9EAD3"/>
          </a:solidFill>
          <a:ln>
            <a:noFill/>
          </a:ln>
        </p:spPr>
        <p:txBody>
          <a:bodyPr spcFirstLastPara="1" wrap="square" lIns="91425" tIns="91425" rIns="91425" bIns="91425" anchor="ctr" anchorCtr="0">
            <a:noAutofit/>
          </a:bodyPr>
          <a:lstStyle/>
          <a:p>
            <a:endParaRPr/>
          </a:p>
        </p:txBody>
      </p:sp>
      <p:sp>
        <p:nvSpPr>
          <p:cNvPr id="174" name="Google Shape;174;p22"/>
          <p:cNvSpPr/>
          <p:nvPr/>
        </p:nvSpPr>
        <p:spPr>
          <a:xfrm rot="3818323">
            <a:off x="4148825" y="239602"/>
            <a:ext cx="2233280" cy="3947831"/>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pic>
        <p:nvPicPr>
          <p:cNvPr id="175" name="Google Shape;175;p22" descr="web-server-md.png"/>
          <p:cNvPicPr preferRelativeResize="0"/>
          <p:nvPr/>
        </p:nvPicPr>
        <p:blipFill rotWithShape="1">
          <a:blip r:embed="rId3">
            <a:alphaModFix/>
          </a:blip>
          <a:srcRect t="8525"/>
          <a:stretch/>
        </p:blipFill>
        <p:spPr>
          <a:xfrm>
            <a:off x="1754715" y="2113200"/>
            <a:ext cx="2989051" cy="2800000"/>
          </a:xfrm>
          <a:prstGeom prst="rect">
            <a:avLst/>
          </a:prstGeom>
          <a:noFill/>
          <a:ln>
            <a:noFill/>
          </a:ln>
        </p:spPr>
      </p:pic>
      <p:pic>
        <p:nvPicPr>
          <p:cNvPr id="176" name="Google Shape;176;p22"/>
          <p:cNvPicPr preferRelativeResize="0"/>
          <p:nvPr/>
        </p:nvPicPr>
        <p:blipFill>
          <a:blip r:embed="rId4">
            <a:alphaModFix/>
          </a:blip>
          <a:stretch>
            <a:fillRect/>
          </a:stretch>
        </p:blipFill>
        <p:spPr>
          <a:xfrm>
            <a:off x="5189889" y="1263801"/>
            <a:ext cx="1527267" cy="1527271"/>
          </a:xfrm>
          <a:prstGeom prst="rect">
            <a:avLst/>
          </a:prstGeom>
          <a:noFill/>
          <a:ln>
            <a:noFill/>
          </a:ln>
          <a:effectLst>
            <a:outerShdw blurRad="57150" dist="57150" dir="5400000" algn="bl" rotWithShape="0">
              <a:srgbClr val="000000">
                <a:alpha val="50000"/>
              </a:srgbClr>
            </a:outerShdw>
          </a:effectLst>
        </p:spPr>
      </p:pic>
      <p:pic>
        <p:nvPicPr>
          <p:cNvPr id="177" name="Google Shape;177;p22"/>
          <p:cNvPicPr preferRelativeResize="0"/>
          <p:nvPr/>
        </p:nvPicPr>
        <p:blipFill>
          <a:blip r:embed="rId5">
            <a:alphaModFix/>
          </a:blip>
          <a:stretch>
            <a:fillRect/>
          </a:stretch>
        </p:blipFill>
        <p:spPr>
          <a:xfrm>
            <a:off x="8476651" y="3043382"/>
            <a:ext cx="939628" cy="939631"/>
          </a:xfrm>
          <a:prstGeom prst="rect">
            <a:avLst/>
          </a:prstGeom>
          <a:noFill/>
          <a:ln>
            <a:noFill/>
          </a:ln>
          <a:effectLst>
            <a:outerShdw blurRad="57150" dist="28575" dir="5400000" algn="bl" rotWithShape="0">
              <a:srgbClr val="000000">
                <a:alpha val="50000"/>
              </a:srgbClr>
            </a:outerShdw>
          </a:effectLst>
        </p:spPr>
      </p:pic>
      <p:pic>
        <p:nvPicPr>
          <p:cNvPr id="178" name="Google Shape;178;p22" descr="web-server-md.png"/>
          <p:cNvPicPr preferRelativeResize="0"/>
          <p:nvPr/>
        </p:nvPicPr>
        <p:blipFill rotWithShape="1">
          <a:blip r:embed="rId3">
            <a:alphaModFix/>
          </a:blip>
          <a:srcRect t="8525"/>
          <a:stretch/>
        </p:blipFill>
        <p:spPr>
          <a:xfrm>
            <a:off x="4526815" y="3635451"/>
            <a:ext cx="2989051" cy="2800000"/>
          </a:xfrm>
          <a:prstGeom prst="rect">
            <a:avLst/>
          </a:prstGeom>
          <a:noFill/>
          <a:ln>
            <a:noFill/>
          </a:ln>
        </p:spPr>
      </p:pic>
      <p:sp>
        <p:nvSpPr>
          <p:cNvPr id="4" name="Text Placeholder 3">
            <a:extLst>
              <a:ext uri="{FF2B5EF4-FFF2-40B4-BE49-F238E27FC236}">
                <a16:creationId xmlns:a16="http://schemas.microsoft.com/office/drawing/2014/main" id="{62CC4C5B-9916-3FD8-E8A3-907470BA31DA}"/>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2122CA28-A2BA-8777-F3A6-234B9FBF6623}"/>
              </a:ext>
            </a:extLst>
          </p:cNvPr>
          <p:cNvSpPr>
            <a:spLocks noGrp="1"/>
          </p:cNvSpPr>
          <p:nvPr>
            <p:ph type="body" sz="quarter" idx="10"/>
          </p:nvPr>
        </p:nvSpPr>
        <p:spPr/>
        <p:txBody>
          <a:bodyPr/>
          <a:lstStyle/>
          <a:p>
            <a:endParaRPr lang="en-US"/>
          </a:p>
        </p:txBody>
      </p:sp>
      <p:sp>
        <p:nvSpPr>
          <p:cNvPr id="2" name="Title 1">
            <a:extLst>
              <a:ext uri="{FF2B5EF4-FFF2-40B4-BE49-F238E27FC236}">
                <a16:creationId xmlns:a16="http://schemas.microsoft.com/office/drawing/2014/main" id="{7C5D4404-8B6B-1B8F-018F-6A98B50CF4D1}"/>
              </a:ext>
            </a:extLst>
          </p:cNvPr>
          <p:cNvSpPr>
            <a:spLocks noGrp="1"/>
          </p:cNvSpPr>
          <p:nvPr>
            <p:ph type="title"/>
          </p:nvPr>
        </p:nvSpPr>
        <p:spPr/>
        <p:txBody>
          <a:bodyPr>
            <a:normAutofit fontScale="90000"/>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3"/>
          <p:cNvSpPr/>
          <p:nvPr/>
        </p:nvSpPr>
        <p:spPr>
          <a:xfrm rot="5663834">
            <a:off x="6283428" y="2516605"/>
            <a:ext cx="734795" cy="3492416"/>
          </a:xfrm>
          <a:prstGeom prst="flowChartManualOperation">
            <a:avLst/>
          </a:prstGeom>
          <a:solidFill>
            <a:srgbClr val="FFF2CC"/>
          </a:solidFill>
          <a:ln>
            <a:noFill/>
          </a:ln>
        </p:spPr>
        <p:txBody>
          <a:bodyPr spcFirstLastPara="1" wrap="square" lIns="91425" tIns="91425" rIns="91425" bIns="91425" anchor="ctr" anchorCtr="0">
            <a:noAutofit/>
          </a:bodyPr>
          <a:lstStyle/>
          <a:p>
            <a:endParaRPr/>
          </a:p>
        </p:txBody>
      </p:sp>
      <p:sp>
        <p:nvSpPr>
          <p:cNvPr id="185" name="Google Shape;185;p23"/>
          <p:cNvSpPr/>
          <p:nvPr/>
        </p:nvSpPr>
        <p:spPr>
          <a:xfrm rot="3544878">
            <a:off x="5983191" y="537055"/>
            <a:ext cx="734795" cy="3492416"/>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sp>
        <p:nvSpPr>
          <p:cNvPr id="186" name="Google Shape;186;p23"/>
          <p:cNvSpPr/>
          <p:nvPr/>
        </p:nvSpPr>
        <p:spPr>
          <a:xfrm rot="4619322">
            <a:off x="6283428" y="1522155"/>
            <a:ext cx="734795" cy="3492416"/>
          </a:xfrm>
          <a:prstGeom prst="flowChartManualOperation">
            <a:avLst/>
          </a:prstGeom>
          <a:solidFill>
            <a:srgbClr val="D9EAD3"/>
          </a:solidFill>
          <a:ln>
            <a:noFill/>
          </a:ln>
        </p:spPr>
        <p:txBody>
          <a:bodyPr spcFirstLastPara="1" wrap="square" lIns="91425" tIns="91425" rIns="91425" bIns="91425" anchor="ctr" anchorCtr="0">
            <a:noAutofit/>
          </a:bodyPr>
          <a:lstStyle/>
          <a:p>
            <a:endParaRPr/>
          </a:p>
        </p:txBody>
      </p:sp>
      <p:pic>
        <p:nvPicPr>
          <p:cNvPr id="187" name="Google Shape;187;p23"/>
          <p:cNvPicPr preferRelativeResize="0"/>
          <p:nvPr/>
        </p:nvPicPr>
        <p:blipFill rotWithShape="1">
          <a:blip r:embed="rId3">
            <a:alphaModFix/>
          </a:blip>
          <a:srcRect t="3166" b="3156"/>
          <a:stretch/>
        </p:blipFill>
        <p:spPr>
          <a:xfrm>
            <a:off x="3757067" y="2926463"/>
            <a:ext cx="1529624" cy="1432876"/>
          </a:xfrm>
          <a:prstGeom prst="rect">
            <a:avLst/>
          </a:prstGeom>
          <a:noFill/>
          <a:ln>
            <a:noFill/>
          </a:ln>
        </p:spPr>
      </p:pic>
      <p:pic>
        <p:nvPicPr>
          <p:cNvPr id="188" name="Google Shape;188;p23"/>
          <p:cNvPicPr preferRelativeResize="0"/>
          <p:nvPr/>
        </p:nvPicPr>
        <p:blipFill>
          <a:blip r:embed="rId4">
            <a:alphaModFix/>
          </a:blip>
          <a:stretch>
            <a:fillRect/>
          </a:stretch>
        </p:blipFill>
        <p:spPr>
          <a:xfrm>
            <a:off x="7356726" y="2313933"/>
            <a:ext cx="939628" cy="939631"/>
          </a:xfrm>
          <a:prstGeom prst="rect">
            <a:avLst/>
          </a:prstGeom>
          <a:noFill/>
          <a:ln>
            <a:noFill/>
          </a:ln>
          <a:effectLst>
            <a:outerShdw blurRad="57150" dist="28575" dir="5400000" algn="bl" rotWithShape="0">
              <a:srgbClr val="000000">
                <a:alpha val="50000"/>
              </a:srgbClr>
            </a:outerShdw>
          </a:effectLst>
        </p:spPr>
      </p:pic>
      <p:pic>
        <p:nvPicPr>
          <p:cNvPr id="189" name="Google Shape;189;p23"/>
          <p:cNvPicPr preferRelativeResize="0"/>
          <p:nvPr/>
        </p:nvPicPr>
        <p:blipFill>
          <a:blip r:embed="rId5">
            <a:alphaModFix/>
          </a:blip>
          <a:stretch>
            <a:fillRect/>
          </a:stretch>
        </p:blipFill>
        <p:spPr>
          <a:xfrm>
            <a:off x="6259313" y="580801"/>
            <a:ext cx="1527267" cy="1527271"/>
          </a:xfrm>
          <a:prstGeom prst="rect">
            <a:avLst/>
          </a:prstGeom>
          <a:noFill/>
          <a:ln>
            <a:noFill/>
          </a:ln>
          <a:effectLst>
            <a:outerShdw blurRad="57150" dist="57150" dir="5400000" algn="bl" rotWithShape="0">
              <a:srgbClr val="000000">
                <a:alpha val="50000"/>
              </a:srgbClr>
            </a:outerShdw>
          </a:effectLst>
        </p:spPr>
      </p:pic>
      <p:pic>
        <p:nvPicPr>
          <p:cNvPr id="190" name="Google Shape;190;p23"/>
          <p:cNvPicPr preferRelativeResize="0"/>
          <p:nvPr/>
        </p:nvPicPr>
        <p:blipFill rotWithShape="1">
          <a:blip r:embed="rId6">
            <a:alphaModFix/>
          </a:blip>
          <a:srcRect/>
          <a:stretch/>
        </p:blipFill>
        <p:spPr>
          <a:xfrm>
            <a:off x="7396851" y="3635833"/>
            <a:ext cx="939628" cy="939631"/>
          </a:xfrm>
          <a:prstGeom prst="rect">
            <a:avLst/>
          </a:prstGeom>
          <a:noFill/>
          <a:ln>
            <a:noFill/>
          </a:ln>
          <a:effectLst>
            <a:outerShdw blurRad="57150" dist="28575" dir="5400000" algn="bl" rotWithShape="0">
              <a:srgbClr val="000000">
                <a:alpha val="50000"/>
              </a:srgbClr>
            </a:outerShdw>
          </a:effectLst>
        </p:spPr>
      </p:pic>
      <p:sp>
        <p:nvSpPr>
          <p:cNvPr id="4" name="Text Placeholder 3">
            <a:extLst>
              <a:ext uri="{FF2B5EF4-FFF2-40B4-BE49-F238E27FC236}">
                <a16:creationId xmlns:a16="http://schemas.microsoft.com/office/drawing/2014/main" id="{D2D00234-0049-6940-BC3B-D9400A03E4A8}"/>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BF87DB50-9166-4D75-2327-F559EDC986F1}"/>
              </a:ext>
            </a:extLst>
          </p:cNvPr>
          <p:cNvSpPr>
            <a:spLocks noGrp="1"/>
          </p:cNvSpPr>
          <p:nvPr>
            <p:ph type="body" sz="quarter" idx="10"/>
          </p:nvPr>
        </p:nvSpPr>
        <p:spPr/>
        <p:txBody>
          <a:bodyPr/>
          <a:lstStyle/>
          <a:p>
            <a:endParaRPr lang="en-US"/>
          </a:p>
        </p:txBody>
      </p:sp>
      <p:sp>
        <p:nvSpPr>
          <p:cNvPr id="2" name="Title 1">
            <a:extLst>
              <a:ext uri="{FF2B5EF4-FFF2-40B4-BE49-F238E27FC236}">
                <a16:creationId xmlns:a16="http://schemas.microsoft.com/office/drawing/2014/main" id="{E64A2BF3-5ABC-C836-E5CB-43095F1CF441}"/>
              </a:ext>
            </a:extLst>
          </p:cNvPr>
          <p:cNvSpPr>
            <a:spLocks noGrp="1"/>
          </p:cNvSpPr>
          <p:nvPr>
            <p:ph type="title"/>
          </p:nvPr>
        </p:nvSpPr>
        <p:spPr/>
        <p:txBody>
          <a:bodyPr>
            <a:normAutofit fontScale="90000"/>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4"/>
          <p:cNvSpPr/>
          <p:nvPr/>
        </p:nvSpPr>
        <p:spPr>
          <a:xfrm rot="-3752849" flipH="1">
            <a:off x="8030391" y="2994822"/>
            <a:ext cx="602148" cy="2677063"/>
          </a:xfrm>
          <a:prstGeom prst="flowChartManualOperation">
            <a:avLst/>
          </a:prstGeom>
          <a:solidFill>
            <a:srgbClr val="D9EAD3"/>
          </a:solidFill>
          <a:ln>
            <a:noFill/>
          </a:ln>
        </p:spPr>
        <p:txBody>
          <a:bodyPr spcFirstLastPara="1" wrap="square" lIns="91425" tIns="91425" rIns="91425" bIns="91425" anchor="ctr" anchorCtr="0">
            <a:noAutofit/>
          </a:bodyPr>
          <a:lstStyle/>
          <a:p>
            <a:endParaRPr/>
          </a:p>
        </p:txBody>
      </p:sp>
      <p:sp>
        <p:nvSpPr>
          <p:cNvPr id="197" name="Google Shape;197;p24"/>
          <p:cNvSpPr/>
          <p:nvPr/>
        </p:nvSpPr>
        <p:spPr>
          <a:xfrm rot="5663834">
            <a:off x="4471091" y="1966043"/>
            <a:ext cx="734795" cy="3492416"/>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sp>
        <p:nvSpPr>
          <p:cNvPr id="198" name="Google Shape;198;p24"/>
          <p:cNvSpPr/>
          <p:nvPr/>
        </p:nvSpPr>
        <p:spPr>
          <a:xfrm rot="4619322">
            <a:off x="4471091" y="971593"/>
            <a:ext cx="734795" cy="3492416"/>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sp>
        <p:nvSpPr>
          <p:cNvPr id="199" name="Google Shape;199;p24"/>
          <p:cNvSpPr/>
          <p:nvPr/>
        </p:nvSpPr>
        <p:spPr>
          <a:xfrm rot="-5628962" flipH="1">
            <a:off x="7782667" y="4609759"/>
            <a:ext cx="622399" cy="2570309"/>
          </a:xfrm>
          <a:prstGeom prst="flowChartManualOperation">
            <a:avLst/>
          </a:prstGeom>
          <a:solidFill>
            <a:srgbClr val="FFF2CC"/>
          </a:solidFill>
          <a:ln>
            <a:noFill/>
          </a:ln>
        </p:spPr>
        <p:txBody>
          <a:bodyPr spcFirstLastPara="1" wrap="square" lIns="91425" tIns="91425" rIns="91425" bIns="91425" anchor="ctr" anchorCtr="0">
            <a:noAutofit/>
          </a:bodyPr>
          <a:lstStyle/>
          <a:p>
            <a:endParaRPr/>
          </a:p>
        </p:txBody>
      </p:sp>
      <p:sp>
        <p:nvSpPr>
          <p:cNvPr id="200" name="Google Shape;200;p24"/>
          <p:cNvSpPr/>
          <p:nvPr/>
        </p:nvSpPr>
        <p:spPr>
          <a:xfrm rot="3544878">
            <a:off x="4221441" y="59905"/>
            <a:ext cx="734795" cy="3492416"/>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sp>
        <p:nvSpPr>
          <p:cNvPr id="201" name="Google Shape;201;p24"/>
          <p:cNvSpPr/>
          <p:nvPr/>
        </p:nvSpPr>
        <p:spPr>
          <a:xfrm rot="-4719963" flipH="1">
            <a:off x="7784401" y="3757383"/>
            <a:ext cx="618931" cy="2589159"/>
          </a:xfrm>
          <a:prstGeom prst="flowChartManualOperation">
            <a:avLst/>
          </a:prstGeom>
          <a:solidFill>
            <a:srgbClr val="D9EAD3"/>
          </a:solidFill>
          <a:ln>
            <a:noFill/>
          </a:ln>
        </p:spPr>
        <p:txBody>
          <a:bodyPr spcFirstLastPara="1" wrap="square" lIns="91425" tIns="91425" rIns="91425" bIns="91425" anchor="ctr" anchorCtr="0">
            <a:noAutofit/>
          </a:bodyPr>
          <a:lstStyle/>
          <a:p>
            <a:endParaRPr/>
          </a:p>
        </p:txBody>
      </p:sp>
      <p:pic>
        <p:nvPicPr>
          <p:cNvPr id="202" name="Google Shape;202;p24"/>
          <p:cNvPicPr preferRelativeResize="0"/>
          <p:nvPr/>
        </p:nvPicPr>
        <p:blipFill rotWithShape="1">
          <a:blip r:embed="rId3">
            <a:alphaModFix/>
          </a:blip>
          <a:srcRect t="3166" b="3156"/>
          <a:stretch/>
        </p:blipFill>
        <p:spPr>
          <a:xfrm>
            <a:off x="1995316" y="2449314"/>
            <a:ext cx="1529624" cy="1432876"/>
          </a:xfrm>
          <a:prstGeom prst="rect">
            <a:avLst/>
          </a:prstGeom>
          <a:noFill/>
          <a:ln>
            <a:noFill/>
          </a:ln>
        </p:spPr>
      </p:pic>
      <p:pic>
        <p:nvPicPr>
          <p:cNvPr id="203" name="Google Shape;203;p24"/>
          <p:cNvPicPr preferRelativeResize="0"/>
          <p:nvPr/>
        </p:nvPicPr>
        <p:blipFill>
          <a:blip r:embed="rId4">
            <a:alphaModFix/>
          </a:blip>
          <a:stretch>
            <a:fillRect/>
          </a:stretch>
        </p:blipFill>
        <p:spPr>
          <a:xfrm>
            <a:off x="7091201" y="4182407"/>
            <a:ext cx="939628" cy="939631"/>
          </a:xfrm>
          <a:prstGeom prst="rect">
            <a:avLst/>
          </a:prstGeom>
          <a:noFill/>
          <a:ln>
            <a:noFill/>
          </a:ln>
          <a:effectLst>
            <a:outerShdw blurRad="57150" dist="28575" dir="5400000" algn="bl" rotWithShape="0">
              <a:srgbClr val="000000">
                <a:alpha val="50000"/>
              </a:srgbClr>
            </a:outerShdw>
          </a:effectLst>
        </p:spPr>
      </p:pic>
      <p:pic>
        <p:nvPicPr>
          <p:cNvPr id="204" name="Google Shape;204;p24"/>
          <p:cNvPicPr preferRelativeResize="0"/>
          <p:nvPr/>
        </p:nvPicPr>
        <p:blipFill>
          <a:blip r:embed="rId5">
            <a:alphaModFix/>
          </a:blip>
          <a:stretch>
            <a:fillRect/>
          </a:stretch>
        </p:blipFill>
        <p:spPr>
          <a:xfrm>
            <a:off x="4497564" y="103650"/>
            <a:ext cx="1527267" cy="1527271"/>
          </a:xfrm>
          <a:prstGeom prst="rect">
            <a:avLst/>
          </a:prstGeom>
          <a:noFill/>
          <a:ln>
            <a:noFill/>
          </a:ln>
          <a:effectLst>
            <a:outerShdw blurRad="57150" dist="57150" dir="5400000" algn="bl" rotWithShape="0">
              <a:srgbClr val="000000">
                <a:alpha val="50000"/>
              </a:srgbClr>
            </a:outerShdw>
          </a:effectLst>
        </p:spPr>
      </p:pic>
      <p:pic>
        <p:nvPicPr>
          <p:cNvPr id="205" name="Google Shape;205;p24"/>
          <p:cNvPicPr preferRelativeResize="0"/>
          <p:nvPr/>
        </p:nvPicPr>
        <p:blipFill rotWithShape="1">
          <a:blip r:embed="rId6">
            <a:alphaModFix/>
          </a:blip>
          <a:srcRect/>
          <a:stretch/>
        </p:blipFill>
        <p:spPr>
          <a:xfrm>
            <a:off x="7281751" y="5252733"/>
            <a:ext cx="939628" cy="939631"/>
          </a:xfrm>
          <a:prstGeom prst="rect">
            <a:avLst/>
          </a:prstGeom>
          <a:noFill/>
          <a:ln>
            <a:noFill/>
          </a:ln>
          <a:effectLst>
            <a:outerShdw blurRad="57150" dist="28575" dir="5400000" algn="bl" rotWithShape="0">
              <a:srgbClr val="000000">
                <a:alpha val="50000"/>
              </a:srgbClr>
            </a:outerShdw>
          </a:effectLst>
        </p:spPr>
      </p:pic>
      <p:pic>
        <p:nvPicPr>
          <p:cNvPr id="206" name="Google Shape;206;p24"/>
          <p:cNvPicPr preferRelativeResize="0"/>
          <p:nvPr/>
        </p:nvPicPr>
        <p:blipFill rotWithShape="1">
          <a:blip r:embed="rId3">
            <a:alphaModFix/>
          </a:blip>
          <a:srcRect t="3166" b="3156"/>
          <a:stretch/>
        </p:blipFill>
        <p:spPr>
          <a:xfrm>
            <a:off x="8996341" y="4574401"/>
            <a:ext cx="1529624" cy="1432876"/>
          </a:xfrm>
          <a:prstGeom prst="rect">
            <a:avLst/>
          </a:prstGeom>
          <a:noFill/>
          <a:ln>
            <a:noFill/>
          </a:ln>
        </p:spPr>
      </p:pic>
      <p:pic>
        <p:nvPicPr>
          <p:cNvPr id="207" name="Google Shape;207;p24"/>
          <p:cNvPicPr preferRelativeResize="0"/>
          <p:nvPr/>
        </p:nvPicPr>
        <p:blipFill>
          <a:blip r:embed="rId5">
            <a:alphaModFix/>
          </a:blip>
          <a:stretch>
            <a:fillRect/>
          </a:stretch>
        </p:blipFill>
        <p:spPr>
          <a:xfrm>
            <a:off x="4748413" y="1361426"/>
            <a:ext cx="1527267" cy="1527271"/>
          </a:xfrm>
          <a:prstGeom prst="rect">
            <a:avLst/>
          </a:prstGeom>
          <a:noFill/>
          <a:ln>
            <a:noFill/>
          </a:ln>
          <a:effectLst>
            <a:outerShdw blurRad="57150" dist="57150" dir="5400000" algn="bl" rotWithShape="0">
              <a:srgbClr val="000000">
                <a:alpha val="50000"/>
              </a:srgbClr>
            </a:outerShdw>
          </a:effectLst>
        </p:spPr>
      </p:pic>
      <p:pic>
        <p:nvPicPr>
          <p:cNvPr id="208" name="Google Shape;208;p24"/>
          <p:cNvPicPr preferRelativeResize="0"/>
          <p:nvPr/>
        </p:nvPicPr>
        <p:blipFill>
          <a:blip r:embed="rId5">
            <a:alphaModFix/>
          </a:blip>
          <a:stretch>
            <a:fillRect/>
          </a:stretch>
        </p:blipFill>
        <p:spPr>
          <a:xfrm>
            <a:off x="5026913" y="2637775"/>
            <a:ext cx="1527267" cy="1527271"/>
          </a:xfrm>
          <a:prstGeom prst="rect">
            <a:avLst/>
          </a:prstGeom>
          <a:noFill/>
          <a:ln>
            <a:noFill/>
          </a:ln>
          <a:effectLst>
            <a:outerShdw blurRad="57150" dist="57150" dir="5400000" algn="bl" rotWithShape="0">
              <a:srgbClr val="000000">
                <a:alpha val="50000"/>
              </a:srgbClr>
            </a:outerShdw>
          </a:effectLst>
        </p:spPr>
      </p:pic>
      <p:pic>
        <p:nvPicPr>
          <p:cNvPr id="209" name="Google Shape;209;p24"/>
          <p:cNvPicPr preferRelativeResize="0"/>
          <p:nvPr/>
        </p:nvPicPr>
        <p:blipFill>
          <a:blip r:embed="rId4">
            <a:alphaModFix/>
          </a:blip>
          <a:stretch>
            <a:fillRect/>
          </a:stretch>
        </p:blipFill>
        <p:spPr>
          <a:xfrm>
            <a:off x="7583326" y="3112095"/>
            <a:ext cx="939628" cy="939631"/>
          </a:xfrm>
          <a:prstGeom prst="rect">
            <a:avLst/>
          </a:prstGeom>
          <a:noFill/>
          <a:ln>
            <a:noFill/>
          </a:ln>
          <a:effectLst>
            <a:outerShdw blurRad="57150" dist="28575" dir="5400000" algn="bl" rotWithShape="0">
              <a:srgbClr val="000000">
                <a:alpha val="50000"/>
              </a:srgbClr>
            </a:outerShdw>
          </a:effectLst>
        </p:spPr>
      </p:pic>
      <p:sp>
        <p:nvSpPr>
          <p:cNvPr id="4" name="Text Placeholder 3">
            <a:extLst>
              <a:ext uri="{FF2B5EF4-FFF2-40B4-BE49-F238E27FC236}">
                <a16:creationId xmlns:a16="http://schemas.microsoft.com/office/drawing/2014/main" id="{850726C9-7980-3EF0-88F2-FC3E12E7548F}"/>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9877843E-11BB-8066-62B7-0A85166DD0C7}"/>
              </a:ext>
            </a:extLst>
          </p:cNvPr>
          <p:cNvSpPr>
            <a:spLocks noGrp="1"/>
          </p:cNvSpPr>
          <p:nvPr>
            <p:ph type="body" sz="quarter" idx="10"/>
          </p:nvPr>
        </p:nvSpPr>
        <p:spPr/>
        <p:txBody>
          <a:bodyPr/>
          <a:lstStyle/>
          <a:p>
            <a:endParaRPr lang="en-US"/>
          </a:p>
        </p:txBody>
      </p:sp>
      <p:sp>
        <p:nvSpPr>
          <p:cNvPr id="2" name="Title 1">
            <a:extLst>
              <a:ext uri="{FF2B5EF4-FFF2-40B4-BE49-F238E27FC236}">
                <a16:creationId xmlns:a16="http://schemas.microsoft.com/office/drawing/2014/main" id="{87D07E39-8CE4-12E6-CB47-F4B8A17069DB}"/>
              </a:ext>
            </a:extLst>
          </p:cNvPr>
          <p:cNvSpPr>
            <a:spLocks noGrp="1"/>
          </p:cNvSpPr>
          <p:nvPr>
            <p:ph type="title"/>
          </p:nvPr>
        </p:nvSpPr>
        <p:spPr/>
        <p:txBody>
          <a:bodyPr>
            <a:normAutofit fontScale="90000"/>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6"/>
                                        </p:tgtEl>
                                        <p:attrNameLst>
                                          <p:attrName>style.visibility</p:attrName>
                                        </p:attrNameLst>
                                      </p:cBhvr>
                                      <p:to>
                                        <p:strVal val="visible"/>
                                      </p:to>
                                    </p:set>
                                    <p:animEffect transition="in" filter="fade">
                                      <p:cBhvr>
                                        <p:cTn id="7" dur="1000"/>
                                        <p:tgtEl>
                                          <p:spTgt spid="196"/>
                                        </p:tgtEl>
                                      </p:cBhvr>
                                    </p:animEffect>
                                  </p:childTnLst>
                                </p:cTn>
                              </p:par>
                              <p:par>
                                <p:cTn id="8" presetID="10" presetClass="entr" presetSubtype="0" fill="hold" nodeType="withEffect">
                                  <p:stCondLst>
                                    <p:cond delay="0"/>
                                  </p:stCondLst>
                                  <p:childTnLst>
                                    <p:set>
                                      <p:cBhvr>
                                        <p:cTn id="9" dur="1" fill="hold">
                                          <p:stCondLst>
                                            <p:cond delay="0"/>
                                          </p:stCondLst>
                                        </p:cTn>
                                        <p:tgtEl>
                                          <p:spTgt spid="199"/>
                                        </p:tgtEl>
                                        <p:attrNameLst>
                                          <p:attrName>style.visibility</p:attrName>
                                        </p:attrNameLst>
                                      </p:cBhvr>
                                      <p:to>
                                        <p:strVal val="visible"/>
                                      </p:to>
                                    </p:set>
                                    <p:animEffect transition="in" filter="fade">
                                      <p:cBhvr>
                                        <p:cTn id="10" dur="1000"/>
                                        <p:tgtEl>
                                          <p:spTgt spid="199"/>
                                        </p:tgtEl>
                                      </p:cBhvr>
                                    </p:animEffect>
                                  </p:childTnLst>
                                </p:cTn>
                              </p:par>
                              <p:par>
                                <p:cTn id="11" presetID="10" presetClass="entr" presetSubtype="0" fill="hold" nodeType="withEffect">
                                  <p:stCondLst>
                                    <p:cond delay="0"/>
                                  </p:stCondLst>
                                  <p:childTnLst>
                                    <p:set>
                                      <p:cBhvr>
                                        <p:cTn id="12" dur="1" fill="hold">
                                          <p:stCondLst>
                                            <p:cond delay="0"/>
                                          </p:stCondLst>
                                        </p:cTn>
                                        <p:tgtEl>
                                          <p:spTgt spid="201"/>
                                        </p:tgtEl>
                                        <p:attrNameLst>
                                          <p:attrName>style.visibility</p:attrName>
                                        </p:attrNameLst>
                                      </p:cBhvr>
                                      <p:to>
                                        <p:strVal val="visible"/>
                                      </p:to>
                                    </p:set>
                                    <p:animEffect transition="in" filter="fade">
                                      <p:cBhvr>
                                        <p:cTn id="13" dur="1000"/>
                                        <p:tgtEl>
                                          <p:spTgt spid="201"/>
                                        </p:tgtEl>
                                      </p:cBhvr>
                                    </p:animEffect>
                                  </p:childTnLst>
                                </p:cTn>
                              </p:par>
                              <p:par>
                                <p:cTn id="14" presetID="10" presetClass="entr" presetSubtype="0" fill="hold" nodeType="withEffect">
                                  <p:stCondLst>
                                    <p:cond delay="0"/>
                                  </p:stCondLst>
                                  <p:childTnLst>
                                    <p:set>
                                      <p:cBhvr>
                                        <p:cTn id="15" dur="1" fill="hold">
                                          <p:stCondLst>
                                            <p:cond delay="0"/>
                                          </p:stCondLst>
                                        </p:cTn>
                                        <p:tgtEl>
                                          <p:spTgt spid="203"/>
                                        </p:tgtEl>
                                        <p:attrNameLst>
                                          <p:attrName>style.visibility</p:attrName>
                                        </p:attrNameLst>
                                      </p:cBhvr>
                                      <p:to>
                                        <p:strVal val="visible"/>
                                      </p:to>
                                    </p:set>
                                    <p:animEffect transition="in" filter="fade">
                                      <p:cBhvr>
                                        <p:cTn id="16" dur="1000"/>
                                        <p:tgtEl>
                                          <p:spTgt spid="203"/>
                                        </p:tgtEl>
                                      </p:cBhvr>
                                    </p:animEffect>
                                  </p:childTnLst>
                                </p:cTn>
                              </p:par>
                              <p:par>
                                <p:cTn id="17" presetID="10" presetClass="entr" presetSubtype="0" fill="hold" nodeType="withEffect">
                                  <p:stCondLst>
                                    <p:cond delay="0"/>
                                  </p:stCondLst>
                                  <p:childTnLst>
                                    <p:set>
                                      <p:cBhvr>
                                        <p:cTn id="18" dur="1" fill="hold">
                                          <p:stCondLst>
                                            <p:cond delay="0"/>
                                          </p:stCondLst>
                                        </p:cTn>
                                        <p:tgtEl>
                                          <p:spTgt spid="205"/>
                                        </p:tgtEl>
                                        <p:attrNameLst>
                                          <p:attrName>style.visibility</p:attrName>
                                        </p:attrNameLst>
                                      </p:cBhvr>
                                      <p:to>
                                        <p:strVal val="visible"/>
                                      </p:to>
                                    </p:set>
                                    <p:animEffect transition="in" filter="fade">
                                      <p:cBhvr>
                                        <p:cTn id="19" dur="1000"/>
                                        <p:tgtEl>
                                          <p:spTgt spid="205"/>
                                        </p:tgtEl>
                                      </p:cBhvr>
                                    </p:animEffect>
                                  </p:childTnLst>
                                </p:cTn>
                              </p:par>
                              <p:par>
                                <p:cTn id="20" presetID="10" presetClass="entr" presetSubtype="0" fill="hold" nodeType="withEffect">
                                  <p:stCondLst>
                                    <p:cond delay="0"/>
                                  </p:stCondLst>
                                  <p:childTnLst>
                                    <p:set>
                                      <p:cBhvr>
                                        <p:cTn id="21" dur="1" fill="hold">
                                          <p:stCondLst>
                                            <p:cond delay="0"/>
                                          </p:stCondLst>
                                        </p:cTn>
                                        <p:tgtEl>
                                          <p:spTgt spid="206"/>
                                        </p:tgtEl>
                                        <p:attrNameLst>
                                          <p:attrName>style.visibility</p:attrName>
                                        </p:attrNameLst>
                                      </p:cBhvr>
                                      <p:to>
                                        <p:strVal val="visible"/>
                                      </p:to>
                                    </p:set>
                                    <p:animEffect transition="in" filter="fade">
                                      <p:cBhvr>
                                        <p:cTn id="22" dur="1000"/>
                                        <p:tgtEl>
                                          <p:spTgt spid="206"/>
                                        </p:tgtEl>
                                      </p:cBhvr>
                                    </p:animEffect>
                                  </p:childTnLst>
                                </p:cTn>
                              </p:par>
                              <p:par>
                                <p:cTn id="23" presetID="10" presetClass="entr" presetSubtype="0" fill="hold" nodeType="withEffect">
                                  <p:stCondLst>
                                    <p:cond delay="0"/>
                                  </p:stCondLst>
                                  <p:childTnLst>
                                    <p:set>
                                      <p:cBhvr>
                                        <p:cTn id="24" dur="1" fill="hold">
                                          <p:stCondLst>
                                            <p:cond delay="0"/>
                                          </p:stCondLst>
                                        </p:cTn>
                                        <p:tgtEl>
                                          <p:spTgt spid="209"/>
                                        </p:tgtEl>
                                        <p:attrNameLst>
                                          <p:attrName>style.visibility</p:attrName>
                                        </p:attrNameLst>
                                      </p:cBhvr>
                                      <p:to>
                                        <p:strVal val="visible"/>
                                      </p:to>
                                    </p:set>
                                    <p:animEffect transition="in" filter="fade">
                                      <p:cBhvr>
                                        <p:cTn id="25" dur="10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25"/>
          <p:cNvSpPr/>
          <p:nvPr/>
        </p:nvSpPr>
        <p:spPr>
          <a:xfrm rot="5663834">
            <a:off x="4471091" y="1966043"/>
            <a:ext cx="734795" cy="3492416"/>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sp>
        <p:nvSpPr>
          <p:cNvPr id="216" name="Google Shape;216;p25"/>
          <p:cNvSpPr/>
          <p:nvPr/>
        </p:nvSpPr>
        <p:spPr>
          <a:xfrm rot="4619322">
            <a:off x="4471091" y="971593"/>
            <a:ext cx="734795" cy="3492416"/>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sp>
        <p:nvSpPr>
          <p:cNvPr id="217" name="Google Shape;217;p25"/>
          <p:cNvSpPr/>
          <p:nvPr/>
        </p:nvSpPr>
        <p:spPr>
          <a:xfrm rot="3544878">
            <a:off x="4221441" y="59905"/>
            <a:ext cx="734795" cy="3492416"/>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pic>
        <p:nvPicPr>
          <p:cNvPr id="218" name="Google Shape;218;p25"/>
          <p:cNvPicPr preferRelativeResize="0"/>
          <p:nvPr/>
        </p:nvPicPr>
        <p:blipFill rotWithShape="1">
          <a:blip r:embed="rId3">
            <a:alphaModFix/>
          </a:blip>
          <a:srcRect t="3166" b="3156"/>
          <a:stretch/>
        </p:blipFill>
        <p:spPr>
          <a:xfrm>
            <a:off x="1995316" y="2449314"/>
            <a:ext cx="1529624" cy="1432876"/>
          </a:xfrm>
          <a:prstGeom prst="rect">
            <a:avLst/>
          </a:prstGeom>
          <a:noFill/>
          <a:ln>
            <a:noFill/>
          </a:ln>
        </p:spPr>
      </p:pic>
      <p:grpSp>
        <p:nvGrpSpPr>
          <p:cNvPr id="219" name="Google Shape;219;p25"/>
          <p:cNvGrpSpPr/>
          <p:nvPr/>
        </p:nvGrpSpPr>
        <p:grpSpPr>
          <a:xfrm>
            <a:off x="4497564" y="103650"/>
            <a:ext cx="1527267" cy="1527271"/>
            <a:chOff x="2973563" y="103650"/>
            <a:chExt cx="1527267" cy="1527270"/>
          </a:xfrm>
        </p:grpSpPr>
        <p:pic>
          <p:nvPicPr>
            <p:cNvPr id="220" name="Google Shape;220;p25"/>
            <p:cNvPicPr preferRelativeResize="0"/>
            <p:nvPr/>
          </p:nvPicPr>
          <p:blipFill rotWithShape="1">
            <a:blip r:embed="rId4">
              <a:alphaModFix/>
            </a:blip>
            <a:srcRect/>
            <a:stretch/>
          </p:blipFill>
          <p:spPr>
            <a:xfrm>
              <a:off x="2973563" y="103650"/>
              <a:ext cx="1527267" cy="1527270"/>
            </a:xfrm>
            <a:prstGeom prst="rect">
              <a:avLst/>
            </a:prstGeom>
            <a:noFill/>
            <a:ln>
              <a:noFill/>
            </a:ln>
            <a:effectLst>
              <a:outerShdw blurRad="57150" dist="57150" dir="5400000" algn="bl" rotWithShape="0">
                <a:srgbClr val="000000">
                  <a:alpha val="50000"/>
                </a:srgbClr>
              </a:outerShdw>
            </a:effectLst>
          </p:spPr>
        </p:pic>
        <p:pic>
          <p:nvPicPr>
            <p:cNvPr id="221" name="Google Shape;221;p25"/>
            <p:cNvPicPr preferRelativeResize="0"/>
            <p:nvPr/>
          </p:nvPicPr>
          <p:blipFill>
            <a:blip r:embed="rId5">
              <a:alphaModFix/>
            </a:blip>
            <a:stretch>
              <a:fillRect/>
            </a:stretch>
          </p:blipFill>
          <p:spPr>
            <a:xfrm>
              <a:off x="3401000" y="531425"/>
              <a:ext cx="672399" cy="671727"/>
            </a:xfrm>
            <a:prstGeom prst="rect">
              <a:avLst/>
            </a:prstGeom>
            <a:noFill/>
            <a:ln>
              <a:noFill/>
            </a:ln>
          </p:spPr>
        </p:pic>
      </p:grpSp>
      <p:grpSp>
        <p:nvGrpSpPr>
          <p:cNvPr id="222" name="Google Shape;222;p25"/>
          <p:cNvGrpSpPr/>
          <p:nvPr/>
        </p:nvGrpSpPr>
        <p:grpSpPr>
          <a:xfrm>
            <a:off x="4748413" y="1370975"/>
            <a:ext cx="1527267" cy="1527271"/>
            <a:chOff x="2973563" y="103650"/>
            <a:chExt cx="1527267" cy="1527270"/>
          </a:xfrm>
        </p:grpSpPr>
        <p:pic>
          <p:nvPicPr>
            <p:cNvPr id="223" name="Google Shape;223;p25"/>
            <p:cNvPicPr preferRelativeResize="0"/>
            <p:nvPr/>
          </p:nvPicPr>
          <p:blipFill rotWithShape="1">
            <a:blip r:embed="rId4">
              <a:alphaModFix/>
            </a:blip>
            <a:srcRect/>
            <a:stretch/>
          </p:blipFill>
          <p:spPr>
            <a:xfrm>
              <a:off x="2973563" y="103650"/>
              <a:ext cx="1527267" cy="1527270"/>
            </a:xfrm>
            <a:prstGeom prst="rect">
              <a:avLst/>
            </a:prstGeom>
            <a:noFill/>
            <a:ln>
              <a:noFill/>
            </a:ln>
            <a:effectLst>
              <a:outerShdw blurRad="57150" dist="57150" dir="5400000" algn="bl" rotWithShape="0">
                <a:srgbClr val="000000">
                  <a:alpha val="50000"/>
                </a:srgbClr>
              </a:outerShdw>
            </a:effectLst>
          </p:spPr>
        </p:pic>
        <p:pic>
          <p:nvPicPr>
            <p:cNvPr id="224" name="Google Shape;224;p25"/>
            <p:cNvPicPr preferRelativeResize="0"/>
            <p:nvPr/>
          </p:nvPicPr>
          <p:blipFill>
            <a:blip r:embed="rId5">
              <a:alphaModFix/>
            </a:blip>
            <a:stretch>
              <a:fillRect/>
            </a:stretch>
          </p:blipFill>
          <p:spPr>
            <a:xfrm>
              <a:off x="3401000" y="531425"/>
              <a:ext cx="672399" cy="671727"/>
            </a:xfrm>
            <a:prstGeom prst="rect">
              <a:avLst/>
            </a:prstGeom>
            <a:noFill/>
            <a:ln>
              <a:noFill/>
            </a:ln>
          </p:spPr>
        </p:pic>
      </p:grpSp>
      <p:grpSp>
        <p:nvGrpSpPr>
          <p:cNvPr id="225" name="Google Shape;225;p25"/>
          <p:cNvGrpSpPr/>
          <p:nvPr/>
        </p:nvGrpSpPr>
        <p:grpSpPr>
          <a:xfrm>
            <a:off x="4960964" y="2685175"/>
            <a:ext cx="1527267" cy="1527271"/>
            <a:chOff x="2973563" y="103650"/>
            <a:chExt cx="1527267" cy="1527270"/>
          </a:xfrm>
        </p:grpSpPr>
        <p:pic>
          <p:nvPicPr>
            <p:cNvPr id="226" name="Google Shape;226;p25"/>
            <p:cNvPicPr preferRelativeResize="0"/>
            <p:nvPr/>
          </p:nvPicPr>
          <p:blipFill rotWithShape="1">
            <a:blip r:embed="rId4">
              <a:alphaModFix/>
            </a:blip>
            <a:srcRect/>
            <a:stretch/>
          </p:blipFill>
          <p:spPr>
            <a:xfrm>
              <a:off x="2973563" y="103650"/>
              <a:ext cx="1527267" cy="1527270"/>
            </a:xfrm>
            <a:prstGeom prst="rect">
              <a:avLst/>
            </a:prstGeom>
            <a:noFill/>
            <a:ln>
              <a:noFill/>
            </a:ln>
            <a:effectLst>
              <a:outerShdw blurRad="57150" dist="57150" dir="5400000" algn="bl" rotWithShape="0">
                <a:srgbClr val="000000">
                  <a:alpha val="50000"/>
                </a:srgbClr>
              </a:outerShdw>
            </a:effectLst>
          </p:spPr>
        </p:pic>
        <p:pic>
          <p:nvPicPr>
            <p:cNvPr id="227" name="Google Shape;227;p25"/>
            <p:cNvPicPr preferRelativeResize="0"/>
            <p:nvPr/>
          </p:nvPicPr>
          <p:blipFill>
            <a:blip r:embed="rId5">
              <a:alphaModFix/>
            </a:blip>
            <a:stretch>
              <a:fillRect/>
            </a:stretch>
          </p:blipFill>
          <p:spPr>
            <a:xfrm>
              <a:off x="3401000" y="531425"/>
              <a:ext cx="672399" cy="671727"/>
            </a:xfrm>
            <a:prstGeom prst="rect">
              <a:avLst/>
            </a:prstGeom>
            <a:noFill/>
            <a:ln>
              <a:noFill/>
            </a:ln>
          </p:spPr>
        </p:pic>
      </p:grpSp>
      <p:pic>
        <p:nvPicPr>
          <p:cNvPr id="228" name="Google Shape;228;p25" title="Points scored"/>
          <p:cNvPicPr preferRelativeResize="0"/>
          <p:nvPr/>
        </p:nvPicPr>
        <p:blipFill>
          <a:blip r:embed="rId6">
            <a:alphaModFix/>
          </a:blip>
          <a:stretch>
            <a:fillRect/>
          </a:stretch>
        </p:blipFill>
        <p:spPr>
          <a:xfrm>
            <a:off x="6660001" y="3882189"/>
            <a:ext cx="3785601" cy="2340763"/>
          </a:xfrm>
          <a:prstGeom prst="rect">
            <a:avLst/>
          </a:prstGeom>
          <a:noFill/>
          <a:ln w="9525" cap="flat" cmpd="sng">
            <a:solidFill>
              <a:srgbClr val="1C4587"/>
            </a:solidFill>
            <a:prstDash val="solid"/>
            <a:round/>
            <a:headEnd type="none" w="sm" len="sm"/>
            <a:tailEnd type="none" w="sm" len="sm"/>
          </a:ln>
        </p:spPr>
      </p:pic>
      <p:sp>
        <p:nvSpPr>
          <p:cNvPr id="4" name="Text Placeholder 3">
            <a:extLst>
              <a:ext uri="{FF2B5EF4-FFF2-40B4-BE49-F238E27FC236}">
                <a16:creationId xmlns:a16="http://schemas.microsoft.com/office/drawing/2014/main" id="{77A5BB93-FA84-CE0C-CA4C-C9E89484841E}"/>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E85234BE-7DBB-7BCF-CCCE-DF2821C27999}"/>
              </a:ext>
            </a:extLst>
          </p:cNvPr>
          <p:cNvSpPr>
            <a:spLocks noGrp="1"/>
          </p:cNvSpPr>
          <p:nvPr>
            <p:ph type="body" sz="quarter" idx="10"/>
          </p:nvPr>
        </p:nvSpPr>
        <p:spPr/>
        <p:txBody>
          <a:bodyPr/>
          <a:lstStyle/>
          <a:p>
            <a:endParaRPr lang="en-US"/>
          </a:p>
        </p:txBody>
      </p:sp>
      <p:sp>
        <p:nvSpPr>
          <p:cNvPr id="2" name="Title 1">
            <a:extLst>
              <a:ext uri="{FF2B5EF4-FFF2-40B4-BE49-F238E27FC236}">
                <a16:creationId xmlns:a16="http://schemas.microsoft.com/office/drawing/2014/main" id="{E7136887-A032-4936-9F79-D3E8DCFB9316}"/>
              </a:ext>
            </a:extLst>
          </p:cNvPr>
          <p:cNvSpPr>
            <a:spLocks noGrp="1"/>
          </p:cNvSpPr>
          <p:nvPr>
            <p:ph type="title"/>
          </p:nvPr>
        </p:nvSpPr>
        <p:spPr/>
        <p:txBody>
          <a:bodyPr>
            <a:normAutofit fontScale="90000"/>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fade">
                                      <p:cBhvr>
                                        <p:cTn id="7" dur="1000"/>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41FD5AC-00ED-77CE-C6A0-597761DC6F9F}"/>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0DCCC13A-C94D-6E77-FFFD-E30BE9AC9D96}"/>
              </a:ext>
            </a:extLst>
          </p:cNvPr>
          <p:cNvSpPr>
            <a:spLocks noGrp="1"/>
          </p:cNvSpPr>
          <p:nvPr>
            <p:ph type="body" sz="quarter" idx="10"/>
          </p:nvPr>
        </p:nvSpPr>
        <p:spPr/>
        <p:txBody>
          <a:bodyPr/>
          <a:lstStyle/>
          <a:p>
            <a:endParaRPr lang="en-US" dirty="0"/>
          </a:p>
        </p:txBody>
      </p:sp>
      <p:sp>
        <p:nvSpPr>
          <p:cNvPr id="4" name="Title 3">
            <a:extLst>
              <a:ext uri="{FF2B5EF4-FFF2-40B4-BE49-F238E27FC236}">
                <a16:creationId xmlns:a16="http://schemas.microsoft.com/office/drawing/2014/main" id="{D21BE491-FF61-125E-E71A-F23949665B37}"/>
              </a:ext>
            </a:extLst>
          </p:cNvPr>
          <p:cNvSpPr>
            <a:spLocks noGrp="1"/>
          </p:cNvSpPr>
          <p:nvPr>
            <p:ph type="title"/>
          </p:nvPr>
        </p:nvSpPr>
        <p:spPr/>
        <p:txBody>
          <a:bodyPr>
            <a:normAutofit fontScale="90000"/>
          </a:bodyPr>
          <a:lstStyle/>
          <a:p>
            <a:endParaRPr lang="en-US"/>
          </a:p>
        </p:txBody>
      </p:sp>
      <p:sp>
        <p:nvSpPr>
          <p:cNvPr id="5" name="Slide Number Placeholder 4">
            <a:extLst>
              <a:ext uri="{FF2B5EF4-FFF2-40B4-BE49-F238E27FC236}">
                <a16:creationId xmlns:a16="http://schemas.microsoft.com/office/drawing/2014/main" id="{A212A18F-FBB4-929D-2A70-9D503AE06225}"/>
              </a:ext>
            </a:extLst>
          </p:cNvPr>
          <p:cNvSpPr>
            <a:spLocks noGrp="1"/>
          </p:cNvSpPr>
          <p:nvPr>
            <p:ph type="sldNum" sz="quarter" idx="12"/>
          </p:nvPr>
        </p:nvSpPr>
        <p:spPr/>
        <p:txBody>
          <a:bodyPr/>
          <a:lstStyle/>
          <a:p>
            <a:fld id="{F994776A-187E-9540-9EA4-8D5781AB769D}" type="slidenum">
              <a:rPr lang="en-US" smtClean="0"/>
              <a:pPr/>
              <a:t>15</a:t>
            </a:fld>
            <a:endParaRPr lang="en-US" dirty="0"/>
          </a:p>
        </p:txBody>
      </p:sp>
      <p:pic>
        <p:nvPicPr>
          <p:cNvPr id="4102" name="Picture 6" descr="Amazon Logo - PNG and Vector - Logo Download">
            <a:extLst>
              <a:ext uri="{FF2B5EF4-FFF2-40B4-BE49-F238E27FC236}">
                <a16:creationId xmlns:a16="http://schemas.microsoft.com/office/drawing/2014/main" id="{7F00D8E2-2604-9912-17CF-69E3F82CA0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181" y="-567567"/>
            <a:ext cx="6858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8" name="Google Shape;102;p16">
            <a:extLst>
              <a:ext uri="{FF2B5EF4-FFF2-40B4-BE49-F238E27FC236}">
                <a16:creationId xmlns:a16="http://schemas.microsoft.com/office/drawing/2014/main" id="{8652C508-E5B7-4040-71BC-F216C3F3CEDC}"/>
              </a:ext>
            </a:extLst>
          </p:cNvPr>
          <p:cNvPicPr preferRelativeResize="0"/>
          <p:nvPr/>
        </p:nvPicPr>
        <p:blipFill>
          <a:blip r:embed="rId3">
            <a:alphaModFix/>
          </a:blip>
          <a:stretch>
            <a:fillRect/>
          </a:stretch>
        </p:blipFill>
        <p:spPr>
          <a:xfrm>
            <a:off x="7198919" y="1721291"/>
            <a:ext cx="4343400" cy="2280283"/>
          </a:xfrm>
          <a:prstGeom prst="rect">
            <a:avLst/>
          </a:prstGeom>
          <a:noFill/>
          <a:ln>
            <a:noFill/>
          </a:ln>
        </p:spPr>
      </p:pic>
      <p:pic>
        <p:nvPicPr>
          <p:cNvPr id="9" name="Picture 6" descr="Amazon Logo - PNG and Vector - Logo Download">
            <a:extLst>
              <a:ext uri="{FF2B5EF4-FFF2-40B4-BE49-F238E27FC236}">
                <a16:creationId xmlns:a16="http://schemas.microsoft.com/office/drawing/2014/main" id="{220889B4-F543-9002-3D3B-B9A6624189E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2206" b="37853"/>
          <a:stretch/>
        </p:blipFill>
        <p:spPr bwMode="auto">
          <a:xfrm>
            <a:off x="-636660" y="3794343"/>
            <a:ext cx="15978383" cy="1588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122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6"/>
          <p:cNvSpPr/>
          <p:nvPr/>
        </p:nvSpPr>
        <p:spPr>
          <a:xfrm rot="7255122" flipH="1">
            <a:off x="6881265" y="970131"/>
            <a:ext cx="734795" cy="3492416"/>
          </a:xfrm>
          <a:prstGeom prst="flowChartManualOperation">
            <a:avLst/>
          </a:prstGeom>
          <a:solidFill>
            <a:srgbClr val="EAD1DC"/>
          </a:solidFill>
          <a:ln>
            <a:noFill/>
          </a:ln>
        </p:spPr>
        <p:txBody>
          <a:bodyPr spcFirstLastPara="1" wrap="square" lIns="91425" tIns="91425" rIns="91425" bIns="91425" anchor="ctr" anchorCtr="0">
            <a:noAutofit/>
          </a:bodyPr>
          <a:lstStyle/>
          <a:p>
            <a:endParaRPr/>
          </a:p>
        </p:txBody>
      </p:sp>
      <p:sp>
        <p:nvSpPr>
          <p:cNvPr id="235" name="Google Shape;235;p26"/>
          <p:cNvSpPr/>
          <p:nvPr/>
        </p:nvSpPr>
        <p:spPr>
          <a:xfrm rot="-7255122">
            <a:off x="4530191" y="1051655"/>
            <a:ext cx="734795" cy="3492416"/>
          </a:xfrm>
          <a:prstGeom prst="flowChartManualOperation">
            <a:avLst/>
          </a:prstGeom>
          <a:solidFill>
            <a:srgbClr val="CFE2F3"/>
          </a:solidFill>
          <a:ln>
            <a:noFill/>
          </a:ln>
        </p:spPr>
        <p:txBody>
          <a:bodyPr spcFirstLastPara="1" wrap="square" lIns="91425" tIns="91425" rIns="91425" bIns="91425" anchor="ctr" anchorCtr="0">
            <a:noAutofit/>
          </a:bodyPr>
          <a:lstStyle/>
          <a:p>
            <a:endParaRPr/>
          </a:p>
        </p:txBody>
      </p:sp>
      <p:pic>
        <p:nvPicPr>
          <p:cNvPr id="236" name="Google Shape;236;p26"/>
          <p:cNvPicPr preferRelativeResize="0"/>
          <p:nvPr/>
        </p:nvPicPr>
        <p:blipFill rotWithShape="1">
          <a:blip r:embed="rId3">
            <a:alphaModFix/>
          </a:blip>
          <a:srcRect t="3166" b="3156"/>
          <a:stretch/>
        </p:blipFill>
        <p:spPr>
          <a:xfrm>
            <a:off x="5485116" y="1630914"/>
            <a:ext cx="1529624" cy="1432876"/>
          </a:xfrm>
          <a:prstGeom prst="rect">
            <a:avLst/>
          </a:prstGeom>
          <a:noFill/>
          <a:ln>
            <a:noFill/>
          </a:ln>
        </p:spPr>
      </p:pic>
      <p:pic>
        <p:nvPicPr>
          <p:cNvPr id="237" name="Google Shape;237;p26"/>
          <p:cNvPicPr preferRelativeResize="0"/>
          <p:nvPr/>
        </p:nvPicPr>
        <p:blipFill>
          <a:blip r:embed="rId4">
            <a:alphaModFix/>
          </a:blip>
          <a:stretch>
            <a:fillRect/>
          </a:stretch>
        </p:blipFill>
        <p:spPr>
          <a:xfrm>
            <a:off x="5486301" y="225275"/>
            <a:ext cx="1527267" cy="1527271"/>
          </a:xfrm>
          <a:prstGeom prst="rect">
            <a:avLst/>
          </a:prstGeom>
          <a:noFill/>
          <a:ln>
            <a:noFill/>
          </a:ln>
          <a:effectLst>
            <a:outerShdw blurRad="57150" dist="57150" dir="5400000" algn="bl" rotWithShape="0">
              <a:srgbClr val="000000">
                <a:alpha val="50000"/>
              </a:srgbClr>
            </a:outerShdw>
          </a:effectLst>
        </p:spPr>
      </p:pic>
      <p:pic>
        <p:nvPicPr>
          <p:cNvPr id="238" name="Google Shape;238;p26"/>
          <p:cNvPicPr preferRelativeResize="0"/>
          <p:nvPr/>
        </p:nvPicPr>
        <p:blipFill>
          <a:blip r:embed="rId5">
            <a:alphaModFix/>
          </a:blip>
          <a:stretch>
            <a:fillRect/>
          </a:stretch>
        </p:blipFill>
        <p:spPr>
          <a:xfrm>
            <a:off x="1852826" y="2641126"/>
            <a:ext cx="3449676" cy="3449676"/>
          </a:xfrm>
          <a:prstGeom prst="rect">
            <a:avLst/>
          </a:prstGeom>
          <a:noFill/>
          <a:ln>
            <a:noFill/>
          </a:ln>
        </p:spPr>
      </p:pic>
      <p:pic>
        <p:nvPicPr>
          <p:cNvPr id="239" name="Google Shape;239;p26"/>
          <p:cNvPicPr preferRelativeResize="0"/>
          <p:nvPr/>
        </p:nvPicPr>
        <p:blipFill rotWithShape="1">
          <a:blip r:embed="rId6">
            <a:alphaModFix/>
          </a:blip>
          <a:srcRect/>
          <a:stretch/>
        </p:blipFill>
        <p:spPr>
          <a:xfrm>
            <a:off x="7094926" y="2502151"/>
            <a:ext cx="3449676" cy="3449676"/>
          </a:xfrm>
          <a:prstGeom prst="rect">
            <a:avLst/>
          </a:prstGeom>
          <a:noFill/>
          <a:ln>
            <a:noFill/>
          </a:ln>
        </p:spPr>
      </p:pic>
      <p:sp>
        <p:nvSpPr>
          <p:cNvPr id="4" name="Text Placeholder 3">
            <a:extLst>
              <a:ext uri="{FF2B5EF4-FFF2-40B4-BE49-F238E27FC236}">
                <a16:creationId xmlns:a16="http://schemas.microsoft.com/office/drawing/2014/main" id="{7AC8408A-43BD-2C64-EC10-6A6FB1BBEB9A}"/>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47CF5194-A801-FB4D-B89E-A1504AEEA443}"/>
              </a:ext>
            </a:extLst>
          </p:cNvPr>
          <p:cNvSpPr>
            <a:spLocks noGrp="1"/>
          </p:cNvSpPr>
          <p:nvPr>
            <p:ph type="body" sz="quarter" idx="10"/>
          </p:nvPr>
        </p:nvSpPr>
        <p:spPr/>
        <p:txBody>
          <a:bodyPr/>
          <a:lstStyle/>
          <a:p>
            <a:endParaRPr lang="en-US"/>
          </a:p>
        </p:txBody>
      </p:sp>
      <p:sp>
        <p:nvSpPr>
          <p:cNvPr id="2" name="Title 1">
            <a:extLst>
              <a:ext uri="{FF2B5EF4-FFF2-40B4-BE49-F238E27FC236}">
                <a16:creationId xmlns:a16="http://schemas.microsoft.com/office/drawing/2014/main" id="{7E42CD4F-A292-1B39-A733-EC5E39AA9C57}"/>
              </a:ext>
            </a:extLst>
          </p:cNvPr>
          <p:cNvSpPr>
            <a:spLocks noGrp="1"/>
          </p:cNvSpPr>
          <p:nvPr>
            <p:ph type="title"/>
          </p:nvPr>
        </p:nvSpPr>
        <p:spPr/>
        <p:txBody>
          <a:bodyPr>
            <a:normAutofit fontScale="90000"/>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9"/>
                                        </p:tgtEl>
                                        <p:attrNameLst>
                                          <p:attrName>style.visibility</p:attrName>
                                        </p:attrNameLst>
                                      </p:cBhvr>
                                      <p:to>
                                        <p:strVal val="visible"/>
                                      </p:to>
                                    </p:set>
                                    <p:animEffect transition="in" filter="fade">
                                      <p:cBhvr>
                                        <p:cTn id="7" dur="1000"/>
                                        <p:tgtEl>
                                          <p:spTgt spid="239"/>
                                        </p:tgtEl>
                                      </p:cBhvr>
                                    </p:animEffect>
                                  </p:childTnLst>
                                </p:cTn>
                              </p:par>
                              <p:par>
                                <p:cTn id="8" presetID="10" presetClass="entr" presetSubtype="0" fill="hold" nodeType="withEffect">
                                  <p:stCondLst>
                                    <p:cond delay="0"/>
                                  </p:stCondLst>
                                  <p:childTnLst>
                                    <p:set>
                                      <p:cBhvr>
                                        <p:cTn id="9" dur="1" fill="hold">
                                          <p:stCondLst>
                                            <p:cond delay="0"/>
                                          </p:stCondLst>
                                        </p:cTn>
                                        <p:tgtEl>
                                          <p:spTgt spid="234"/>
                                        </p:tgtEl>
                                        <p:attrNameLst>
                                          <p:attrName>style.visibility</p:attrName>
                                        </p:attrNameLst>
                                      </p:cBhvr>
                                      <p:to>
                                        <p:strVal val="visible"/>
                                      </p:to>
                                    </p:set>
                                    <p:animEffect transition="in" filter="fade">
                                      <p:cBhvr>
                                        <p:cTn id="10" dur="100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27"/>
          <p:cNvSpPr/>
          <p:nvPr/>
        </p:nvSpPr>
        <p:spPr>
          <a:xfrm>
            <a:off x="3994000" y="2011113"/>
            <a:ext cx="3939000" cy="3939000"/>
          </a:xfrm>
          <a:prstGeom prst="ellipse">
            <a:avLst/>
          </a:prstGeom>
          <a:solidFill>
            <a:schemeClr val="lt2"/>
          </a:solidFill>
          <a:ln>
            <a:noFill/>
          </a:ln>
        </p:spPr>
        <p:txBody>
          <a:bodyPr spcFirstLastPara="1" wrap="square" lIns="91425" tIns="91425" rIns="91425" bIns="91425" anchor="ctr" anchorCtr="0">
            <a:noAutofit/>
          </a:bodyPr>
          <a:lstStyle/>
          <a:p>
            <a:endParaRPr/>
          </a:p>
        </p:txBody>
      </p:sp>
      <p:sp>
        <p:nvSpPr>
          <p:cNvPr id="246" name="Google Shape;246;p27"/>
          <p:cNvSpPr/>
          <p:nvPr/>
        </p:nvSpPr>
        <p:spPr>
          <a:xfrm rot="-10557132" flipH="1">
            <a:off x="5147362" y="2642082"/>
            <a:ext cx="602148" cy="2677063"/>
          </a:xfrm>
          <a:prstGeom prst="flowChartManualOperation">
            <a:avLst/>
          </a:prstGeom>
          <a:solidFill>
            <a:srgbClr val="D9EAD3"/>
          </a:solidFill>
          <a:ln>
            <a:noFill/>
          </a:ln>
        </p:spPr>
        <p:txBody>
          <a:bodyPr spcFirstLastPara="1" wrap="square" lIns="91425" tIns="91425" rIns="91425" bIns="91425" anchor="ctr" anchorCtr="0">
            <a:noAutofit/>
          </a:bodyPr>
          <a:lstStyle/>
          <a:p>
            <a:endParaRPr/>
          </a:p>
        </p:txBody>
      </p:sp>
      <p:sp>
        <p:nvSpPr>
          <p:cNvPr id="247" name="Google Shape;247;p27"/>
          <p:cNvSpPr/>
          <p:nvPr/>
        </p:nvSpPr>
        <p:spPr>
          <a:xfrm rot="10075753" flipH="1">
            <a:off x="6079959" y="2384735"/>
            <a:ext cx="618931" cy="2589159"/>
          </a:xfrm>
          <a:prstGeom prst="flowChartManualOperation">
            <a:avLst/>
          </a:prstGeom>
          <a:solidFill>
            <a:srgbClr val="D9EAD3"/>
          </a:solidFill>
          <a:ln>
            <a:noFill/>
          </a:ln>
        </p:spPr>
        <p:txBody>
          <a:bodyPr spcFirstLastPara="1" wrap="square" lIns="91425" tIns="91425" rIns="91425" bIns="91425" anchor="ctr" anchorCtr="0">
            <a:noAutofit/>
          </a:bodyPr>
          <a:lstStyle/>
          <a:p>
            <a:endParaRPr/>
          </a:p>
        </p:txBody>
      </p:sp>
      <p:pic>
        <p:nvPicPr>
          <p:cNvPr id="248" name="Google Shape;248;p27"/>
          <p:cNvPicPr preferRelativeResize="0"/>
          <p:nvPr/>
        </p:nvPicPr>
        <p:blipFill rotWithShape="1">
          <a:blip r:embed="rId3">
            <a:alphaModFix/>
          </a:blip>
          <a:srcRect t="3166" b="3156"/>
          <a:stretch/>
        </p:blipFill>
        <p:spPr>
          <a:xfrm>
            <a:off x="5129591" y="2260439"/>
            <a:ext cx="1529624" cy="1432876"/>
          </a:xfrm>
          <a:prstGeom prst="rect">
            <a:avLst/>
          </a:prstGeom>
          <a:noFill/>
          <a:ln>
            <a:noFill/>
          </a:ln>
        </p:spPr>
      </p:pic>
      <p:pic>
        <p:nvPicPr>
          <p:cNvPr id="249" name="Google Shape;249;p27"/>
          <p:cNvPicPr preferRelativeResize="0"/>
          <p:nvPr/>
        </p:nvPicPr>
        <p:blipFill>
          <a:blip r:embed="rId4">
            <a:alphaModFix/>
          </a:blip>
          <a:stretch>
            <a:fillRect/>
          </a:stretch>
        </p:blipFill>
        <p:spPr>
          <a:xfrm>
            <a:off x="6183675" y="4191758"/>
            <a:ext cx="939628" cy="939631"/>
          </a:xfrm>
          <a:prstGeom prst="rect">
            <a:avLst/>
          </a:prstGeom>
          <a:noFill/>
          <a:ln>
            <a:noFill/>
          </a:ln>
          <a:effectLst>
            <a:outerShdw blurRad="57150" dist="28575" dir="5400000" algn="bl" rotWithShape="0">
              <a:srgbClr val="000000">
                <a:alpha val="50000"/>
              </a:srgbClr>
            </a:outerShdw>
          </a:effectLst>
        </p:spPr>
      </p:pic>
      <p:pic>
        <p:nvPicPr>
          <p:cNvPr id="250" name="Google Shape;250;p27"/>
          <p:cNvPicPr preferRelativeResize="0"/>
          <p:nvPr/>
        </p:nvPicPr>
        <p:blipFill>
          <a:blip r:embed="rId5">
            <a:alphaModFix/>
          </a:blip>
          <a:stretch>
            <a:fillRect/>
          </a:stretch>
        </p:blipFill>
        <p:spPr>
          <a:xfrm>
            <a:off x="1766577" y="365271"/>
            <a:ext cx="1843825" cy="1843800"/>
          </a:xfrm>
          <a:prstGeom prst="rect">
            <a:avLst/>
          </a:prstGeom>
          <a:noFill/>
          <a:ln>
            <a:noFill/>
          </a:ln>
          <a:effectLst>
            <a:outerShdw blurRad="57150" dist="57150" dir="5400000" algn="bl" rotWithShape="0">
              <a:srgbClr val="000000">
                <a:alpha val="50000"/>
              </a:srgbClr>
            </a:outerShdw>
          </a:effectLst>
        </p:spPr>
      </p:pic>
      <p:pic>
        <p:nvPicPr>
          <p:cNvPr id="251" name="Google Shape;251;p27"/>
          <p:cNvPicPr preferRelativeResize="0"/>
          <p:nvPr/>
        </p:nvPicPr>
        <p:blipFill>
          <a:blip r:embed="rId5">
            <a:alphaModFix/>
          </a:blip>
          <a:stretch>
            <a:fillRect/>
          </a:stretch>
        </p:blipFill>
        <p:spPr>
          <a:xfrm>
            <a:off x="1834002" y="2711871"/>
            <a:ext cx="1843825" cy="1843800"/>
          </a:xfrm>
          <a:prstGeom prst="rect">
            <a:avLst/>
          </a:prstGeom>
          <a:noFill/>
          <a:ln>
            <a:noFill/>
          </a:ln>
          <a:effectLst>
            <a:outerShdw blurRad="57150" dist="57150" dir="5400000" algn="bl" rotWithShape="0">
              <a:srgbClr val="000000">
                <a:alpha val="50000"/>
              </a:srgbClr>
            </a:outerShdw>
          </a:effectLst>
        </p:spPr>
      </p:pic>
      <p:grpSp>
        <p:nvGrpSpPr>
          <p:cNvPr id="252" name="Google Shape;252;p27"/>
          <p:cNvGrpSpPr/>
          <p:nvPr/>
        </p:nvGrpSpPr>
        <p:grpSpPr>
          <a:xfrm>
            <a:off x="4583276" y="3967701"/>
            <a:ext cx="1527267" cy="1527271"/>
            <a:chOff x="2973563" y="103650"/>
            <a:chExt cx="1527267" cy="1527270"/>
          </a:xfrm>
        </p:grpSpPr>
        <p:pic>
          <p:nvPicPr>
            <p:cNvPr id="253" name="Google Shape;253;p27"/>
            <p:cNvPicPr preferRelativeResize="0"/>
            <p:nvPr/>
          </p:nvPicPr>
          <p:blipFill rotWithShape="1">
            <a:blip r:embed="rId6">
              <a:alphaModFix/>
            </a:blip>
            <a:srcRect/>
            <a:stretch/>
          </p:blipFill>
          <p:spPr>
            <a:xfrm>
              <a:off x="2973563" y="103650"/>
              <a:ext cx="1527267" cy="1527270"/>
            </a:xfrm>
            <a:prstGeom prst="rect">
              <a:avLst/>
            </a:prstGeom>
            <a:noFill/>
            <a:ln>
              <a:noFill/>
            </a:ln>
            <a:effectLst>
              <a:outerShdw blurRad="57150" dist="57150" dir="5400000" algn="bl" rotWithShape="0">
                <a:srgbClr val="000000">
                  <a:alpha val="50000"/>
                </a:srgbClr>
              </a:outerShdw>
            </a:effectLst>
          </p:spPr>
        </p:pic>
        <p:pic>
          <p:nvPicPr>
            <p:cNvPr id="254" name="Google Shape;254;p27"/>
            <p:cNvPicPr preferRelativeResize="0"/>
            <p:nvPr/>
          </p:nvPicPr>
          <p:blipFill>
            <a:blip r:embed="rId7">
              <a:alphaModFix/>
            </a:blip>
            <a:stretch>
              <a:fillRect/>
            </a:stretch>
          </p:blipFill>
          <p:spPr>
            <a:xfrm>
              <a:off x="3401000" y="531425"/>
              <a:ext cx="672399" cy="671727"/>
            </a:xfrm>
            <a:prstGeom prst="rect">
              <a:avLst/>
            </a:prstGeom>
            <a:noFill/>
            <a:ln>
              <a:noFill/>
            </a:ln>
          </p:spPr>
        </p:pic>
      </p:grpSp>
      <p:pic>
        <p:nvPicPr>
          <p:cNvPr id="255" name="Google Shape;255;p27"/>
          <p:cNvPicPr preferRelativeResize="0"/>
          <p:nvPr/>
        </p:nvPicPr>
        <p:blipFill>
          <a:blip r:embed="rId8">
            <a:alphaModFix/>
          </a:blip>
          <a:stretch>
            <a:fillRect/>
          </a:stretch>
        </p:blipFill>
        <p:spPr>
          <a:xfrm>
            <a:off x="7123301" y="231877"/>
            <a:ext cx="1843825" cy="1843825"/>
          </a:xfrm>
          <a:prstGeom prst="rect">
            <a:avLst/>
          </a:prstGeom>
          <a:noFill/>
          <a:ln>
            <a:noFill/>
          </a:ln>
        </p:spPr>
      </p:pic>
      <p:pic>
        <p:nvPicPr>
          <p:cNvPr id="256" name="Google Shape;256;p27"/>
          <p:cNvPicPr preferRelativeResize="0"/>
          <p:nvPr/>
        </p:nvPicPr>
        <p:blipFill>
          <a:blip r:embed="rId9">
            <a:alphaModFix/>
          </a:blip>
          <a:stretch>
            <a:fillRect/>
          </a:stretch>
        </p:blipFill>
        <p:spPr>
          <a:xfrm>
            <a:off x="8600000" y="2209087"/>
            <a:ext cx="1951976" cy="1951976"/>
          </a:xfrm>
          <a:prstGeom prst="rect">
            <a:avLst/>
          </a:prstGeom>
          <a:noFill/>
          <a:ln>
            <a:noFill/>
          </a:ln>
        </p:spPr>
      </p:pic>
      <p:pic>
        <p:nvPicPr>
          <p:cNvPr id="257" name="Google Shape;257;p27"/>
          <p:cNvPicPr preferRelativeResize="0"/>
          <p:nvPr/>
        </p:nvPicPr>
        <p:blipFill>
          <a:blip r:embed="rId10">
            <a:alphaModFix/>
          </a:blip>
          <a:stretch>
            <a:fillRect/>
          </a:stretch>
        </p:blipFill>
        <p:spPr>
          <a:xfrm>
            <a:off x="8249175" y="4509626"/>
            <a:ext cx="1681300" cy="1681300"/>
          </a:xfrm>
          <a:prstGeom prst="rect">
            <a:avLst/>
          </a:prstGeom>
          <a:noFill/>
          <a:ln>
            <a:noFill/>
          </a:ln>
        </p:spPr>
      </p:pic>
      <p:sp>
        <p:nvSpPr>
          <p:cNvPr id="258" name="Google Shape;258;p27"/>
          <p:cNvSpPr/>
          <p:nvPr/>
        </p:nvSpPr>
        <p:spPr>
          <a:xfrm>
            <a:off x="8896601" y="4790299"/>
            <a:ext cx="800700" cy="271500"/>
          </a:xfrm>
          <a:prstGeom prst="rect">
            <a:avLst/>
          </a:prstGeom>
          <a:solidFill>
            <a:srgbClr val="FFD966"/>
          </a:solidFill>
          <a:ln>
            <a:noFill/>
          </a:ln>
        </p:spPr>
        <p:txBody>
          <a:bodyPr spcFirstLastPara="1" wrap="square" lIns="91425" tIns="91425" rIns="91425" bIns="91425" anchor="ctr" anchorCtr="0">
            <a:noAutofit/>
          </a:bodyPr>
          <a:lstStyle/>
          <a:p>
            <a:r>
              <a:rPr lang="en-US"/>
              <a:t>Alexa...</a:t>
            </a:r>
            <a:endParaRPr/>
          </a:p>
        </p:txBody>
      </p:sp>
      <p:sp>
        <p:nvSpPr>
          <p:cNvPr id="4" name="Text Placeholder 3">
            <a:extLst>
              <a:ext uri="{FF2B5EF4-FFF2-40B4-BE49-F238E27FC236}">
                <a16:creationId xmlns:a16="http://schemas.microsoft.com/office/drawing/2014/main" id="{BEF8EC59-7597-7DBD-1905-20F3CBDF44CA}"/>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E39AF047-1D60-A755-BB65-D17321C34C93}"/>
              </a:ext>
            </a:extLst>
          </p:cNvPr>
          <p:cNvSpPr>
            <a:spLocks noGrp="1"/>
          </p:cNvSpPr>
          <p:nvPr>
            <p:ph type="body" sz="quarter" idx="10"/>
          </p:nvPr>
        </p:nvSpPr>
        <p:spPr/>
        <p:txBody>
          <a:bodyPr/>
          <a:lstStyle/>
          <a:p>
            <a:endParaRPr lang="en-US" dirty="0"/>
          </a:p>
        </p:txBody>
      </p:sp>
      <p:sp>
        <p:nvSpPr>
          <p:cNvPr id="2" name="Title 1">
            <a:extLst>
              <a:ext uri="{FF2B5EF4-FFF2-40B4-BE49-F238E27FC236}">
                <a16:creationId xmlns:a16="http://schemas.microsoft.com/office/drawing/2014/main" id="{043B2017-3AA2-3602-EFF7-E2BFBBF2D641}"/>
              </a:ext>
            </a:extLst>
          </p:cNvPr>
          <p:cNvSpPr>
            <a:spLocks noGrp="1"/>
          </p:cNvSpPr>
          <p:nvPr>
            <p:ph type="title"/>
          </p:nvPr>
        </p:nvSpPr>
        <p:spPr/>
        <p:txBody>
          <a:bodyPr>
            <a:normAutofit fontScale="90000"/>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fade">
                                      <p:cBhvr>
                                        <p:cTn id="7" dur="1000"/>
                                        <p:tgtEl>
                                          <p:spTgt spid="250"/>
                                        </p:tgtEl>
                                      </p:cBhvr>
                                    </p:animEffect>
                                  </p:childTnLst>
                                </p:cTn>
                              </p:par>
                              <p:par>
                                <p:cTn id="8" presetID="10" presetClass="entr" presetSubtype="0" fill="hold" nodeType="withEffect">
                                  <p:stCondLst>
                                    <p:cond delay="0"/>
                                  </p:stCondLst>
                                  <p:childTnLst>
                                    <p:set>
                                      <p:cBhvr>
                                        <p:cTn id="9" dur="1" fill="hold">
                                          <p:stCondLst>
                                            <p:cond delay="0"/>
                                          </p:stCondLst>
                                        </p:cTn>
                                        <p:tgtEl>
                                          <p:spTgt spid="251"/>
                                        </p:tgtEl>
                                        <p:attrNameLst>
                                          <p:attrName>style.visibility</p:attrName>
                                        </p:attrNameLst>
                                      </p:cBhvr>
                                      <p:to>
                                        <p:strVal val="visible"/>
                                      </p:to>
                                    </p:set>
                                    <p:animEffect transition="in" filter="fade">
                                      <p:cBhvr>
                                        <p:cTn id="10" dur="1000"/>
                                        <p:tgtEl>
                                          <p:spTgt spid="25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5"/>
                                        </p:tgtEl>
                                        <p:attrNameLst>
                                          <p:attrName>style.visibility</p:attrName>
                                        </p:attrNameLst>
                                      </p:cBhvr>
                                      <p:to>
                                        <p:strVal val="visible"/>
                                      </p:to>
                                    </p:set>
                                    <p:animEffect transition="in" filter="fade">
                                      <p:cBhvr>
                                        <p:cTn id="15" dur="1000"/>
                                        <p:tgtEl>
                                          <p:spTgt spid="25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256"/>
                                        </p:tgtEl>
                                        <p:attrNameLst>
                                          <p:attrName>style.visibility</p:attrName>
                                        </p:attrNameLst>
                                      </p:cBhvr>
                                      <p:to>
                                        <p:strVal val="visible"/>
                                      </p:to>
                                    </p:set>
                                    <p:animEffect transition="in" filter="fade">
                                      <p:cBhvr>
                                        <p:cTn id="20" dur="1000"/>
                                        <p:tgtEl>
                                          <p:spTgt spid="25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257"/>
                                        </p:tgtEl>
                                        <p:attrNameLst>
                                          <p:attrName>style.visibility</p:attrName>
                                        </p:attrNameLst>
                                      </p:cBhvr>
                                      <p:to>
                                        <p:strVal val="visible"/>
                                      </p:to>
                                    </p:set>
                                    <p:animEffect transition="in" filter="fade">
                                      <p:cBhvr>
                                        <p:cTn id="25" dur="1000"/>
                                        <p:tgtEl>
                                          <p:spTgt spid="257"/>
                                        </p:tgtEl>
                                      </p:cBhvr>
                                    </p:animEffect>
                                  </p:childTnLst>
                                </p:cTn>
                              </p:par>
                              <p:par>
                                <p:cTn id="26" presetID="10" presetClass="entr" presetSubtype="0" fill="hold" nodeType="withEffect">
                                  <p:stCondLst>
                                    <p:cond delay="0"/>
                                  </p:stCondLst>
                                  <p:childTnLst>
                                    <p:set>
                                      <p:cBhvr>
                                        <p:cTn id="27" dur="1" fill="hold">
                                          <p:stCondLst>
                                            <p:cond delay="0"/>
                                          </p:stCondLst>
                                        </p:cTn>
                                        <p:tgtEl>
                                          <p:spTgt spid="258"/>
                                        </p:tgtEl>
                                        <p:attrNameLst>
                                          <p:attrName>style.visibility</p:attrName>
                                        </p:attrNameLst>
                                      </p:cBhvr>
                                      <p:to>
                                        <p:strVal val="visible"/>
                                      </p:to>
                                    </p:set>
                                    <p:animEffect transition="in" filter="fade">
                                      <p:cBhvr>
                                        <p:cTn id="28" dur="1000"/>
                                        <p:tgtEl>
                                          <p:spTgt spid="2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E2C8E-C457-8B8C-65D7-D0C1A4B2774B}"/>
              </a:ext>
            </a:extLst>
          </p:cNvPr>
          <p:cNvSpPr>
            <a:spLocks noGrp="1"/>
          </p:cNvSpPr>
          <p:nvPr>
            <p:ph type="title"/>
          </p:nvPr>
        </p:nvSpPr>
        <p:spPr/>
        <p:txBody>
          <a:bodyPr/>
          <a:lstStyle/>
          <a:p>
            <a:r>
              <a:rPr lang="en-US" dirty="0"/>
              <a:t>"____ as a service"</a:t>
            </a:r>
          </a:p>
        </p:txBody>
      </p:sp>
      <p:sp>
        <p:nvSpPr>
          <p:cNvPr id="3" name="Text Placeholder 2">
            <a:extLst>
              <a:ext uri="{FF2B5EF4-FFF2-40B4-BE49-F238E27FC236}">
                <a16:creationId xmlns:a16="http://schemas.microsoft.com/office/drawing/2014/main" id="{7B5513EF-99B1-22FE-0A4C-E289745CC8F8}"/>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E3385CEC-5100-5405-0F63-816EA3908D6F}"/>
              </a:ext>
            </a:extLst>
          </p:cNvPr>
          <p:cNvSpPr>
            <a:spLocks noGrp="1"/>
          </p:cNvSpPr>
          <p:nvPr>
            <p:ph type="body" sz="quarter" idx="11"/>
          </p:nvPr>
        </p:nvSpPr>
        <p:spPr/>
        <p:txBody>
          <a:bodyPr/>
          <a:lstStyle/>
          <a:p>
            <a:endParaRPr lang="en-US"/>
          </a:p>
        </p:txBody>
      </p:sp>
      <p:sp>
        <p:nvSpPr>
          <p:cNvPr id="5" name="Slide Number Placeholder 4">
            <a:extLst>
              <a:ext uri="{FF2B5EF4-FFF2-40B4-BE49-F238E27FC236}">
                <a16:creationId xmlns:a16="http://schemas.microsoft.com/office/drawing/2014/main" id="{BB428812-A9BA-7B95-E1C0-27C457877B00}"/>
              </a:ext>
            </a:extLst>
          </p:cNvPr>
          <p:cNvSpPr>
            <a:spLocks noGrp="1"/>
          </p:cNvSpPr>
          <p:nvPr>
            <p:ph type="sldNum" sz="quarter" idx="12"/>
          </p:nvPr>
        </p:nvSpPr>
        <p:spPr/>
        <p:txBody>
          <a:bodyPr/>
          <a:lstStyle/>
          <a:p>
            <a:fld id="{F994776A-187E-9540-9EA4-8D5781AB769D}" type="slidenum">
              <a:rPr lang="en-US" smtClean="0"/>
              <a:pPr/>
              <a:t>18</a:t>
            </a:fld>
            <a:endParaRPr lang="en-US" dirty="0"/>
          </a:p>
        </p:txBody>
      </p:sp>
    </p:spTree>
    <p:extLst>
      <p:ext uri="{BB962C8B-B14F-4D97-AF65-F5344CB8AC3E}">
        <p14:creationId xmlns:p14="http://schemas.microsoft.com/office/powerpoint/2010/main" val="23365719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8BCA4C5-6B23-57FC-0E88-927599B1FE34}"/>
              </a:ext>
            </a:extLst>
          </p:cNvPr>
          <p:cNvSpPr/>
          <p:nvPr/>
        </p:nvSpPr>
        <p:spPr>
          <a:xfrm>
            <a:off x="566055" y="1398980"/>
            <a:ext cx="11416838" cy="4427662"/>
          </a:xfrm>
          <a:prstGeom prst="rect">
            <a:avLst/>
          </a:prstGeom>
          <a:solidFill>
            <a:schemeClr val="accent1">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b" anchorCtr="0"/>
          <a:lstStyle/>
          <a:p>
            <a:r>
              <a:rPr lang="en-US" b="1" i="1" dirty="0">
                <a:solidFill>
                  <a:schemeClr val="tx1"/>
                </a:solidFill>
              </a:rPr>
              <a:t>Machine Learning &amp; AI</a:t>
            </a:r>
          </a:p>
        </p:txBody>
      </p:sp>
      <p:sp>
        <p:nvSpPr>
          <p:cNvPr id="11" name="Rectangle 10">
            <a:extLst>
              <a:ext uri="{FF2B5EF4-FFF2-40B4-BE49-F238E27FC236}">
                <a16:creationId xmlns:a16="http://schemas.microsoft.com/office/drawing/2014/main" id="{9BF4C65B-AB3D-FD5E-1C18-EC2AEE6997C3}"/>
              </a:ext>
            </a:extLst>
          </p:cNvPr>
          <p:cNvSpPr/>
          <p:nvPr/>
        </p:nvSpPr>
        <p:spPr>
          <a:xfrm>
            <a:off x="382772" y="1543322"/>
            <a:ext cx="7467010" cy="3358287"/>
          </a:xfrm>
          <a:prstGeom prst="rect">
            <a:avLst/>
          </a:prstGeom>
          <a:solidFill>
            <a:schemeClr val="accent6">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b" anchorCtr="0"/>
          <a:lstStyle/>
          <a:p>
            <a:r>
              <a:rPr lang="en-US" b="1" i="1" dirty="0">
                <a:solidFill>
                  <a:schemeClr val="tx1"/>
                </a:solidFill>
              </a:rPr>
              <a:t>Networking &amp; Hybrid Clouds</a:t>
            </a:r>
          </a:p>
        </p:txBody>
      </p:sp>
      <p:sp>
        <p:nvSpPr>
          <p:cNvPr id="2" name="Title 1">
            <a:extLst>
              <a:ext uri="{FF2B5EF4-FFF2-40B4-BE49-F238E27FC236}">
                <a16:creationId xmlns:a16="http://schemas.microsoft.com/office/drawing/2014/main" id="{1B753CE4-7C71-8140-B474-4E608C3555C2}"/>
              </a:ext>
            </a:extLst>
          </p:cNvPr>
          <p:cNvSpPr>
            <a:spLocks noGrp="1"/>
          </p:cNvSpPr>
          <p:nvPr>
            <p:ph type="title"/>
          </p:nvPr>
        </p:nvSpPr>
        <p:spPr/>
        <p:txBody>
          <a:bodyPr>
            <a:normAutofit fontScale="90000"/>
          </a:bodyPr>
          <a:lstStyle/>
          <a:p>
            <a:r>
              <a:rPr lang="en-US" dirty="0"/>
              <a:t>Domains of Cloud Computing</a:t>
            </a:r>
          </a:p>
        </p:txBody>
      </p:sp>
      <p:sp>
        <p:nvSpPr>
          <p:cNvPr id="3" name="Content Placeholder 2">
            <a:extLst>
              <a:ext uri="{FF2B5EF4-FFF2-40B4-BE49-F238E27FC236}">
                <a16:creationId xmlns:a16="http://schemas.microsoft.com/office/drawing/2014/main" id="{E4C90208-E2FA-5AC6-0C89-65E58711079C}"/>
              </a:ext>
            </a:extLst>
          </p:cNvPr>
          <p:cNvSpPr>
            <a:spLocks noGrp="1"/>
          </p:cNvSpPr>
          <p:nvPr>
            <p:ph idx="12"/>
          </p:nvPr>
        </p:nvSpPr>
        <p:spPr>
          <a:xfrm>
            <a:off x="468087" y="2402958"/>
            <a:ext cx="3507565" cy="1977656"/>
          </a:xfrm>
        </p:spPr>
        <p:txBody>
          <a:bodyPr>
            <a:normAutofit/>
          </a:bodyPr>
          <a:lstStyle/>
          <a:p>
            <a:pPr marL="228600" indent="-228600" algn="l">
              <a:lnSpc>
                <a:spcPct val="90000"/>
              </a:lnSpc>
              <a:spcBef>
                <a:spcPts val="1000"/>
              </a:spcBef>
              <a:buFont typeface="Wingdings" pitchFamily="2" charset="2"/>
              <a:buChar char="§"/>
            </a:pPr>
            <a:r>
              <a:rPr lang="en-US" sz="2000" dirty="0">
                <a:solidFill>
                  <a:schemeClr val="tx1"/>
                </a:solidFill>
                <a:latin typeface="Acumin Pro" panose="020B0504020202020204" pitchFamily="34" charset="77"/>
              </a:rPr>
              <a:t>Microservices / Cloud Functions</a:t>
            </a:r>
          </a:p>
          <a:p>
            <a:pPr marL="228600" indent="-228600" algn="l">
              <a:lnSpc>
                <a:spcPct val="90000"/>
              </a:lnSpc>
              <a:spcBef>
                <a:spcPts val="1000"/>
              </a:spcBef>
              <a:buFont typeface="Wingdings" pitchFamily="2" charset="2"/>
              <a:buChar char="§"/>
            </a:pPr>
            <a:r>
              <a:rPr lang="en-US" sz="2000" dirty="0">
                <a:solidFill>
                  <a:schemeClr val="tx1"/>
                </a:solidFill>
                <a:latin typeface="Acumin Pro" panose="020B0504020202020204" pitchFamily="34" charset="77"/>
              </a:rPr>
              <a:t>Virtual Machines</a:t>
            </a:r>
          </a:p>
          <a:p>
            <a:pPr marL="228600" indent="-228600" algn="l">
              <a:lnSpc>
                <a:spcPct val="90000"/>
              </a:lnSpc>
              <a:spcBef>
                <a:spcPts val="1000"/>
              </a:spcBef>
              <a:buFont typeface="Wingdings" pitchFamily="2" charset="2"/>
              <a:buChar char="§"/>
            </a:pPr>
            <a:r>
              <a:rPr lang="en-US" dirty="0"/>
              <a:t>Application Hosting</a:t>
            </a:r>
          </a:p>
          <a:p>
            <a:pPr marL="228600" indent="-228600" algn="l">
              <a:lnSpc>
                <a:spcPct val="90000"/>
              </a:lnSpc>
              <a:spcBef>
                <a:spcPts val="1000"/>
              </a:spcBef>
              <a:buFont typeface="Wingdings" pitchFamily="2" charset="2"/>
              <a:buChar char="§"/>
            </a:pPr>
            <a:r>
              <a:rPr lang="en-US" sz="2000" dirty="0">
                <a:solidFill>
                  <a:schemeClr val="tx1"/>
                </a:solidFill>
                <a:latin typeface="Acumin Pro" panose="020B0504020202020204" pitchFamily="34" charset="77"/>
              </a:rPr>
              <a:t>Containers</a:t>
            </a:r>
          </a:p>
          <a:p>
            <a:endParaRPr lang="en-US" dirty="0"/>
          </a:p>
        </p:txBody>
      </p:sp>
      <p:sp>
        <p:nvSpPr>
          <p:cNvPr id="4" name="Content Placeholder 3">
            <a:extLst>
              <a:ext uri="{FF2B5EF4-FFF2-40B4-BE49-F238E27FC236}">
                <a16:creationId xmlns:a16="http://schemas.microsoft.com/office/drawing/2014/main" id="{F0DA1739-86D3-5752-28E5-A474BCD57EB3}"/>
              </a:ext>
            </a:extLst>
          </p:cNvPr>
          <p:cNvSpPr>
            <a:spLocks noGrp="1"/>
          </p:cNvSpPr>
          <p:nvPr>
            <p:ph idx="17"/>
          </p:nvPr>
        </p:nvSpPr>
        <p:spPr>
          <a:xfrm>
            <a:off x="4342217" y="2402958"/>
            <a:ext cx="3507565" cy="1679944"/>
          </a:xfrm>
        </p:spPr>
        <p:txBody>
          <a:bodyPr>
            <a:normAutofit/>
          </a:bodyPr>
          <a:lstStyle/>
          <a:p>
            <a:r>
              <a:rPr lang="en-US" dirty="0"/>
              <a:t>Blob storage</a:t>
            </a:r>
          </a:p>
          <a:p>
            <a:r>
              <a:rPr lang="en-US" dirty="0"/>
              <a:t>Redundant and localized storage</a:t>
            </a:r>
          </a:p>
          <a:p>
            <a:r>
              <a:rPr lang="en-US" dirty="0"/>
              <a:t>Container orchestration</a:t>
            </a:r>
          </a:p>
        </p:txBody>
      </p:sp>
      <p:sp>
        <p:nvSpPr>
          <p:cNvPr id="5" name="Content Placeholder 4">
            <a:extLst>
              <a:ext uri="{FF2B5EF4-FFF2-40B4-BE49-F238E27FC236}">
                <a16:creationId xmlns:a16="http://schemas.microsoft.com/office/drawing/2014/main" id="{F5FE8BDA-389C-11A3-5007-144C747EDE56}"/>
              </a:ext>
            </a:extLst>
          </p:cNvPr>
          <p:cNvSpPr>
            <a:spLocks noGrp="1"/>
          </p:cNvSpPr>
          <p:nvPr>
            <p:ph idx="18"/>
          </p:nvPr>
        </p:nvSpPr>
        <p:spPr>
          <a:xfrm>
            <a:off x="8243137" y="2402957"/>
            <a:ext cx="3507565" cy="1350335"/>
          </a:xfrm>
        </p:spPr>
        <p:txBody>
          <a:bodyPr/>
          <a:lstStyle/>
          <a:p>
            <a:r>
              <a:rPr lang="en-US" dirty="0"/>
              <a:t>Data storage</a:t>
            </a:r>
          </a:p>
          <a:p>
            <a:r>
              <a:rPr lang="en-US" dirty="0"/>
              <a:t>Data analytics</a:t>
            </a:r>
          </a:p>
          <a:p>
            <a:r>
              <a:rPr lang="en-US" dirty="0"/>
              <a:t>Data ingestion &amp; pipelines</a:t>
            </a:r>
          </a:p>
        </p:txBody>
      </p:sp>
      <p:sp>
        <p:nvSpPr>
          <p:cNvPr id="6" name="Text Placeholder 5">
            <a:extLst>
              <a:ext uri="{FF2B5EF4-FFF2-40B4-BE49-F238E27FC236}">
                <a16:creationId xmlns:a16="http://schemas.microsoft.com/office/drawing/2014/main" id="{973651AB-B28F-BD1A-4C73-C759BDE2640E}"/>
              </a:ext>
            </a:extLst>
          </p:cNvPr>
          <p:cNvSpPr>
            <a:spLocks noGrp="1"/>
          </p:cNvSpPr>
          <p:nvPr>
            <p:ph type="body"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2979AC1-ED53-EC31-3E52-73FDD14A5848}"/>
              </a:ext>
            </a:extLst>
          </p:cNvPr>
          <p:cNvSpPr>
            <a:spLocks noGrp="1"/>
          </p:cNvSpPr>
          <p:nvPr>
            <p:ph type="sldNum" sz="quarter" idx="19"/>
          </p:nvPr>
        </p:nvSpPr>
        <p:spPr/>
        <p:txBody>
          <a:bodyPr/>
          <a:lstStyle/>
          <a:p>
            <a:fld id="{F994776A-187E-9540-9EA4-8D5781AB769D}" type="slidenum">
              <a:rPr lang="en-US" smtClean="0"/>
              <a:pPr/>
              <a:t>19</a:t>
            </a:fld>
            <a:endParaRPr lang="en-US" dirty="0"/>
          </a:p>
        </p:txBody>
      </p:sp>
      <p:sp>
        <p:nvSpPr>
          <p:cNvPr id="8" name="Content Placeholder 2">
            <a:extLst>
              <a:ext uri="{FF2B5EF4-FFF2-40B4-BE49-F238E27FC236}">
                <a16:creationId xmlns:a16="http://schemas.microsoft.com/office/drawing/2014/main" id="{F412B70F-A1D1-531C-3ABF-0F16334DE0A4}"/>
              </a:ext>
            </a:extLst>
          </p:cNvPr>
          <p:cNvSpPr txBox="1">
            <a:spLocks/>
          </p:cNvSpPr>
          <p:nvPr/>
        </p:nvSpPr>
        <p:spPr>
          <a:xfrm>
            <a:off x="468087" y="1543324"/>
            <a:ext cx="3507565" cy="51362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b="1" dirty="0"/>
              <a:t>Computing</a:t>
            </a:r>
            <a:endParaRPr lang="en-US" b="1" dirty="0"/>
          </a:p>
        </p:txBody>
      </p:sp>
      <p:sp>
        <p:nvSpPr>
          <p:cNvPr id="9" name="Content Placeholder 3">
            <a:extLst>
              <a:ext uri="{FF2B5EF4-FFF2-40B4-BE49-F238E27FC236}">
                <a16:creationId xmlns:a16="http://schemas.microsoft.com/office/drawing/2014/main" id="{8EE823DE-2F77-51EC-E3A3-4088D983C5D3}"/>
              </a:ext>
            </a:extLst>
          </p:cNvPr>
          <p:cNvSpPr txBox="1">
            <a:spLocks/>
          </p:cNvSpPr>
          <p:nvPr/>
        </p:nvSpPr>
        <p:spPr>
          <a:xfrm>
            <a:off x="4342217" y="1543323"/>
            <a:ext cx="3507565" cy="85963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b="1" dirty="0"/>
              <a:t>Storage</a:t>
            </a:r>
          </a:p>
        </p:txBody>
      </p:sp>
      <p:sp>
        <p:nvSpPr>
          <p:cNvPr id="10" name="Content Placeholder 4">
            <a:extLst>
              <a:ext uri="{FF2B5EF4-FFF2-40B4-BE49-F238E27FC236}">
                <a16:creationId xmlns:a16="http://schemas.microsoft.com/office/drawing/2014/main" id="{A9D10AC7-2681-7EB0-E161-4B85A858CF17}"/>
              </a:ext>
            </a:extLst>
          </p:cNvPr>
          <p:cNvSpPr txBox="1">
            <a:spLocks/>
          </p:cNvSpPr>
          <p:nvPr/>
        </p:nvSpPr>
        <p:spPr>
          <a:xfrm>
            <a:off x="8243137" y="1543322"/>
            <a:ext cx="3507565" cy="5890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Wingdings" pitchFamily="2" charset="2"/>
              <a:buChar char="§"/>
              <a:defRPr sz="2000" b="0" i="0" kern="1200" baseline="0">
                <a:solidFill>
                  <a:schemeClr val="tx1"/>
                </a:solidFill>
                <a:latin typeface="Acumin Pro" panose="020B0504020202020204" pitchFamily="34" charset="77"/>
                <a:ea typeface="+mn-ea"/>
                <a:cs typeface="+mn-cs"/>
              </a:defRPr>
            </a:lvl1pPr>
            <a:lvl2pPr marL="6858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2pPr>
            <a:lvl3pPr marL="1143000" indent="-228600" algn="l" defTabSz="914400" rtl="0" eaLnBrk="1" latinLnBrk="0" hangingPunct="1">
              <a:lnSpc>
                <a:spcPct val="90000"/>
              </a:lnSpc>
              <a:spcBef>
                <a:spcPts val="500"/>
              </a:spcBef>
              <a:buFont typeface="Wingdings" pitchFamily="2" charset="2"/>
              <a:buChar char="§"/>
              <a:defRPr sz="1800" b="0" i="0" kern="1200" baseline="0">
                <a:solidFill>
                  <a:schemeClr val="tx1"/>
                </a:solidFill>
                <a:latin typeface="Acumin Pro" panose="020B0504020202020204" pitchFamily="34" charset="77"/>
                <a:ea typeface="+mn-ea"/>
                <a:cs typeface="+mn-cs"/>
              </a:defRPr>
            </a:lvl3pPr>
            <a:lvl4pPr marL="1600200" indent="-228600" algn="l" defTabSz="914400" rtl="0" eaLnBrk="1" latinLnBrk="0" hangingPunct="1">
              <a:lnSpc>
                <a:spcPct val="90000"/>
              </a:lnSpc>
              <a:spcBef>
                <a:spcPts val="500"/>
              </a:spcBef>
              <a:buFont typeface="Wingdings" pitchFamily="2" charset="2"/>
              <a:buChar char="§"/>
              <a:defRPr sz="1500" b="0" i="0" kern="1200" baseline="0">
                <a:solidFill>
                  <a:schemeClr val="tx1"/>
                </a:solidFill>
                <a:latin typeface="Acumin Pro" panose="020B0504020202020204" pitchFamily="34" charset="77"/>
                <a:ea typeface="+mn-ea"/>
                <a:cs typeface="+mn-cs"/>
              </a:defRPr>
            </a:lvl4pPr>
            <a:lvl5pPr marL="2057400" indent="-228600" algn="l" defTabSz="914400" rtl="0" eaLnBrk="1" latinLnBrk="0" hangingPunct="1">
              <a:lnSpc>
                <a:spcPct val="90000"/>
              </a:lnSpc>
              <a:spcBef>
                <a:spcPts val="500"/>
              </a:spcBef>
              <a:buFont typeface="Wingdings" pitchFamily="2" charset="2"/>
              <a:buChar char="§"/>
              <a:defRPr sz="1400" b="0" i="0" kern="1200" baseline="0">
                <a:solidFill>
                  <a:schemeClr val="tx1"/>
                </a:solidFill>
                <a:latin typeface="Acumin Pro" panose="020B05040202020202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b="1" dirty="0"/>
              <a:t>Data</a:t>
            </a:r>
            <a:endParaRPr lang="en-US" sz="2400" b="1" dirty="0"/>
          </a:p>
        </p:txBody>
      </p:sp>
    </p:spTree>
    <p:extLst>
      <p:ext uri="{BB962C8B-B14F-4D97-AF65-F5344CB8AC3E}">
        <p14:creationId xmlns:p14="http://schemas.microsoft.com/office/powerpoint/2010/main" val="2027817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3" grpId="0" build="p"/>
      <p:bldP spid="4" grpId="0" build="p"/>
      <p:bldP spid="5" grpId="0" build="p"/>
      <p:bldP spid="8" grpId="0"/>
      <p:bldP spid="9"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EAA307A-6885-473A-9F29-2E97C11CD8FA}"/>
              </a:ext>
            </a:extLst>
          </p:cNvPr>
          <p:cNvSpPr>
            <a:spLocks noGrp="1"/>
          </p:cNvSpPr>
          <p:nvPr>
            <p:ph type="body" sz="quarter" idx="11"/>
          </p:nvPr>
        </p:nvSpPr>
        <p:spPr/>
        <p:txBody>
          <a:bodyPr/>
          <a:lstStyle/>
          <a:p>
            <a:endParaRPr lang="en-US"/>
          </a:p>
        </p:txBody>
      </p:sp>
      <p:sp>
        <p:nvSpPr>
          <p:cNvPr id="2" name="Title 1">
            <a:extLst>
              <a:ext uri="{FF2B5EF4-FFF2-40B4-BE49-F238E27FC236}">
                <a16:creationId xmlns:a16="http://schemas.microsoft.com/office/drawing/2014/main" id="{33EBB2AF-81D5-A1B5-BAAA-05C3143E4F27}"/>
              </a:ext>
            </a:extLst>
          </p:cNvPr>
          <p:cNvSpPr>
            <a:spLocks noGrp="1"/>
          </p:cNvSpPr>
          <p:nvPr>
            <p:ph type="title"/>
          </p:nvPr>
        </p:nvSpPr>
        <p:spPr/>
        <p:txBody>
          <a:bodyPr>
            <a:normAutofit fontScale="90000"/>
          </a:bodyPr>
          <a:lstStyle/>
          <a:p>
            <a:r>
              <a:rPr lang="en-US" dirty="0"/>
              <a:t>Three GENERAL Tiers of Cloud Services</a:t>
            </a:r>
          </a:p>
        </p:txBody>
      </p:sp>
      <p:sp>
        <p:nvSpPr>
          <p:cNvPr id="7" name="Content Placeholder 6">
            <a:extLst>
              <a:ext uri="{FF2B5EF4-FFF2-40B4-BE49-F238E27FC236}">
                <a16:creationId xmlns:a16="http://schemas.microsoft.com/office/drawing/2014/main" id="{DA21CD80-75A0-1D4A-D38E-88338683B2C1}"/>
              </a:ext>
            </a:extLst>
          </p:cNvPr>
          <p:cNvSpPr txBox="1">
            <a:spLocks/>
          </p:cNvSpPr>
          <p:nvPr/>
        </p:nvSpPr>
        <p:spPr>
          <a:xfrm>
            <a:off x="1056907" y="1815058"/>
            <a:ext cx="3084629" cy="1902698"/>
          </a:xfrm>
          <a:prstGeom prst="roundRect">
            <a:avLst/>
          </a:prstGeom>
          <a:ln w="28575">
            <a:solidFill>
              <a:srgbClr val="36C2B4"/>
            </a:solidFill>
          </a:ln>
        </p:spPr>
        <p:style>
          <a:lnRef idx="2">
            <a:schemeClr val="accent1"/>
          </a:lnRef>
          <a:fillRef idx="1">
            <a:schemeClr val="lt1"/>
          </a:fillRef>
          <a:effectRef idx="0">
            <a:schemeClr val="accent1"/>
          </a:effectRef>
          <a:fontRef idx="minor">
            <a:schemeClr val="dk1"/>
          </a:fontRef>
        </p:style>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IaaS</a:t>
            </a:r>
          </a:p>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a:t>
            </a:r>
            <a:r>
              <a:rPr lang="en-US" sz="2667"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infrastructure as a service</a:t>
            </a:r>
            <a:r>
              <a:rPr lang="en-US" sz="2667" dirty="0">
                <a:latin typeface="Amazon Ember" panose="020B0603020204020204" pitchFamily="34" charset="0"/>
                <a:ea typeface="Amazon Ember" panose="020B0603020204020204" pitchFamily="34" charset="0"/>
                <a:cs typeface="Amazon Ember" panose="020B0603020204020204" pitchFamily="34" charset="0"/>
              </a:rPr>
              <a:t>)</a:t>
            </a:r>
            <a:endParaRPr lang="en-US" sz="3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8" name="Content Placeholder 6">
            <a:extLst>
              <a:ext uri="{FF2B5EF4-FFF2-40B4-BE49-F238E27FC236}">
                <a16:creationId xmlns:a16="http://schemas.microsoft.com/office/drawing/2014/main" id="{8CA1846F-BB0E-39A9-B2B3-95E6D822EEAD}"/>
              </a:ext>
            </a:extLst>
          </p:cNvPr>
          <p:cNvSpPr txBox="1">
            <a:spLocks/>
          </p:cNvSpPr>
          <p:nvPr/>
        </p:nvSpPr>
        <p:spPr>
          <a:xfrm>
            <a:off x="4556787" y="1815058"/>
            <a:ext cx="3081528" cy="1901952"/>
          </a:xfrm>
          <a:prstGeom prst="roundRect">
            <a:avLst/>
          </a:prstGeom>
          <a:ln w="28575">
            <a:solidFill>
              <a:srgbClr val="D4DADA"/>
            </a:solidFill>
          </a:ln>
        </p:spPr>
        <p:style>
          <a:lnRef idx="2">
            <a:schemeClr val="accent2"/>
          </a:lnRef>
          <a:fillRef idx="1">
            <a:schemeClr val="lt1"/>
          </a:fillRef>
          <a:effectRef idx="0">
            <a:schemeClr val="accent2"/>
          </a:effectRef>
          <a:fontRef idx="minor">
            <a:schemeClr val="dk1"/>
          </a:fontRef>
        </p:style>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PaaS</a:t>
            </a:r>
          </a:p>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a:t>
            </a:r>
            <a:r>
              <a:rPr lang="en-US" sz="2667"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platform as a service</a:t>
            </a:r>
            <a:r>
              <a:rPr lang="en-US" sz="2667" dirty="0">
                <a:latin typeface="Amazon Ember" panose="020B0603020204020204" pitchFamily="34" charset="0"/>
                <a:ea typeface="Amazon Ember" panose="020B0603020204020204" pitchFamily="34" charset="0"/>
                <a:cs typeface="Amazon Ember" panose="020B0603020204020204" pitchFamily="34" charset="0"/>
              </a:rPr>
              <a:t>)</a:t>
            </a:r>
            <a:endParaRPr lang="en-US" sz="3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9" name="Content Placeholder 6">
            <a:extLst>
              <a:ext uri="{FF2B5EF4-FFF2-40B4-BE49-F238E27FC236}">
                <a16:creationId xmlns:a16="http://schemas.microsoft.com/office/drawing/2014/main" id="{289A2D14-C1F4-8A8A-BF8E-8D279B0AC0A3}"/>
              </a:ext>
            </a:extLst>
          </p:cNvPr>
          <p:cNvSpPr txBox="1">
            <a:spLocks/>
          </p:cNvSpPr>
          <p:nvPr/>
        </p:nvSpPr>
        <p:spPr>
          <a:xfrm>
            <a:off x="8089874" y="1815058"/>
            <a:ext cx="3081528" cy="1901952"/>
          </a:xfrm>
          <a:prstGeom prst="roundRect">
            <a:avLst/>
          </a:prstGeom>
          <a:ln w="28575">
            <a:solidFill>
              <a:srgbClr val="C9208A"/>
            </a:solidFill>
          </a:ln>
        </p:spPr>
        <p:style>
          <a:lnRef idx="2">
            <a:schemeClr val="accent4"/>
          </a:lnRef>
          <a:fillRef idx="1">
            <a:schemeClr val="lt1"/>
          </a:fillRef>
          <a:effectRef idx="0">
            <a:schemeClr val="accent4"/>
          </a:effectRef>
          <a:fontRef idx="minor">
            <a:schemeClr val="dk1"/>
          </a:fontRef>
        </p:style>
        <p:txBody>
          <a:bodyPr vert="horz" lIns="121920" tIns="60960" rIns="121920" bIns="60960" rtlCol="0">
            <a:noAutofit/>
          </a:bodyPr>
          <a:lstStyle>
            <a:lvl1pPr marL="0" indent="0" algn="l" defTabSz="457200" rtl="0" eaLnBrk="1" latinLnBrk="0" hangingPunct="1">
              <a:spcBef>
                <a:spcPct val="20000"/>
              </a:spcBef>
              <a:buFontTx/>
              <a:buNone/>
              <a:defRPr sz="2400" b="0" i="0" kern="1200">
                <a:solidFill>
                  <a:schemeClr val="tx1"/>
                </a:solidFill>
                <a:latin typeface="Arial"/>
                <a:ea typeface="+mn-ea"/>
                <a:cs typeface="Arial"/>
              </a:defRPr>
            </a:lvl1pPr>
            <a:lvl2pPr marL="344488" indent="-341313" algn="l" defTabSz="457200" rtl="0" eaLnBrk="1" latinLnBrk="0" hangingPunct="1">
              <a:spcBef>
                <a:spcPct val="20000"/>
              </a:spcBef>
              <a:buClr>
                <a:schemeClr val="accent1"/>
              </a:buClr>
              <a:buSzPct val="125000"/>
              <a:buFontTx/>
              <a:buBlip>
                <a:blip r:embed="rId2"/>
              </a:buBlip>
              <a:defRPr sz="2200" b="0" i="0" kern="1200">
                <a:solidFill>
                  <a:schemeClr val="tx1"/>
                </a:solidFill>
                <a:latin typeface="Arial"/>
                <a:ea typeface="+mn-ea"/>
                <a:cs typeface="Arial"/>
              </a:defRPr>
            </a:lvl2pPr>
            <a:lvl3pPr marL="625475" indent="-282575" algn="l" defTabSz="457200" rtl="0" eaLnBrk="1" latinLnBrk="0" hangingPunct="1">
              <a:spcBef>
                <a:spcPct val="20000"/>
              </a:spcBef>
              <a:buClr>
                <a:schemeClr val="accent1"/>
              </a:buClr>
              <a:buFont typeface="Wingdings" panose="05000000000000000000" pitchFamily="2" charset="2"/>
              <a:buChar char="Ø"/>
              <a:defRPr sz="2000" b="0" i="0" kern="1200" baseline="0">
                <a:solidFill>
                  <a:schemeClr val="tx1"/>
                </a:solidFill>
                <a:latin typeface="Arial"/>
                <a:ea typeface="+mn-ea"/>
                <a:cs typeface="Arial"/>
              </a:defRPr>
            </a:lvl3pPr>
            <a:lvl4pPr marL="914400" indent="-222250" algn="l" defTabSz="457200" rtl="0" eaLnBrk="1" latinLnBrk="0" hangingPunct="1">
              <a:spcBef>
                <a:spcPct val="20000"/>
              </a:spcBef>
              <a:buClr>
                <a:schemeClr val="accent1"/>
              </a:buClr>
              <a:buFont typeface="Arial" panose="020B0604020202020204" pitchFamily="34" charset="0"/>
              <a:buChar char="•"/>
              <a:defRPr sz="1800" b="0" i="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b="0" i="0" kern="1200">
                <a:solidFill>
                  <a:srgbClr val="595A5D"/>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SaaS</a:t>
            </a:r>
          </a:p>
          <a:p>
            <a:pPr algn="ctr"/>
            <a:r>
              <a:rPr lang="en-US" sz="2667" dirty="0">
                <a:latin typeface="Amazon Ember" panose="020B0603020204020204" pitchFamily="34" charset="0"/>
                <a:ea typeface="Amazon Ember" panose="020B0603020204020204" pitchFamily="34" charset="0"/>
                <a:cs typeface="Amazon Ember" panose="020B0603020204020204" pitchFamily="34" charset="0"/>
              </a:rPr>
              <a:t>(</a:t>
            </a:r>
            <a:r>
              <a:rPr lang="en-US" sz="2667" dirty="0">
                <a:solidFill>
                  <a:srgbClr val="000000"/>
                </a:solidFill>
                <a:latin typeface="Amazon Ember" panose="020B0603020204020204" pitchFamily="34" charset="0"/>
                <a:ea typeface="Amazon Ember" panose="020B0603020204020204" pitchFamily="34" charset="0"/>
                <a:cs typeface="Amazon Ember" panose="020B0603020204020204" pitchFamily="34" charset="0"/>
              </a:rPr>
              <a:t>software as a service</a:t>
            </a:r>
            <a:r>
              <a:rPr lang="en-US" sz="2667" dirty="0">
                <a:latin typeface="Amazon Ember" panose="020B0603020204020204" pitchFamily="34" charset="0"/>
                <a:ea typeface="Amazon Ember" panose="020B0603020204020204" pitchFamily="34" charset="0"/>
                <a:cs typeface="Amazon Ember" panose="020B0603020204020204" pitchFamily="34" charset="0"/>
              </a:rPr>
              <a:t>)</a:t>
            </a:r>
            <a:endParaRPr lang="en-US" sz="3200" dirty="0">
              <a:latin typeface="Amazon Ember" panose="020B0603020204020204" pitchFamily="34" charset="0"/>
              <a:ea typeface="Amazon Ember" panose="020B0603020204020204" pitchFamily="34" charset="0"/>
              <a:cs typeface="Amazon Ember" panose="020B0603020204020204" pitchFamily="34" charset="0"/>
            </a:endParaRPr>
          </a:p>
        </p:txBody>
      </p:sp>
      <p:sp>
        <p:nvSpPr>
          <p:cNvPr id="10" name="Right Arrow 9" descr="Right-arrow going from IaaS to SaaS.">
            <a:extLst>
              <a:ext uri="{FF2B5EF4-FFF2-40B4-BE49-F238E27FC236}">
                <a16:creationId xmlns:a16="http://schemas.microsoft.com/office/drawing/2014/main" id="{EA0710FE-AF69-50EB-F6A0-C709144BCC69}"/>
              </a:ext>
            </a:extLst>
          </p:cNvPr>
          <p:cNvSpPr/>
          <p:nvPr/>
        </p:nvSpPr>
        <p:spPr>
          <a:xfrm>
            <a:off x="1056907" y="4002764"/>
            <a:ext cx="10150803" cy="842963"/>
          </a:xfrm>
          <a:prstGeom prst="rightArrow">
            <a:avLst/>
          </a:prstGeom>
          <a:gradFill flip="none" rotWithShape="1">
            <a:gsLst>
              <a:gs pos="0">
                <a:srgbClr val="36C2B4"/>
              </a:gs>
              <a:gs pos="50000">
                <a:srgbClr val="D4DADA"/>
              </a:gs>
              <a:gs pos="100000">
                <a:srgbClr val="C9208A"/>
              </a:gs>
            </a:gsLst>
            <a:lin ang="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006B6E3C-77BD-8641-0CBD-5B9999772DFE}"/>
              </a:ext>
            </a:extLst>
          </p:cNvPr>
          <p:cNvSpPr txBox="1"/>
          <p:nvPr/>
        </p:nvSpPr>
        <p:spPr>
          <a:xfrm>
            <a:off x="1363440" y="5006351"/>
            <a:ext cx="2541080" cy="830997"/>
          </a:xfrm>
          <a:prstGeom prst="rect">
            <a:avLst/>
          </a:prstGeom>
          <a:noFill/>
        </p:spPr>
        <p:txBody>
          <a:bodyPr wrap="non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More control</a:t>
            </a:r>
            <a:br>
              <a:rPr lang="en-US" sz="2400" dirty="0">
                <a:latin typeface="Amazon Ember" panose="020B0603020204020204" pitchFamily="34" charset="0"/>
                <a:ea typeface="Amazon Ember" panose="020B0603020204020204" pitchFamily="34" charset="0"/>
                <a:cs typeface="Amazon Ember" panose="020B0603020204020204" pitchFamily="34" charset="0"/>
              </a:rPr>
            </a:br>
            <a:r>
              <a:rPr lang="en-US" sz="2400" dirty="0">
                <a:latin typeface="Amazon Ember" panose="020B0603020204020204" pitchFamily="34" charset="0"/>
                <a:ea typeface="Amazon Ember" panose="020B0603020204020204" pitchFamily="34" charset="0"/>
                <a:cs typeface="Amazon Ember" panose="020B0603020204020204" pitchFamily="34" charset="0"/>
              </a:rPr>
              <a:t>over IT resources</a:t>
            </a:r>
          </a:p>
        </p:txBody>
      </p:sp>
      <p:sp>
        <p:nvSpPr>
          <p:cNvPr id="12" name="TextBox 11">
            <a:extLst>
              <a:ext uri="{FF2B5EF4-FFF2-40B4-BE49-F238E27FC236}">
                <a16:creationId xmlns:a16="http://schemas.microsoft.com/office/drawing/2014/main" id="{0D346894-7EDD-D7AB-BEE9-D420F077B699}"/>
              </a:ext>
            </a:extLst>
          </p:cNvPr>
          <p:cNvSpPr txBox="1"/>
          <p:nvPr/>
        </p:nvSpPr>
        <p:spPr>
          <a:xfrm>
            <a:off x="8394857" y="5006351"/>
            <a:ext cx="2541080" cy="830997"/>
          </a:xfrm>
          <a:prstGeom prst="rect">
            <a:avLst/>
          </a:prstGeom>
          <a:noFill/>
        </p:spPr>
        <p:txBody>
          <a:bodyPr wrap="none" rtlCol="0">
            <a:spAutoFit/>
          </a:bodyPr>
          <a:lstStyle/>
          <a:p>
            <a:pPr algn="ctr"/>
            <a:r>
              <a:rPr lang="en-US" sz="2400" dirty="0">
                <a:latin typeface="Amazon Ember" panose="020B0603020204020204" pitchFamily="34" charset="0"/>
                <a:ea typeface="Amazon Ember" panose="020B0603020204020204" pitchFamily="34" charset="0"/>
                <a:cs typeface="Amazon Ember" panose="020B0603020204020204" pitchFamily="34" charset="0"/>
              </a:rPr>
              <a:t>Less control</a:t>
            </a:r>
            <a:br>
              <a:rPr lang="en-US" sz="2400" dirty="0">
                <a:latin typeface="Amazon Ember" panose="020B0603020204020204" pitchFamily="34" charset="0"/>
                <a:ea typeface="Amazon Ember" panose="020B0603020204020204" pitchFamily="34" charset="0"/>
                <a:cs typeface="Amazon Ember" panose="020B0603020204020204" pitchFamily="34" charset="0"/>
              </a:rPr>
            </a:br>
            <a:r>
              <a:rPr lang="en-US" sz="2400" dirty="0">
                <a:latin typeface="Amazon Ember" panose="020B0603020204020204" pitchFamily="34" charset="0"/>
                <a:ea typeface="Amazon Ember" panose="020B0603020204020204" pitchFamily="34" charset="0"/>
                <a:cs typeface="Amazon Ember" panose="020B0603020204020204" pitchFamily="34" charset="0"/>
              </a:rPr>
              <a:t>over IT resources</a:t>
            </a:r>
          </a:p>
        </p:txBody>
      </p:sp>
    </p:spTree>
    <p:extLst>
      <p:ext uri="{BB962C8B-B14F-4D97-AF65-F5344CB8AC3E}">
        <p14:creationId xmlns:p14="http://schemas.microsoft.com/office/powerpoint/2010/main" val="397848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p:bldP spid="1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7E3A014-1C46-C743-0B58-3413346B4CC0}"/>
              </a:ext>
            </a:extLst>
          </p:cNvPr>
          <p:cNvSpPr>
            <a:spLocks noGrp="1"/>
          </p:cNvSpPr>
          <p:nvPr>
            <p:ph type="body" sz="quarter" idx="11"/>
          </p:nvPr>
        </p:nvSpPr>
        <p:spPr/>
        <p:txBody>
          <a:bodyPr/>
          <a:lstStyle/>
          <a:p>
            <a:endParaRPr lang="en-US"/>
          </a:p>
        </p:txBody>
      </p:sp>
      <p:sp>
        <p:nvSpPr>
          <p:cNvPr id="3" name="Content Placeholder 2">
            <a:extLst>
              <a:ext uri="{FF2B5EF4-FFF2-40B4-BE49-F238E27FC236}">
                <a16:creationId xmlns:a16="http://schemas.microsoft.com/office/drawing/2014/main" id="{4C1219B0-721E-BFC3-4324-65DE46D1DC3D}"/>
              </a:ext>
            </a:extLst>
          </p:cNvPr>
          <p:cNvSpPr>
            <a:spLocks noGrp="1"/>
          </p:cNvSpPr>
          <p:nvPr>
            <p:ph type="body" sz="quarter" idx="10"/>
          </p:nvPr>
        </p:nvSpPr>
        <p:spPr/>
        <p:txBody>
          <a:bodyPr vert="horz" lIns="121920" tIns="60960" rIns="121920" bIns="60960" rtlCol="0" anchor="t">
            <a:normAutofit/>
          </a:bodyPr>
          <a:lstStyle/>
          <a:p>
            <a:r>
              <a:rPr lang="en-US" b="1" dirty="0"/>
              <a:t>What It Is:</a:t>
            </a:r>
            <a:r>
              <a:rPr lang="en-US" dirty="0"/>
              <a:t> Software that allows users to "do" something - store, send, backup, connect, research</a:t>
            </a:r>
          </a:p>
          <a:p>
            <a:r>
              <a:rPr lang="en-US" b="1" dirty="0"/>
              <a:t>Target Market: </a:t>
            </a:r>
            <a:r>
              <a:rPr lang="en-US" dirty="0"/>
              <a:t>End Users; non-technical</a:t>
            </a:r>
          </a:p>
          <a:p>
            <a:r>
              <a:rPr lang="en-US" b="1" dirty="0"/>
              <a:t>Examples:</a:t>
            </a:r>
            <a:r>
              <a:rPr lang="en-US" dirty="0"/>
              <a:t> Gmail, iCloud Drive, Google Photos, Outlook.com, Salesforce, Instagram, OneDrive</a:t>
            </a:r>
          </a:p>
          <a:p>
            <a:r>
              <a:rPr lang="en-US" b="1" dirty="0"/>
              <a:t>"Key" Features: </a:t>
            </a:r>
            <a:r>
              <a:rPr lang="en-US" dirty="0"/>
              <a:t>(these are not rules)</a:t>
            </a:r>
          </a:p>
          <a:p>
            <a:pPr marL="742950" lvl="1" indent="-285750">
              <a:buFont typeface="Arial" panose="020B0604020202020204" pitchFamily="34" charset="0"/>
              <a:buChar char="•"/>
            </a:pPr>
            <a:r>
              <a:rPr lang="en-US" dirty="0"/>
              <a:t>Generally, nothing to install</a:t>
            </a:r>
          </a:p>
          <a:p>
            <a:pPr marL="742950" lvl="1" indent="-285750">
              <a:buFont typeface="Arial" panose="020B0604020202020204" pitchFamily="34" charset="0"/>
              <a:buChar char="•"/>
            </a:pPr>
            <a:r>
              <a:rPr lang="en-US" dirty="0"/>
              <a:t>Users are not in control of versions or upgrades</a:t>
            </a:r>
          </a:p>
          <a:p>
            <a:pPr marL="742950" lvl="1" indent="-285750">
              <a:buFont typeface="Arial" panose="020B0604020202020204" pitchFamily="34" charset="0"/>
              <a:buChar char="•"/>
            </a:pPr>
            <a:r>
              <a:rPr lang="en-US" dirty="0"/>
              <a:t>Pay per level of use (even if it is free, you are just paying $0)</a:t>
            </a:r>
          </a:p>
          <a:p>
            <a:pPr marL="742950" lvl="1" indent="-285750">
              <a:buFont typeface="Arial" panose="020B0604020202020204" pitchFamily="34" charset="0"/>
              <a:buChar char="•"/>
            </a:pPr>
            <a:r>
              <a:rPr lang="en-US" dirty="0"/>
              <a:t>Not tied to a specific machine or device</a:t>
            </a:r>
          </a:p>
        </p:txBody>
      </p:sp>
      <p:sp>
        <p:nvSpPr>
          <p:cNvPr id="2" name="Title 1">
            <a:extLst>
              <a:ext uri="{FF2B5EF4-FFF2-40B4-BE49-F238E27FC236}">
                <a16:creationId xmlns:a16="http://schemas.microsoft.com/office/drawing/2014/main" id="{B0B45B04-7906-678E-6AFF-16394F3DABDD}"/>
              </a:ext>
            </a:extLst>
          </p:cNvPr>
          <p:cNvSpPr>
            <a:spLocks noGrp="1"/>
          </p:cNvSpPr>
          <p:nvPr>
            <p:ph type="title"/>
          </p:nvPr>
        </p:nvSpPr>
        <p:spPr/>
        <p:txBody>
          <a:bodyPr>
            <a:normAutofit fontScale="90000"/>
          </a:bodyPr>
          <a:lstStyle/>
          <a:p>
            <a:r>
              <a:rPr lang="en-US" dirty="0"/>
              <a:t>Software as a Service</a:t>
            </a:r>
          </a:p>
        </p:txBody>
      </p:sp>
    </p:spTree>
    <p:extLst>
      <p:ext uri="{BB962C8B-B14F-4D97-AF65-F5344CB8AC3E}">
        <p14:creationId xmlns:p14="http://schemas.microsoft.com/office/powerpoint/2010/main" val="381828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975A202-C586-4D44-AAB9-B4BBDAB8122D}"/>
              </a:ext>
            </a:extLst>
          </p:cNvPr>
          <p:cNvSpPr>
            <a:spLocks noGrp="1"/>
          </p:cNvSpPr>
          <p:nvPr>
            <p:ph type="body" sz="quarter" idx="11"/>
          </p:nvPr>
        </p:nvSpPr>
        <p:spPr/>
        <p:txBody>
          <a:bodyPr/>
          <a:lstStyle/>
          <a:p>
            <a:endParaRPr lang="en-US"/>
          </a:p>
        </p:txBody>
      </p:sp>
      <p:sp>
        <p:nvSpPr>
          <p:cNvPr id="3" name="Content Placeholder 2">
            <a:extLst>
              <a:ext uri="{FF2B5EF4-FFF2-40B4-BE49-F238E27FC236}">
                <a16:creationId xmlns:a16="http://schemas.microsoft.com/office/drawing/2014/main" id="{4C1219B0-721E-BFC3-4324-65DE46D1DC3D}"/>
              </a:ext>
            </a:extLst>
          </p:cNvPr>
          <p:cNvSpPr>
            <a:spLocks noGrp="1"/>
          </p:cNvSpPr>
          <p:nvPr>
            <p:ph type="body" sz="quarter" idx="10"/>
          </p:nvPr>
        </p:nvSpPr>
        <p:spPr/>
        <p:txBody>
          <a:bodyPr>
            <a:normAutofit/>
          </a:bodyPr>
          <a:lstStyle/>
          <a:p>
            <a:r>
              <a:rPr lang="en-US" b="1" dirty="0"/>
              <a:t>What It Is:</a:t>
            </a:r>
            <a:r>
              <a:rPr lang="en-US" dirty="0"/>
              <a:t> A tool or set of tools that allow users to "build" something</a:t>
            </a:r>
          </a:p>
          <a:p>
            <a:r>
              <a:rPr lang="en-US" b="1" dirty="0"/>
              <a:t>Target Market: </a:t>
            </a:r>
            <a:r>
              <a:rPr lang="en-US" dirty="0"/>
              <a:t>Developers / Creators</a:t>
            </a:r>
          </a:p>
          <a:p>
            <a:r>
              <a:rPr lang="en-US" b="1" dirty="0"/>
              <a:t>Examples:</a:t>
            </a:r>
            <a:r>
              <a:rPr lang="en-US" dirty="0"/>
              <a:t> Google App Engine, Heroku, Azure App Service, </a:t>
            </a:r>
            <a:r>
              <a:rPr lang="en-US" dirty="0">
                <a:solidFill>
                  <a:srgbClr val="FF0000"/>
                </a:solidFill>
              </a:rPr>
              <a:t>AWS Elastic Beanstalk</a:t>
            </a:r>
            <a:r>
              <a:rPr lang="en-US" dirty="0"/>
              <a:t>, hosted SQL Server instance, MongoDB Atlas</a:t>
            </a:r>
          </a:p>
          <a:p>
            <a:r>
              <a:rPr lang="en-US" b="1" dirty="0"/>
              <a:t>"Key" Features: </a:t>
            </a:r>
            <a:r>
              <a:rPr lang="en-US" dirty="0"/>
              <a:t>(these are not rules)</a:t>
            </a:r>
          </a:p>
          <a:p>
            <a:pPr marL="742950" lvl="1" indent="-285750">
              <a:buFont typeface="Arial" panose="020B0604020202020204" pitchFamily="34" charset="0"/>
              <a:buChar char="•"/>
            </a:pPr>
            <a:r>
              <a:rPr lang="en-US" dirty="0"/>
              <a:t>Some installation is possible (maybe a software development kit)</a:t>
            </a:r>
          </a:p>
          <a:p>
            <a:pPr marL="742950" lvl="1" indent="-285750">
              <a:buFont typeface="Arial" panose="020B0604020202020204" pitchFamily="34" charset="0"/>
              <a:buChar char="•"/>
            </a:pPr>
            <a:r>
              <a:rPr lang="en-US" dirty="0"/>
              <a:t>Applications with high memory or graphics needs</a:t>
            </a:r>
          </a:p>
          <a:p>
            <a:pPr marL="742950" lvl="1" indent="-285750">
              <a:buFont typeface="Arial" panose="020B0604020202020204" pitchFamily="34" charset="0"/>
              <a:buChar char="•"/>
            </a:pPr>
            <a:r>
              <a:rPr lang="en-US" dirty="0"/>
              <a:t>Users may choose from specific versions to use for compatibility</a:t>
            </a:r>
          </a:p>
          <a:p>
            <a:pPr marL="742950" lvl="1" indent="-285750">
              <a:buFont typeface="Arial" panose="020B0604020202020204" pitchFamily="34" charset="0"/>
              <a:buChar char="•"/>
            </a:pPr>
            <a:r>
              <a:rPr lang="en-US" dirty="0"/>
              <a:t>Pay per level of use (even if it is free, you are just paying $0)</a:t>
            </a:r>
          </a:p>
          <a:p>
            <a:pPr marL="742950" lvl="1" indent="-285750">
              <a:buFont typeface="Arial" panose="020B0604020202020204" pitchFamily="34" charset="0"/>
              <a:buChar char="•"/>
            </a:pPr>
            <a:r>
              <a:rPr lang="en-US" dirty="0"/>
              <a:t>Still don't have to think about underlying hardware; might have automatic scaling (elasticity)</a:t>
            </a:r>
          </a:p>
        </p:txBody>
      </p:sp>
      <p:sp>
        <p:nvSpPr>
          <p:cNvPr id="2" name="Title 1">
            <a:extLst>
              <a:ext uri="{FF2B5EF4-FFF2-40B4-BE49-F238E27FC236}">
                <a16:creationId xmlns:a16="http://schemas.microsoft.com/office/drawing/2014/main" id="{B0B45B04-7906-678E-6AFF-16394F3DABDD}"/>
              </a:ext>
            </a:extLst>
          </p:cNvPr>
          <p:cNvSpPr>
            <a:spLocks noGrp="1"/>
          </p:cNvSpPr>
          <p:nvPr>
            <p:ph type="title"/>
          </p:nvPr>
        </p:nvSpPr>
        <p:spPr/>
        <p:txBody>
          <a:bodyPr>
            <a:normAutofit fontScale="90000"/>
          </a:bodyPr>
          <a:lstStyle/>
          <a:p>
            <a:r>
              <a:rPr lang="en-US" dirty="0"/>
              <a:t>Platform as a Service</a:t>
            </a:r>
          </a:p>
        </p:txBody>
      </p:sp>
    </p:spTree>
    <p:extLst>
      <p:ext uri="{BB962C8B-B14F-4D97-AF65-F5344CB8AC3E}">
        <p14:creationId xmlns:p14="http://schemas.microsoft.com/office/powerpoint/2010/main" val="193386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1A377EB-642B-E47F-BD90-BFF506DC575A}"/>
              </a:ext>
            </a:extLst>
          </p:cNvPr>
          <p:cNvSpPr>
            <a:spLocks noGrp="1"/>
          </p:cNvSpPr>
          <p:nvPr>
            <p:ph type="body" sz="quarter" idx="11"/>
          </p:nvPr>
        </p:nvSpPr>
        <p:spPr/>
        <p:txBody>
          <a:bodyPr/>
          <a:lstStyle/>
          <a:p>
            <a:endParaRPr lang="en-US"/>
          </a:p>
        </p:txBody>
      </p:sp>
      <p:sp>
        <p:nvSpPr>
          <p:cNvPr id="3" name="Content Placeholder 2">
            <a:extLst>
              <a:ext uri="{FF2B5EF4-FFF2-40B4-BE49-F238E27FC236}">
                <a16:creationId xmlns:a16="http://schemas.microsoft.com/office/drawing/2014/main" id="{4C1219B0-721E-BFC3-4324-65DE46D1DC3D}"/>
              </a:ext>
            </a:extLst>
          </p:cNvPr>
          <p:cNvSpPr>
            <a:spLocks noGrp="1"/>
          </p:cNvSpPr>
          <p:nvPr>
            <p:ph type="body" sz="quarter" idx="10"/>
          </p:nvPr>
        </p:nvSpPr>
        <p:spPr/>
        <p:txBody>
          <a:bodyPr>
            <a:normAutofit/>
          </a:bodyPr>
          <a:lstStyle/>
          <a:p>
            <a:r>
              <a:rPr lang="en-US" b="1" dirty="0"/>
              <a:t>What It Is:</a:t>
            </a:r>
            <a:r>
              <a:rPr lang="en-US" dirty="0"/>
              <a:t> A hosted solution with specific features and capabilities as defined by the user ("A virtual machine in the cloud.")</a:t>
            </a:r>
          </a:p>
          <a:p>
            <a:r>
              <a:rPr lang="en-US" b="1" dirty="0"/>
              <a:t>Target Market: </a:t>
            </a:r>
            <a:r>
              <a:rPr lang="en-US" dirty="0"/>
              <a:t>Networking Engineers, Software Engineers, </a:t>
            </a:r>
            <a:r>
              <a:rPr lang="en-US" dirty="0" err="1"/>
              <a:t>SuperNerds</a:t>
            </a:r>
            <a:endParaRPr lang="en-US" dirty="0"/>
          </a:p>
          <a:p>
            <a:r>
              <a:rPr lang="en-US" b="1" dirty="0"/>
              <a:t>Examples:</a:t>
            </a:r>
            <a:r>
              <a:rPr lang="en-US" dirty="0"/>
              <a:t> Azure Virtual Machines, </a:t>
            </a:r>
            <a:r>
              <a:rPr lang="en-US" dirty="0">
                <a:solidFill>
                  <a:srgbClr val="FF0000"/>
                </a:solidFill>
              </a:rPr>
              <a:t>AWS EC2</a:t>
            </a:r>
            <a:r>
              <a:rPr lang="en-US" dirty="0"/>
              <a:t>, Google Compute Engine</a:t>
            </a:r>
          </a:p>
          <a:p>
            <a:r>
              <a:rPr lang="en-US" b="1" dirty="0"/>
              <a:t>"Key" Features: </a:t>
            </a:r>
            <a:r>
              <a:rPr lang="en-US" dirty="0"/>
              <a:t>(these are not rules)</a:t>
            </a:r>
          </a:p>
          <a:p>
            <a:pPr marL="742950" lvl="1" indent="-285750">
              <a:buFont typeface="Arial" panose="020B0604020202020204" pitchFamily="34" charset="0"/>
              <a:buChar char="•"/>
            </a:pPr>
            <a:r>
              <a:rPr lang="en-US" dirty="0"/>
              <a:t>Starts from a template or a blank slate</a:t>
            </a:r>
          </a:p>
          <a:p>
            <a:pPr marL="742950" lvl="1" indent="-285750">
              <a:buFont typeface="Arial" panose="020B0604020202020204" pitchFamily="34" charset="0"/>
              <a:buChar char="•"/>
            </a:pPr>
            <a:r>
              <a:rPr lang="en-US" dirty="0"/>
              <a:t>Users have more responsibility for updates and maintenance</a:t>
            </a:r>
          </a:p>
          <a:p>
            <a:pPr marL="742950" lvl="1" indent="-285750">
              <a:buFont typeface="Arial" panose="020B0604020202020204" pitchFamily="34" charset="0"/>
              <a:buChar char="•"/>
            </a:pPr>
            <a:r>
              <a:rPr lang="en-US" dirty="0"/>
              <a:t>Users control the installed software</a:t>
            </a:r>
          </a:p>
          <a:p>
            <a:pPr marL="742950" lvl="1" indent="-285750">
              <a:buFont typeface="Arial" panose="020B0604020202020204" pitchFamily="34" charset="0"/>
              <a:buChar char="•"/>
            </a:pPr>
            <a:r>
              <a:rPr lang="en-US" dirty="0"/>
              <a:t>Pay per level of use (even if it is free, you are just paying $0)</a:t>
            </a:r>
          </a:p>
          <a:p>
            <a:pPr marL="742950" lvl="1" indent="-285750">
              <a:buFont typeface="Arial" panose="020B0604020202020204" pitchFamily="34" charset="0"/>
              <a:buChar char="•"/>
            </a:pPr>
            <a:r>
              <a:rPr lang="en-US" dirty="0"/>
              <a:t>More security concerns</a:t>
            </a:r>
          </a:p>
        </p:txBody>
      </p:sp>
      <p:sp>
        <p:nvSpPr>
          <p:cNvPr id="2" name="Title 1">
            <a:extLst>
              <a:ext uri="{FF2B5EF4-FFF2-40B4-BE49-F238E27FC236}">
                <a16:creationId xmlns:a16="http://schemas.microsoft.com/office/drawing/2014/main" id="{B0B45B04-7906-678E-6AFF-16394F3DABDD}"/>
              </a:ext>
            </a:extLst>
          </p:cNvPr>
          <p:cNvSpPr>
            <a:spLocks noGrp="1"/>
          </p:cNvSpPr>
          <p:nvPr>
            <p:ph type="title"/>
          </p:nvPr>
        </p:nvSpPr>
        <p:spPr/>
        <p:txBody>
          <a:bodyPr>
            <a:normAutofit fontScale="90000"/>
          </a:bodyPr>
          <a:lstStyle/>
          <a:p>
            <a:r>
              <a:rPr lang="en-US" dirty="0"/>
              <a:t>Infrastructure as a Service</a:t>
            </a:r>
          </a:p>
        </p:txBody>
      </p:sp>
    </p:spTree>
    <p:extLst>
      <p:ext uri="{BB962C8B-B14F-4D97-AF65-F5344CB8AC3E}">
        <p14:creationId xmlns:p14="http://schemas.microsoft.com/office/powerpoint/2010/main" val="4186009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pic>
        <p:nvPicPr>
          <p:cNvPr id="332" name="Google Shape;332;p37"/>
          <p:cNvPicPr preferRelativeResize="0"/>
          <p:nvPr/>
        </p:nvPicPr>
        <p:blipFill>
          <a:blip r:embed="rId3">
            <a:alphaModFix/>
          </a:blip>
          <a:stretch>
            <a:fillRect/>
          </a:stretch>
        </p:blipFill>
        <p:spPr>
          <a:xfrm>
            <a:off x="1788700" y="1200302"/>
            <a:ext cx="8716851" cy="4282375"/>
          </a:xfrm>
          <a:prstGeom prst="rect">
            <a:avLst/>
          </a:prstGeom>
          <a:noFill/>
          <a:ln>
            <a:noFill/>
          </a:ln>
        </p:spPr>
      </p:pic>
      <p:sp>
        <p:nvSpPr>
          <p:cNvPr id="4" name="Text Placeholder 3">
            <a:extLst>
              <a:ext uri="{FF2B5EF4-FFF2-40B4-BE49-F238E27FC236}">
                <a16:creationId xmlns:a16="http://schemas.microsoft.com/office/drawing/2014/main" id="{511FB64E-992C-1B2B-4D7B-C1BDC20617B3}"/>
              </a:ext>
            </a:extLst>
          </p:cNvPr>
          <p:cNvSpPr>
            <a:spLocks noGrp="1"/>
          </p:cNvSpPr>
          <p:nvPr>
            <p:ph type="body" sz="quarter" idx="11"/>
          </p:nvPr>
        </p:nvSpPr>
        <p:spPr/>
        <p:txBody>
          <a:bodyPr/>
          <a:lstStyle/>
          <a:p>
            <a:endParaRPr lang="en-US"/>
          </a:p>
        </p:txBody>
      </p:sp>
      <p:sp>
        <p:nvSpPr>
          <p:cNvPr id="2" name="Title 1">
            <a:extLst>
              <a:ext uri="{FF2B5EF4-FFF2-40B4-BE49-F238E27FC236}">
                <a16:creationId xmlns:a16="http://schemas.microsoft.com/office/drawing/2014/main" id="{C8C8B95D-7ED6-D48F-BCDE-E4D1BAA01E3E}"/>
              </a:ext>
            </a:extLst>
          </p:cNvPr>
          <p:cNvSpPr>
            <a:spLocks noGrp="1"/>
          </p:cNvSpPr>
          <p:nvPr>
            <p:ph type="title"/>
          </p:nvPr>
        </p:nvSpPr>
        <p:spPr/>
        <p:txBody>
          <a:bodyPr>
            <a:normAutofit fontScale="90000"/>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A screenshot of a computer&#10;&#10;Description automatically generated">
            <a:extLst>
              <a:ext uri="{FF2B5EF4-FFF2-40B4-BE49-F238E27FC236}">
                <a16:creationId xmlns:a16="http://schemas.microsoft.com/office/drawing/2014/main" id="{59987575-FFFD-1FCB-9FC3-555971908EBA}"/>
              </a:ext>
            </a:extLst>
          </p:cNvPr>
          <p:cNvPicPr>
            <a:picLocks noGrp="1" noChangeAspect="1"/>
          </p:cNvPicPr>
          <p:nvPr>
            <p:ph type="pic" sz="quarter" idx="11"/>
          </p:nvPr>
        </p:nvPicPr>
        <p:blipFill>
          <a:blip r:embed="rId2"/>
          <a:stretch>
            <a:fillRect/>
          </a:stretch>
        </p:blipFill>
        <p:spPr>
          <a:xfrm>
            <a:off x="1155940" y="1787288"/>
            <a:ext cx="9880120" cy="3283423"/>
          </a:xfrm>
          <a:prstGeom prst="rect">
            <a:avLst/>
          </a:prstGeom>
        </p:spPr>
      </p:pic>
      <p:sp>
        <p:nvSpPr>
          <p:cNvPr id="3" name="Slide Number Placeholder 2">
            <a:extLst>
              <a:ext uri="{FF2B5EF4-FFF2-40B4-BE49-F238E27FC236}">
                <a16:creationId xmlns:a16="http://schemas.microsoft.com/office/drawing/2014/main" id="{1F788331-8A00-E5A0-5D06-712656359E07}"/>
              </a:ext>
            </a:extLst>
          </p:cNvPr>
          <p:cNvSpPr>
            <a:spLocks noGrp="1"/>
          </p:cNvSpPr>
          <p:nvPr>
            <p:ph type="sldNum" sz="quarter" idx="12"/>
          </p:nvPr>
        </p:nvSpPr>
        <p:spPr/>
        <p:txBody>
          <a:bodyPr/>
          <a:lstStyle/>
          <a:p>
            <a:fld id="{F994776A-187E-9540-9EA4-8D5781AB769D}" type="slidenum">
              <a:rPr lang="en-US" smtClean="0"/>
              <a:pPr/>
              <a:t>25</a:t>
            </a:fld>
            <a:endParaRPr lang="en-US" dirty="0"/>
          </a:p>
        </p:txBody>
      </p:sp>
    </p:spTree>
    <p:extLst>
      <p:ext uri="{BB962C8B-B14F-4D97-AF65-F5344CB8AC3E}">
        <p14:creationId xmlns:p14="http://schemas.microsoft.com/office/powerpoint/2010/main" val="28029200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E578C-8B82-1612-03C0-972050BBA044}"/>
              </a:ext>
            </a:extLst>
          </p:cNvPr>
          <p:cNvSpPr>
            <a:spLocks noGrp="1"/>
          </p:cNvSpPr>
          <p:nvPr>
            <p:ph type="title"/>
          </p:nvPr>
        </p:nvSpPr>
        <p:spPr/>
        <p:txBody>
          <a:bodyPr/>
          <a:lstStyle/>
          <a:p>
            <a:r>
              <a:rPr lang="en-US" dirty="0"/>
              <a:t>So…Which Cloud?</a:t>
            </a:r>
          </a:p>
        </p:txBody>
      </p:sp>
      <p:sp>
        <p:nvSpPr>
          <p:cNvPr id="3" name="Text Placeholder 2">
            <a:extLst>
              <a:ext uri="{FF2B5EF4-FFF2-40B4-BE49-F238E27FC236}">
                <a16:creationId xmlns:a16="http://schemas.microsoft.com/office/drawing/2014/main" id="{93339D96-8804-B66A-36AF-9B3B24546905}"/>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E09E666F-6587-F520-CDD4-F74318105A15}"/>
              </a:ext>
            </a:extLst>
          </p:cNvPr>
          <p:cNvSpPr>
            <a:spLocks noGrp="1"/>
          </p:cNvSpPr>
          <p:nvPr>
            <p:ph type="body" sz="quarter" idx="11"/>
          </p:nvPr>
        </p:nvSpPr>
        <p:spPr/>
        <p:txBody>
          <a:bodyPr/>
          <a:lstStyle/>
          <a:p>
            <a:endParaRPr lang="en-US"/>
          </a:p>
        </p:txBody>
      </p:sp>
      <p:sp>
        <p:nvSpPr>
          <p:cNvPr id="5" name="Slide Number Placeholder 4">
            <a:extLst>
              <a:ext uri="{FF2B5EF4-FFF2-40B4-BE49-F238E27FC236}">
                <a16:creationId xmlns:a16="http://schemas.microsoft.com/office/drawing/2014/main" id="{EC77A1BD-8B6F-82DD-2339-AF2B9800B500}"/>
              </a:ext>
            </a:extLst>
          </p:cNvPr>
          <p:cNvSpPr>
            <a:spLocks noGrp="1"/>
          </p:cNvSpPr>
          <p:nvPr>
            <p:ph type="sldNum" sz="quarter" idx="12"/>
          </p:nvPr>
        </p:nvSpPr>
        <p:spPr/>
        <p:txBody>
          <a:bodyPr/>
          <a:lstStyle/>
          <a:p>
            <a:fld id="{F994776A-187E-9540-9EA4-8D5781AB769D}" type="slidenum">
              <a:rPr lang="en-US" smtClean="0"/>
              <a:pPr/>
              <a:t>26</a:t>
            </a:fld>
            <a:endParaRPr lang="en-US" dirty="0"/>
          </a:p>
        </p:txBody>
      </p:sp>
    </p:spTree>
    <p:extLst>
      <p:ext uri="{BB962C8B-B14F-4D97-AF65-F5344CB8AC3E}">
        <p14:creationId xmlns:p14="http://schemas.microsoft.com/office/powerpoint/2010/main" val="15524675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D59D8EF-A4C1-9B94-58E5-250BC98D8C73}"/>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32C5C610-9476-EF7B-433B-05D41B0A7AFF}"/>
              </a:ext>
            </a:extLst>
          </p:cNvPr>
          <p:cNvSpPr>
            <a:spLocks noGrp="1"/>
          </p:cNvSpPr>
          <p:nvPr>
            <p:ph type="body" sz="quarter" idx="10"/>
          </p:nvPr>
        </p:nvSpPr>
        <p:spPr/>
        <p:txBody>
          <a:bodyPr/>
          <a:lstStyle/>
          <a:p>
            <a:pPr marL="342900" indent="-342900">
              <a:buAutoNum type="arabicPeriod"/>
            </a:pPr>
            <a:r>
              <a:rPr lang="en-US" b="1" dirty="0"/>
              <a:t>AWS</a:t>
            </a:r>
            <a:r>
              <a:rPr lang="en-US" dirty="0"/>
              <a:t>: Storage and Compute</a:t>
            </a:r>
          </a:p>
          <a:p>
            <a:pPr marL="800100" lvl="1" indent="-342900">
              <a:buFont typeface="+mj-lt"/>
              <a:buAutoNum type="alphaLcPeriod"/>
            </a:pPr>
            <a:r>
              <a:rPr lang="en-US" dirty="0"/>
              <a:t>First to market</a:t>
            </a:r>
          </a:p>
          <a:p>
            <a:pPr marL="800100" lvl="1" indent="-342900">
              <a:buFont typeface="+mj-lt"/>
              <a:buAutoNum type="alphaLcPeriod"/>
            </a:pPr>
            <a:r>
              <a:rPr lang="en-US" dirty="0"/>
              <a:t>Cheap (to start)</a:t>
            </a:r>
          </a:p>
          <a:p>
            <a:pPr marL="800100" lvl="1" indent="-342900">
              <a:buFont typeface="+mj-lt"/>
              <a:buAutoNum type="alphaLcPeriod"/>
            </a:pPr>
            <a:r>
              <a:rPr lang="en-US" dirty="0"/>
              <a:t>Now: expensive(r)</a:t>
            </a:r>
          </a:p>
          <a:p>
            <a:pPr marL="342900" indent="-342900">
              <a:buAutoNum type="arabicPeriod"/>
            </a:pPr>
            <a:r>
              <a:rPr lang="en-US" b="1" dirty="0"/>
              <a:t>Google</a:t>
            </a:r>
            <a:r>
              <a:rPr lang="en-US" dirty="0"/>
              <a:t>: Data, Analytics, and ML/AI</a:t>
            </a:r>
          </a:p>
          <a:p>
            <a:pPr marL="800100" lvl="1" indent="-342900">
              <a:buFont typeface="+mj-lt"/>
              <a:buAutoNum type="alphaLcPeriod"/>
            </a:pPr>
            <a:r>
              <a:rPr lang="en-US" dirty="0"/>
              <a:t>Used its prowess with search and analytics to attract customers</a:t>
            </a:r>
          </a:p>
          <a:p>
            <a:pPr marL="800100" lvl="1" indent="-342900">
              <a:buFont typeface="+mj-lt"/>
              <a:buAutoNum type="alphaLcPeriod"/>
            </a:pPr>
            <a:r>
              <a:rPr lang="en-US" dirty="0"/>
              <a:t>Has always had an ADHD mindset – jumps from one project to the next</a:t>
            </a:r>
          </a:p>
          <a:p>
            <a:pPr marL="800100" lvl="1" indent="-342900">
              <a:buFont typeface="+mj-lt"/>
              <a:buAutoNum type="alphaLcPeriod"/>
            </a:pPr>
            <a:r>
              <a:rPr lang="en-US" dirty="0"/>
              <a:t>Is still a serious player, but stuck in a rut</a:t>
            </a:r>
          </a:p>
          <a:p>
            <a:pPr marL="342900" indent="-342900">
              <a:buAutoNum type="arabicPeriod"/>
            </a:pPr>
            <a:r>
              <a:rPr lang="en-US" b="1" dirty="0"/>
              <a:t>Azure</a:t>
            </a:r>
            <a:r>
              <a:rPr lang="en-US" dirty="0"/>
              <a:t>: Good for lifting and shifting</a:t>
            </a:r>
          </a:p>
          <a:p>
            <a:pPr marL="800100" lvl="1" indent="-342900">
              <a:buFont typeface="+mj-lt"/>
              <a:buAutoNum type="alphaLcPeriod"/>
            </a:pPr>
            <a:r>
              <a:rPr lang="en-US" dirty="0"/>
              <a:t>Many enterprises already have Microsoft implementations</a:t>
            </a:r>
          </a:p>
          <a:p>
            <a:pPr marL="800100" lvl="1" indent="-342900">
              <a:buFont typeface="+mj-lt"/>
              <a:buAutoNum type="alphaLcPeriod"/>
            </a:pPr>
            <a:r>
              <a:rPr lang="en-US" dirty="0"/>
              <a:t>Azure made its bones on allowing companies to move from on-prem to off-prem (or hybrid)</a:t>
            </a:r>
          </a:p>
          <a:p>
            <a:pPr marL="800100" lvl="1" indent="-342900">
              <a:buFont typeface="+mj-lt"/>
              <a:buAutoNum type="alphaLcPeriod"/>
            </a:pPr>
            <a:r>
              <a:rPr lang="en-US" dirty="0"/>
              <a:t>Making big leaps in ML/AI (OpenAI)</a:t>
            </a:r>
          </a:p>
          <a:p>
            <a:pPr marL="800100" lvl="1" indent="-342900">
              <a:buAutoNum type="alphaLcPeriod"/>
            </a:pPr>
            <a:endParaRPr lang="en-US" dirty="0"/>
          </a:p>
          <a:p>
            <a:pPr marL="800100" lvl="1" indent="-342900">
              <a:buAutoNum type="alphaLcPeriod"/>
            </a:pPr>
            <a:endParaRPr lang="en-US" dirty="0"/>
          </a:p>
        </p:txBody>
      </p:sp>
      <p:sp>
        <p:nvSpPr>
          <p:cNvPr id="4" name="Title 3">
            <a:extLst>
              <a:ext uri="{FF2B5EF4-FFF2-40B4-BE49-F238E27FC236}">
                <a16:creationId xmlns:a16="http://schemas.microsoft.com/office/drawing/2014/main" id="{48707DBC-E22D-9133-29D3-296891472572}"/>
              </a:ext>
            </a:extLst>
          </p:cNvPr>
          <p:cNvSpPr>
            <a:spLocks noGrp="1"/>
          </p:cNvSpPr>
          <p:nvPr>
            <p:ph type="title"/>
          </p:nvPr>
        </p:nvSpPr>
        <p:spPr/>
        <p:txBody>
          <a:bodyPr>
            <a:normAutofit fontScale="90000"/>
          </a:bodyPr>
          <a:lstStyle/>
          <a:p>
            <a:r>
              <a:rPr lang="en-US" dirty="0"/>
              <a:t>The "Old" way of thinking about clouds</a:t>
            </a:r>
          </a:p>
        </p:txBody>
      </p:sp>
      <p:sp>
        <p:nvSpPr>
          <p:cNvPr id="5" name="Slide Number Placeholder 4">
            <a:extLst>
              <a:ext uri="{FF2B5EF4-FFF2-40B4-BE49-F238E27FC236}">
                <a16:creationId xmlns:a16="http://schemas.microsoft.com/office/drawing/2014/main" id="{AA811881-E2E4-11EA-D4E6-AFC93DE17A41}"/>
              </a:ext>
            </a:extLst>
          </p:cNvPr>
          <p:cNvSpPr>
            <a:spLocks noGrp="1"/>
          </p:cNvSpPr>
          <p:nvPr>
            <p:ph type="sldNum" sz="quarter" idx="12"/>
          </p:nvPr>
        </p:nvSpPr>
        <p:spPr/>
        <p:txBody>
          <a:bodyPr/>
          <a:lstStyle/>
          <a:p>
            <a:fld id="{F994776A-187E-9540-9EA4-8D5781AB769D}" type="slidenum">
              <a:rPr lang="en-US" smtClean="0"/>
              <a:pPr/>
              <a:t>27</a:t>
            </a:fld>
            <a:endParaRPr lang="en-US" dirty="0"/>
          </a:p>
        </p:txBody>
      </p:sp>
    </p:spTree>
    <p:extLst>
      <p:ext uri="{BB962C8B-B14F-4D97-AF65-F5344CB8AC3E}">
        <p14:creationId xmlns:p14="http://schemas.microsoft.com/office/powerpoint/2010/main" val="180938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BC1FBC8-B776-4136-9A83-F27CCE472359}"/>
              </a:ext>
            </a:extLst>
          </p:cNvPr>
          <p:cNvSpPr>
            <a:spLocks noGrp="1"/>
          </p:cNvSpPr>
          <p:nvPr>
            <p:ph type="sldNum" sz="quarter" idx="12"/>
          </p:nvPr>
        </p:nvSpPr>
        <p:spPr/>
        <p:txBody>
          <a:bodyPr/>
          <a:lstStyle/>
          <a:p>
            <a:fld id="{F994776A-187E-9540-9EA4-8D5781AB769D}" type="slidenum">
              <a:rPr lang="en-US" smtClean="0"/>
              <a:pPr/>
              <a:t>28</a:t>
            </a:fld>
            <a:endParaRPr lang="en-US" dirty="0"/>
          </a:p>
        </p:txBody>
      </p:sp>
      <p:pic>
        <p:nvPicPr>
          <p:cNvPr id="1026" name="Picture 2" descr="Infographic: The Big Three Stay Ahead in Ever-Growing Cloud Market | Statista">
            <a:extLst>
              <a:ext uri="{FF2B5EF4-FFF2-40B4-BE49-F238E27FC236}">
                <a16:creationId xmlns:a16="http://schemas.microsoft.com/office/drawing/2014/main" id="{EC5805E9-B729-3CF8-9C43-59D559EF54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50265" y="224250"/>
            <a:ext cx="5994952" cy="5994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3488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602A7-4569-0BC3-0BAE-BF2AC097805D}"/>
              </a:ext>
            </a:extLst>
          </p:cNvPr>
          <p:cNvSpPr>
            <a:spLocks noGrp="1"/>
          </p:cNvSpPr>
          <p:nvPr>
            <p:ph type="title"/>
          </p:nvPr>
        </p:nvSpPr>
        <p:spPr/>
        <p:txBody>
          <a:bodyPr/>
          <a:lstStyle/>
          <a:p>
            <a:r>
              <a:rPr lang="en-US" dirty="0"/>
              <a:t>How will you learn?</a:t>
            </a:r>
          </a:p>
        </p:txBody>
      </p:sp>
      <p:sp>
        <p:nvSpPr>
          <p:cNvPr id="3" name="Text Placeholder 2">
            <a:extLst>
              <a:ext uri="{FF2B5EF4-FFF2-40B4-BE49-F238E27FC236}">
                <a16:creationId xmlns:a16="http://schemas.microsoft.com/office/drawing/2014/main" id="{D7608E28-0803-4B0E-357F-7CADE24F090A}"/>
              </a:ext>
            </a:extLst>
          </p:cNvPr>
          <p:cNvSpPr>
            <a:spLocks noGrp="1"/>
          </p:cNvSpPr>
          <p:nvPr>
            <p:ph type="body" sz="quarter" idx="10"/>
          </p:nvPr>
        </p:nvSpPr>
        <p:spPr/>
        <p:txBody>
          <a:bodyPr/>
          <a:lstStyle/>
          <a:p>
            <a:endParaRPr lang="en-US"/>
          </a:p>
        </p:txBody>
      </p:sp>
      <p:sp>
        <p:nvSpPr>
          <p:cNvPr id="4" name="Text Placeholder 3">
            <a:extLst>
              <a:ext uri="{FF2B5EF4-FFF2-40B4-BE49-F238E27FC236}">
                <a16:creationId xmlns:a16="http://schemas.microsoft.com/office/drawing/2014/main" id="{066C0A13-0EA5-77A4-9573-806313884063}"/>
              </a:ext>
            </a:extLst>
          </p:cNvPr>
          <p:cNvSpPr>
            <a:spLocks noGrp="1"/>
          </p:cNvSpPr>
          <p:nvPr>
            <p:ph type="body" sz="quarter" idx="11"/>
          </p:nvPr>
        </p:nvSpPr>
        <p:spPr/>
        <p:txBody>
          <a:bodyPr/>
          <a:lstStyle/>
          <a:p>
            <a:endParaRPr lang="en-US"/>
          </a:p>
        </p:txBody>
      </p:sp>
      <p:sp>
        <p:nvSpPr>
          <p:cNvPr id="5" name="Slide Number Placeholder 4">
            <a:extLst>
              <a:ext uri="{FF2B5EF4-FFF2-40B4-BE49-F238E27FC236}">
                <a16:creationId xmlns:a16="http://schemas.microsoft.com/office/drawing/2014/main" id="{8F543E7A-74C6-CA4A-9AC7-49031BE9A8E7}"/>
              </a:ext>
            </a:extLst>
          </p:cNvPr>
          <p:cNvSpPr>
            <a:spLocks noGrp="1"/>
          </p:cNvSpPr>
          <p:nvPr>
            <p:ph type="sldNum" sz="quarter" idx="12"/>
          </p:nvPr>
        </p:nvSpPr>
        <p:spPr/>
        <p:txBody>
          <a:bodyPr/>
          <a:lstStyle/>
          <a:p>
            <a:fld id="{F994776A-187E-9540-9EA4-8D5781AB769D}" type="slidenum">
              <a:rPr lang="en-US" smtClean="0"/>
              <a:pPr/>
              <a:t>29</a:t>
            </a:fld>
            <a:endParaRPr lang="en-US" dirty="0"/>
          </a:p>
        </p:txBody>
      </p:sp>
    </p:spTree>
    <p:extLst>
      <p:ext uri="{BB962C8B-B14F-4D97-AF65-F5344CB8AC3E}">
        <p14:creationId xmlns:p14="http://schemas.microsoft.com/office/powerpoint/2010/main" val="2952195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3F3CDFB-5331-7DAB-63E5-A5BDF98F592E}"/>
              </a:ext>
            </a:extLst>
          </p:cNvPr>
          <p:cNvSpPr>
            <a:spLocks noGrp="1"/>
          </p:cNvSpPr>
          <p:nvPr>
            <p:ph type="body" sz="quarter" idx="11"/>
          </p:nvPr>
        </p:nvSpPr>
        <p:spPr/>
        <p:txBody>
          <a:bodyPr/>
          <a:lstStyle/>
          <a:p>
            <a:endParaRPr lang="en-US"/>
          </a:p>
        </p:txBody>
      </p:sp>
      <p:sp>
        <p:nvSpPr>
          <p:cNvPr id="3" name="Text Placeholder 2">
            <a:extLst>
              <a:ext uri="{FF2B5EF4-FFF2-40B4-BE49-F238E27FC236}">
                <a16:creationId xmlns:a16="http://schemas.microsoft.com/office/drawing/2014/main" id="{1BE0DBF1-00FB-DB1C-3766-ED0DD1A119F5}"/>
              </a:ext>
            </a:extLst>
          </p:cNvPr>
          <p:cNvSpPr>
            <a:spLocks noGrp="1"/>
          </p:cNvSpPr>
          <p:nvPr>
            <p:ph type="body" sz="quarter" idx="10"/>
          </p:nvPr>
        </p:nvSpPr>
        <p:spPr/>
        <p:txBody>
          <a:bodyPr/>
          <a:lstStyle/>
          <a:p>
            <a:pPr marL="285750" indent="-285750">
              <a:buFont typeface="Arial" panose="020B0604020202020204" pitchFamily="34" charset="0"/>
              <a:buChar char="•"/>
            </a:pPr>
            <a:r>
              <a:rPr lang="en-US" dirty="0"/>
              <a:t>Hands-on labs through AWS Academy</a:t>
            </a:r>
          </a:p>
          <a:p>
            <a:pPr marL="285750" indent="-285750">
              <a:buFont typeface="Arial" panose="020B0604020202020204" pitchFamily="34" charset="0"/>
              <a:buChar char="•"/>
            </a:pPr>
            <a:r>
              <a:rPr lang="en-US" dirty="0"/>
              <a:t>A few hands-on labs during class time (later in the term)</a:t>
            </a:r>
          </a:p>
          <a:p>
            <a:pPr marL="285750" indent="-285750">
              <a:buFont typeface="Arial" panose="020B0604020202020204" pitchFamily="34" charset="0"/>
              <a:buChar char="•"/>
            </a:pPr>
            <a:r>
              <a:rPr lang="en-US" dirty="0"/>
              <a:t>Practice quizzes based on the CLF-C02 exam</a:t>
            </a:r>
          </a:p>
          <a:p>
            <a:pPr marL="285750" indent="-285750">
              <a:buFont typeface="Arial" panose="020B0604020202020204" pitchFamily="34" charset="0"/>
              <a:buChar char="•"/>
            </a:pPr>
            <a:r>
              <a:rPr lang="en-US" dirty="0"/>
              <a:t>Final Project options</a:t>
            </a:r>
          </a:p>
          <a:p>
            <a:pPr marL="800100" lvl="1" indent="-342900">
              <a:buFont typeface="+mj-lt"/>
              <a:buAutoNum type="arabicPeriod"/>
            </a:pPr>
            <a:r>
              <a:rPr lang="en-US" dirty="0"/>
              <a:t>Take the CLF-C02 exam</a:t>
            </a:r>
          </a:p>
          <a:p>
            <a:pPr marL="800100" lvl="1" indent="-342900">
              <a:buFont typeface="+mj-lt"/>
              <a:buAutoNum type="arabicPeriod"/>
            </a:pPr>
            <a:r>
              <a:rPr lang="en-US" dirty="0"/>
              <a:t>Final project following my instructions</a:t>
            </a:r>
          </a:p>
        </p:txBody>
      </p:sp>
      <p:sp>
        <p:nvSpPr>
          <p:cNvPr id="4" name="Title 3">
            <a:extLst>
              <a:ext uri="{FF2B5EF4-FFF2-40B4-BE49-F238E27FC236}">
                <a16:creationId xmlns:a16="http://schemas.microsoft.com/office/drawing/2014/main" id="{C69DA06A-E03F-6BC2-9E95-9BDCCA21A604}"/>
              </a:ext>
            </a:extLst>
          </p:cNvPr>
          <p:cNvSpPr>
            <a:spLocks noGrp="1"/>
          </p:cNvSpPr>
          <p:nvPr>
            <p:ph type="title"/>
          </p:nvPr>
        </p:nvSpPr>
        <p:spPr/>
        <p:txBody>
          <a:bodyPr>
            <a:normAutofit fontScale="90000"/>
          </a:bodyPr>
          <a:lstStyle/>
          <a:p>
            <a:r>
              <a:rPr lang="en-US" dirty="0"/>
              <a:t>Activities in the Course</a:t>
            </a:r>
          </a:p>
        </p:txBody>
      </p:sp>
      <p:sp>
        <p:nvSpPr>
          <p:cNvPr id="5" name="Slide Number Placeholder 4">
            <a:extLst>
              <a:ext uri="{FF2B5EF4-FFF2-40B4-BE49-F238E27FC236}">
                <a16:creationId xmlns:a16="http://schemas.microsoft.com/office/drawing/2014/main" id="{C8683DF9-ECAC-0639-A3F5-8435E55A0AA5}"/>
              </a:ext>
            </a:extLst>
          </p:cNvPr>
          <p:cNvSpPr>
            <a:spLocks noGrp="1"/>
          </p:cNvSpPr>
          <p:nvPr>
            <p:ph type="sldNum" sz="quarter" idx="12"/>
          </p:nvPr>
        </p:nvSpPr>
        <p:spPr/>
        <p:txBody>
          <a:bodyPr/>
          <a:lstStyle/>
          <a:p>
            <a:fld id="{F994776A-187E-9540-9EA4-8D5781AB769D}" type="slidenum">
              <a:rPr lang="en-US" smtClean="0"/>
              <a:pPr/>
              <a:t>30</a:t>
            </a:fld>
            <a:endParaRPr lang="en-US" dirty="0"/>
          </a:p>
        </p:txBody>
      </p:sp>
    </p:spTree>
    <p:extLst>
      <p:ext uri="{BB962C8B-B14F-4D97-AF65-F5344CB8AC3E}">
        <p14:creationId xmlns:p14="http://schemas.microsoft.com/office/powerpoint/2010/main" val="136918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BE02FE7-A6FA-4689-A30C-628FCBC12A88}"/>
              </a:ext>
            </a:extLst>
          </p:cNvPr>
          <p:cNvSpPr>
            <a:spLocks noGrp="1"/>
          </p:cNvSpPr>
          <p:nvPr>
            <p:ph type="title"/>
          </p:nvPr>
        </p:nvSpPr>
        <p:spPr/>
        <p:txBody>
          <a:bodyPr>
            <a:normAutofit fontScale="90000"/>
          </a:bodyPr>
          <a:lstStyle/>
          <a:p>
            <a:r>
              <a:rPr lang="en-US" dirty="0"/>
              <a:t>AWS Certification exams</a:t>
            </a:r>
          </a:p>
        </p:txBody>
      </p:sp>
      <p:sp>
        <p:nvSpPr>
          <p:cNvPr id="2" name="Slide Number Placeholder 1">
            <a:extLst>
              <a:ext uri="{FF2B5EF4-FFF2-40B4-BE49-F238E27FC236}">
                <a16:creationId xmlns:a16="http://schemas.microsoft.com/office/drawing/2014/main" id="{CF54A59E-034D-4036-9DDE-F026296C9AE2}"/>
              </a:ext>
            </a:extLst>
          </p:cNvPr>
          <p:cNvSpPr>
            <a:spLocks noGrp="1"/>
          </p:cNvSpPr>
          <p:nvPr>
            <p:ph type="sldNum" sz="quarter" idx="12"/>
          </p:nvPr>
        </p:nvSpPr>
        <p:spPr/>
        <p:txBody>
          <a:bodyPr/>
          <a:lstStyle/>
          <a:p>
            <a:fld id="{4037B1B0-0345-4E15-985A-6BECCDBE474F}" type="slidenum">
              <a:rPr lang="en-US" smtClean="0"/>
              <a:pPr/>
              <a:t>31</a:t>
            </a:fld>
            <a:endParaRPr lang="en-US" dirty="0"/>
          </a:p>
        </p:txBody>
      </p:sp>
      <p:sp>
        <p:nvSpPr>
          <p:cNvPr id="7" name="Content Placeholder 48">
            <a:extLst>
              <a:ext uri="{FF2B5EF4-FFF2-40B4-BE49-F238E27FC236}">
                <a16:creationId xmlns:a16="http://schemas.microsoft.com/office/drawing/2014/main" id="{2090CD90-C6E6-2928-6510-74A58214442A}"/>
              </a:ext>
            </a:extLst>
          </p:cNvPr>
          <p:cNvSpPr txBox="1">
            <a:spLocks/>
          </p:cNvSpPr>
          <p:nvPr/>
        </p:nvSpPr>
        <p:spPr>
          <a:xfrm>
            <a:off x="264161" y="974036"/>
            <a:ext cx="7540094"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chemeClr val="accent1"/>
                </a:solidFill>
                <a:effectLst/>
                <a:uLnTx/>
                <a:uFillTx/>
                <a:latin typeface="+mn-lt"/>
                <a:ea typeface="Amazon Ember" panose="020B0603020204020204" pitchFamily="34" charset="0"/>
                <a:cs typeface="Amazon Ember" panose="020B0603020204020204" pitchFamily="34" charset="0"/>
              </a:rPr>
              <a:t>Role-based certifications</a:t>
            </a:r>
            <a:endParaRPr kumimoji="0" lang="en-US" sz="2800" b="0" i="0" u="none" strike="noStrike" kern="1200" cap="none" spc="0" normalizeH="0" baseline="0" noProof="0" dirty="0">
              <a:ln>
                <a:noFill/>
              </a:ln>
              <a:effectLst/>
              <a:uLnTx/>
              <a:uFillTx/>
              <a:latin typeface="+mn-lt"/>
              <a:ea typeface="Amazon Ember Light" panose="020B0403020204020204" pitchFamily="34" charset="0"/>
              <a:cs typeface="Amazon Ember Light" panose="020B0403020204020204" pitchFamily="34" charset="0"/>
            </a:endParaRPr>
          </a:p>
        </p:txBody>
      </p:sp>
      <p:sp>
        <p:nvSpPr>
          <p:cNvPr id="23" name="Rectangle 22">
            <a:extLst>
              <a:ext uri="{FF2B5EF4-FFF2-40B4-BE49-F238E27FC236}">
                <a16:creationId xmlns:a16="http://schemas.microsoft.com/office/drawing/2014/main" id="{40BF1BBB-C25D-451D-E625-17073B56D241}"/>
              </a:ext>
            </a:extLst>
          </p:cNvPr>
          <p:cNvSpPr/>
          <p:nvPr/>
        </p:nvSpPr>
        <p:spPr>
          <a:xfrm>
            <a:off x="264160" y="5305498"/>
            <a:ext cx="1463040" cy="338554"/>
          </a:xfrm>
          <a:prstGeom prst="rect">
            <a:avLst/>
          </a:prstGeom>
        </p:spPr>
        <p:txBody>
          <a:bodyPr wrap="square" lIns="91440" rIns="91440">
            <a:spAutoFit/>
          </a:bodyPr>
          <a:lstStyle/>
          <a:p>
            <a:pPr>
              <a:defRPr/>
            </a:pPr>
            <a:r>
              <a:rPr lang="en-US" sz="1600" dirty="0">
                <a:solidFill>
                  <a:srgbClr val="000000"/>
                </a:solidFill>
                <a:ea typeface="Amazon Ember" panose="020B0603020204020204" pitchFamily="34" charset="0"/>
                <a:cs typeface="Amazon Ember" panose="020B0603020204020204" pitchFamily="34" charset="0"/>
              </a:rPr>
              <a:t>Foundational level</a:t>
            </a:r>
            <a:endParaRPr lang="en-US" sz="1200" dirty="0">
              <a:solidFill>
                <a:srgbClr val="000000"/>
              </a:solidFill>
              <a:ea typeface="Amazon Ember Light" panose="020B0403020204020204" pitchFamily="34" charset="0"/>
              <a:cs typeface="Amazon Ember Light" panose="020B0403020204020204" pitchFamily="34" charset="0"/>
            </a:endParaRPr>
          </a:p>
        </p:txBody>
      </p:sp>
      <p:pic>
        <p:nvPicPr>
          <p:cNvPr id="36" name="Picture 35" descr="Cloud Practitioner Foundational">
            <a:extLst>
              <a:ext uri="{FF2B5EF4-FFF2-40B4-BE49-F238E27FC236}">
                <a16:creationId xmlns:a16="http://schemas.microsoft.com/office/drawing/2014/main" id="{DCE688B9-C115-4755-8228-E5A7A7BBB7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67240" y="4788975"/>
            <a:ext cx="1371600" cy="1371600"/>
          </a:xfrm>
          <a:prstGeom prst="rect">
            <a:avLst/>
          </a:prstGeom>
        </p:spPr>
      </p:pic>
      <p:pic>
        <p:nvPicPr>
          <p:cNvPr id="38" name="Picture 37" descr="AI Practitioner Foundational">
            <a:extLst>
              <a:ext uri="{FF2B5EF4-FFF2-40B4-BE49-F238E27FC236}">
                <a16:creationId xmlns:a16="http://schemas.microsoft.com/office/drawing/2014/main" id="{BCAC96AF-65CF-4789-AB47-BC1E0AF140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60990" y="4788975"/>
            <a:ext cx="1371600" cy="1371600"/>
          </a:xfrm>
          <a:prstGeom prst="rect">
            <a:avLst/>
          </a:prstGeom>
        </p:spPr>
      </p:pic>
      <p:sp>
        <p:nvSpPr>
          <p:cNvPr id="18" name="Rectangle 17">
            <a:extLst>
              <a:ext uri="{FF2B5EF4-FFF2-40B4-BE49-F238E27FC236}">
                <a16:creationId xmlns:a16="http://schemas.microsoft.com/office/drawing/2014/main" id="{DA2DE31E-212D-C051-1EB6-FEE99FB2F7BA}"/>
              </a:ext>
            </a:extLst>
          </p:cNvPr>
          <p:cNvSpPr/>
          <p:nvPr/>
        </p:nvSpPr>
        <p:spPr>
          <a:xfrm>
            <a:off x="264160" y="3672008"/>
            <a:ext cx="1463040" cy="338554"/>
          </a:xfrm>
          <a:prstGeom prst="rect">
            <a:avLst/>
          </a:prstGeom>
        </p:spPr>
        <p:txBody>
          <a:bodyPr wrap="square">
            <a:spAutoFit/>
          </a:bodyPr>
          <a:lstStyle/>
          <a:p>
            <a:pPr>
              <a:defRPr/>
            </a:pPr>
            <a:r>
              <a:rPr lang="en-US" sz="1600" dirty="0">
                <a:solidFill>
                  <a:srgbClr val="000000"/>
                </a:solidFill>
                <a:ea typeface="Amazon Ember" panose="020B0603020204020204" pitchFamily="34" charset="0"/>
                <a:cs typeface="Amazon Ember" panose="020B0603020204020204" pitchFamily="34" charset="0"/>
              </a:rPr>
              <a:t>Associate level</a:t>
            </a:r>
            <a:endParaRPr lang="en-US" sz="1200" dirty="0">
              <a:solidFill>
                <a:srgbClr val="000000"/>
              </a:solidFill>
              <a:ea typeface="Amazon Ember Light" panose="020B0403020204020204" pitchFamily="34" charset="0"/>
              <a:cs typeface="Amazon Ember Light" panose="020B0403020204020204" pitchFamily="34" charset="0"/>
            </a:endParaRPr>
          </a:p>
        </p:txBody>
      </p:sp>
      <p:pic>
        <p:nvPicPr>
          <p:cNvPr id="40" name="Picture 39" descr="Solutions Architect Associate">
            <a:extLst>
              <a:ext uri="{FF2B5EF4-FFF2-40B4-BE49-F238E27FC236}">
                <a16:creationId xmlns:a16="http://schemas.microsoft.com/office/drawing/2014/main" id="{F1188C0F-26DD-43EE-A196-F96B08B3567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67240" y="3155485"/>
            <a:ext cx="1371600" cy="1371600"/>
          </a:xfrm>
          <a:prstGeom prst="rect">
            <a:avLst/>
          </a:prstGeom>
        </p:spPr>
      </p:pic>
      <p:pic>
        <p:nvPicPr>
          <p:cNvPr id="42" name="Picture 41" descr="SysOps Administrator Associate">
            <a:extLst>
              <a:ext uri="{FF2B5EF4-FFF2-40B4-BE49-F238E27FC236}">
                <a16:creationId xmlns:a16="http://schemas.microsoft.com/office/drawing/2014/main" id="{9546FF67-151E-4846-A81D-DFBCB473274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60742" y="3155485"/>
            <a:ext cx="1371600" cy="1371600"/>
          </a:xfrm>
          <a:prstGeom prst="rect">
            <a:avLst/>
          </a:prstGeom>
        </p:spPr>
      </p:pic>
      <p:pic>
        <p:nvPicPr>
          <p:cNvPr id="44" name="Picture 43" descr="Developer Associate">
            <a:extLst>
              <a:ext uri="{FF2B5EF4-FFF2-40B4-BE49-F238E27FC236}">
                <a16:creationId xmlns:a16="http://schemas.microsoft.com/office/drawing/2014/main" id="{FA81B0CE-9171-4A78-A02A-3B29EE1FB43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54244" y="3155485"/>
            <a:ext cx="1371600" cy="1371600"/>
          </a:xfrm>
          <a:prstGeom prst="rect">
            <a:avLst/>
          </a:prstGeom>
        </p:spPr>
      </p:pic>
      <p:pic>
        <p:nvPicPr>
          <p:cNvPr id="46" name="Picture 45" descr="Data Engineer Associate">
            <a:extLst>
              <a:ext uri="{FF2B5EF4-FFF2-40B4-BE49-F238E27FC236}">
                <a16:creationId xmlns:a16="http://schemas.microsoft.com/office/drawing/2014/main" id="{389A3C9E-93C8-40F8-B9B2-3301521D7E8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247746" y="3155485"/>
            <a:ext cx="1371600" cy="1371600"/>
          </a:xfrm>
          <a:prstGeom prst="rect">
            <a:avLst/>
          </a:prstGeom>
        </p:spPr>
      </p:pic>
      <p:pic>
        <p:nvPicPr>
          <p:cNvPr id="48" name="Picture 47" descr="Machine Learning Engineer Associate">
            <a:extLst>
              <a:ext uri="{FF2B5EF4-FFF2-40B4-BE49-F238E27FC236}">
                <a16:creationId xmlns:a16="http://schemas.microsoft.com/office/drawing/2014/main" id="{68D1D8F8-6739-40F5-A9A1-A7C22C850EB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441247" y="3155485"/>
            <a:ext cx="1371600" cy="1371600"/>
          </a:xfrm>
          <a:prstGeom prst="rect">
            <a:avLst/>
          </a:prstGeom>
        </p:spPr>
      </p:pic>
      <p:sp>
        <p:nvSpPr>
          <p:cNvPr id="14" name="Rectangle 13">
            <a:extLst>
              <a:ext uri="{FF2B5EF4-FFF2-40B4-BE49-F238E27FC236}">
                <a16:creationId xmlns:a16="http://schemas.microsoft.com/office/drawing/2014/main" id="{D4BDF4B2-C924-1521-0747-3DEDEA7D9A5F}"/>
              </a:ext>
            </a:extLst>
          </p:cNvPr>
          <p:cNvSpPr/>
          <p:nvPr/>
        </p:nvSpPr>
        <p:spPr>
          <a:xfrm>
            <a:off x="264160" y="2003042"/>
            <a:ext cx="1463040" cy="338554"/>
          </a:xfrm>
          <a:prstGeom prst="rect">
            <a:avLst/>
          </a:prstGeom>
        </p:spPr>
        <p:txBody>
          <a:bodyPr wrap="square">
            <a:spAutoFit/>
          </a:bodyPr>
          <a:lstStyle/>
          <a:p>
            <a:pPr>
              <a:defRPr/>
            </a:pPr>
            <a:r>
              <a:rPr lang="en-US" sz="1600" dirty="0">
                <a:solidFill>
                  <a:srgbClr val="000000"/>
                </a:solidFill>
                <a:ea typeface="Amazon Ember" panose="020B0603020204020204" pitchFamily="34" charset="0"/>
                <a:cs typeface="Amazon Ember" panose="020B0603020204020204" pitchFamily="34" charset="0"/>
              </a:rPr>
              <a:t>Professional level</a:t>
            </a:r>
            <a:endParaRPr lang="en-US" sz="1200" dirty="0">
              <a:solidFill>
                <a:srgbClr val="000000"/>
              </a:solidFill>
              <a:ea typeface="Amazon Ember Light" panose="020B0403020204020204" pitchFamily="34" charset="0"/>
              <a:cs typeface="Amazon Ember Light" panose="020B0403020204020204" pitchFamily="34" charset="0"/>
            </a:endParaRPr>
          </a:p>
        </p:txBody>
      </p:sp>
      <p:pic>
        <p:nvPicPr>
          <p:cNvPr id="50" name="Picture 49" descr="Solutions Architect Professional">
            <a:extLst>
              <a:ext uri="{FF2B5EF4-FFF2-40B4-BE49-F238E27FC236}">
                <a16:creationId xmlns:a16="http://schemas.microsoft.com/office/drawing/2014/main" id="{73B21BF1-E385-41C1-9AAE-4F1E8DC1D088}"/>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667240" y="1486519"/>
            <a:ext cx="1371600" cy="1371600"/>
          </a:xfrm>
          <a:prstGeom prst="rect">
            <a:avLst/>
          </a:prstGeom>
        </p:spPr>
      </p:pic>
      <p:pic>
        <p:nvPicPr>
          <p:cNvPr id="52" name="Picture 51" descr="DevOps Engineer Professional">
            <a:extLst>
              <a:ext uri="{FF2B5EF4-FFF2-40B4-BE49-F238E27FC236}">
                <a16:creationId xmlns:a16="http://schemas.microsoft.com/office/drawing/2014/main" id="{DBD5F3A7-0E07-49A3-90A3-B5BF808DA992}"/>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860990" y="1486519"/>
            <a:ext cx="1371600" cy="1371600"/>
          </a:xfrm>
          <a:prstGeom prst="rect">
            <a:avLst/>
          </a:prstGeom>
        </p:spPr>
      </p:pic>
      <p:sp>
        <p:nvSpPr>
          <p:cNvPr id="25" name="Content Placeholder 49">
            <a:extLst>
              <a:ext uri="{FF2B5EF4-FFF2-40B4-BE49-F238E27FC236}">
                <a16:creationId xmlns:a16="http://schemas.microsoft.com/office/drawing/2014/main" id="{5FF06C62-7BE6-714B-640D-A3D8CBE4FE75}"/>
              </a:ext>
            </a:extLst>
          </p:cNvPr>
          <p:cNvSpPr txBox="1">
            <a:spLocks/>
          </p:cNvSpPr>
          <p:nvPr/>
        </p:nvSpPr>
        <p:spPr>
          <a:xfrm>
            <a:off x="7241539" y="974036"/>
            <a:ext cx="4686300" cy="46487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chemeClr val="accent1"/>
                </a:solidFill>
                <a:effectLst/>
                <a:uLnTx/>
                <a:uFillTx/>
                <a:latin typeface="+mn-lt"/>
                <a:ea typeface="Amazon Ember" panose="020B0603020204020204" pitchFamily="34" charset="0"/>
                <a:cs typeface="Amazon Ember" panose="020B0603020204020204" pitchFamily="34" charset="0"/>
              </a:rPr>
              <a:t>Specialty certifications</a:t>
            </a:r>
            <a:endParaRPr kumimoji="0" lang="en-US" sz="2800" b="0" i="0" u="none" strike="noStrike" kern="1200" cap="none" spc="0" normalizeH="0" baseline="0" noProof="0" dirty="0">
              <a:ln>
                <a:noFill/>
              </a:ln>
              <a:effectLst/>
              <a:uLnTx/>
              <a:uFillTx/>
              <a:latin typeface="+mn-lt"/>
              <a:ea typeface="Amazon Ember Light" panose="020B0403020204020204" pitchFamily="34" charset="0"/>
              <a:cs typeface="Amazon Ember Light" panose="020B0403020204020204" pitchFamily="34" charset="0"/>
            </a:endParaRPr>
          </a:p>
        </p:txBody>
      </p:sp>
      <p:pic>
        <p:nvPicPr>
          <p:cNvPr id="6" name="Picture 5" descr="Advanced Networking Specialty">
            <a:extLst>
              <a:ext uri="{FF2B5EF4-FFF2-40B4-BE49-F238E27FC236}">
                <a16:creationId xmlns:a16="http://schemas.microsoft.com/office/drawing/2014/main" id="{0241F639-9EFE-47EE-9874-CFF7A18C59D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287786" y="1486519"/>
            <a:ext cx="1371600" cy="1371600"/>
          </a:xfrm>
          <a:prstGeom prst="rect">
            <a:avLst/>
          </a:prstGeom>
        </p:spPr>
      </p:pic>
      <p:pic>
        <p:nvPicPr>
          <p:cNvPr id="32" name="Picture 31" descr="Machine Learning Specialty">
            <a:extLst>
              <a:ext uri="{FF2B5EF4-FFF2-40B4-BE49-F238E27FC236}">
                <a16:creationId xmlns:a16="http://schemas.microsoft.com/office/drawing/2014/main" id="{DB9DFD93-0F0E-44CD-8E13-6105AE23633A}"/>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93528" y="1486519"/>
            <a:ext cx="1371600" cy="1371600"/>
          </a:xfrm>
          <a:prstGeom prst="rect">
            <a:avLst/>
          </a:prstGeom>
        </p:spPr>
      </p:pic>
      <p:pic>
        <p:nvPicPr>
          <p:cNvPr id="34" name="Picture 33" descr="Security Specialty">
            <a:extLst>
              <a:ext uri="{FF2B5EF4-FFF2-40B4-BE49-F238E27FC236}">
                <a16:creationId xmlns:a16="http://schemas.microsoft.com/office/drawing/2014/main" id="{CA787377-D3BA-4B20-8955-C909A6FDD68D}"/>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693959" y="1486519"/>
            <a:ext cx="1371600" cy="1371600"/>
          </a:xfrm>
          <a:prstGeom prst="rect">
            <a:avLst/>
          </a:prstGeom>
        </p:spPr>
      </p:pic>
      <p:sp>
        <p:nvSpPr>
          <p:cNvPr id="4" name="Rectangle 3">
            <a:extLst>
              <a:ext uri="{FF2B5EF4-FFF2-40B4-BE49-F238E27FC236}">
                <a16:creationId xmlns:a16="http://schemas.microsoft.com/office/drawing/2014/main" id="{E82A351D-F20D-6DBB-E507-B99633D0B16B}"/>
              </a:ext>
            </a:extLst>
          </p:cNvPr>
          <p:cNvSpPr/>
          <p:nvPr/>
        </p:nvSpPr>
        <p:spPr>
          <a:xfrm>
            <a:off x="264160" y="1486519"/>
            <a:ext cx="7923399" cy="3281228"/>
          </a:xfrm>
          <a:custGeom>
            <a:avLst/>
            <a:gdLst>
              <a:gd name="connsiteX0" fmla="*/ 0 w 7194795"/>
              <a:gd name="connsiteY0" fmla="*/ 0 h 3281228"/>
              <a:gd name="connsiteX1" fmla="*/ 7194795 w 7194795"/>
              <a:gd name="connsiteY1" fmla="*/ 0 h 3281228"/>
              <a:gd name="connsiteX2" fmla="*/ 7194795 w 7194795"/>
              <a:gd name="connsiteY2" fmla="*/ 3281228 h 3281228"/>
              <a:gd name="connsiteX3" fmla="*/ 0 w 7194795"/>
              <a:gd name="connsiteY3" fmla="*/ 3281228 h 3281228"/>
              <a:gd name="connsiteX4" fmla="*/ 0 w 7194795"/>
              <a:gd name="connsiteY4" fmla="*/ 0 h 3281228"/>
              <a:gd name="connsiteX0" fmla="*/ 0 w 7194802"/>
              <a:gd name="connsiteY0" fmla="*/ 0 h 3281228"/>
              <a:gd name="connsiteX1" fmla="*/ 7194795 w 7194802"/>
              <a:gd name="connsiteY1" fmla="*/ 0 h 3281228"/>
              <a:gd name="connsiteX2" fmla="*/ 7072061 w 7194802"/>
              <a:gd name="connsiteY2" fmla="*/ 1666584 h 3281228"/>
              <a:gd name="connsiteX3" fmla="*/ 7194795 w 7194802"/>
              <a:gd name="connsiteY3" fmla="*/ 3281228 h 3281228"/>
              <a:gd name="connsiteX4" fmla="*/ 0 w 7194802"/>
              <a:gd name="connsiteY4" fmla="*/ 3281228 h 3281228"/>
              <a:gd name="connsiteX5" fmla="*/ 0 w 7194802"/>
              <a:gd name="connsiteY5" fmla="*/ 0 h 3281228"/>
              <a:gd name="connsiteX0" fmla="*/ 0 w 7194795"/>
              <a:gd name="connsiteY0" fmla="*/ 0 h 3281228"/>
              <a:gd name="connsiteX1" fmla="*/ 7068671 w 7194795"/>
              <a:gd name="connsiteY1" fmla="*/ 10510 h 3281228"/>
              <a:gd name="connsiteX2" fmla="*/ 7072061 w 7194795"/>
              <a:gd name="connsiteY2" fmla="*/ 1666584 h 3281228"/>
              <a:gd name="connsiteX3" fmla="*/ 7194795 w 7194795"/>
              <a:gd name="connsiteY3" fmla="*/ 3281228 h 3281228"/>
              <a:gd name="connsiteX4" fmla="*/ 0 w 7194795"/>
              <a:gd name="connsiteY4" fmla="*/ 3281228 h 3281228"/>
              <a:gd name="connsiteX5" fmla="*/ 0 w 7194795"/>
              <a:gd name="connsiteY5" fmla="*/ 0 h 3281228"/>
              <a:gd name="connsiteX0" fmla="*/ 0 w 7923399"/>
              <a:gd name="connsiteY0" fmla="*/ 0 h 3281228"/>
              <a:gd name="connsiteX1" fmla="*/ 7068671 w 7923399"/>
              <a:gd name="connsiteY1" fmla="*/ 10510 h 3281228"/>
              <a:gd name="connsiteX2" fmla="*/ 7072061 w 7923399"/>
              <a:gd name="connsiteY2" fmla="*/ 1666584 h 3281228"/>
              <a:gd name="connsiteX3" fmla="*/ 7923399 w 7923399"/>
              <a:gd name="connsiteY3" fmla="*/ 1950364 h 3281228"/>
              <a:gd name="connsiteX4" fmla="*/ 7194795 w 7923399"/>
              <a:gd name="connsiteY4" fmla="*/ 3281228 h 3281228"/>
              <a:gd name="connsiteX5" fmla="*/ 0 w 7923399"/>
              <a:gd name="connsiteY5" fmla="*/ 3281228 h 3281228"/>
              <a:gd name="connsiteX6" fmla="*/ 0 w 7923399"/>
              <a:gd name="connsiteY6" fmla="*/ 0 h 3281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23399" h="3281228">
                <a:moveTo>
                  <a:pt x="0" y="0"/>
                </a:moveTo>
                <a:lnTo>
                  <a:pt x="7068671" y="10510"/>
                </a:lnTo>
                <a:cubicBezTo>
                  <a:pt x="7069801" y="527500"/>
                  <a:pt x="7070931" y="1149594"/>
                  <a:pt x="7072061" y="1666584"/>
                </a:cubicBezTo>
                <a:cubicBezTo>
                  <a:pt x="7086075" y="1841757"/>
                  <a:pt x="7909385" y="1775191"/>
                  <a:pt x="7923399" y="1950364"/>
                </a:cubicBezTo>
                <a:lnTo>
                  <a:pt x="7194795" y="3281228"/>
                </a:lnTo>
                <a:lnTo>
                  <a:pt x="0" y="3281228"/>
                </a:lnTo>
                <a:lnTo>
                  <a:pt x="0" y="0"/>
                </a:lnTo>
                <a:close/>
              </a:path>
            </a:pathLst>
          </a:cu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865FF468-757D-64AE-757F-F2CA6E008199}"/>
              </a:ext>
            </a:extLst>
          </p:cNvPr>
          <p:cNvSpPr/>
          <p:nvPr/>
        </p:nvSpPr>
        <p:spPr>
          <a:xfrm>
            <a:off x="2952482" y="4694449"/>
            <a:ext cx="1371600" cy="150160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5ED6E3D7-F24E-ACBF-71DD-273BB758F1E9}"/>
              </a:ext>
            </a:extLst>
          </p:cNvPr>
          <p:cNvSpPr/>
          <p:nvPr/>
        </p:nvSpPr>
        <p:spPr>
          <a:xfrm>
            <a:off x="7094483" y="974036"/>
            <a:ext cx="4115485" cy="201090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DB4226C-09FE-3D8D-4A79-5BBECCA5F45D}"/>
              </a:ext>
            </a:extLst>
          </p:cNvPr>
          <p:cNvSpPr/>
          <p:nvPr/>
        </p:nvSpPr>
        <p:spPr>
          <a:xfrm>
            <a:off x="115614" y="4694449"/>
            <a:ext cx="2923226" cy="1501602"/>
          </a:xfrm>
          <a:prstGeom prst="rect">
            <a:avLst/>
          </a:prstGeom>
          <a:solidFill>
            <a:schemeClr val="bg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1710884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9"/>
                                        </p:tgtEl>
                                      </p:cBhvr>
                                    </p:animEffect>
                                    <p:set>
                                      <p:cBhvr>
                                        <p:cTn id="7" dur="1" fill="hold">
                                          <p:stCondLst>
                                            <p:cond delay="499"/>
                                          </p:stCondLst>
                                        </p:cTn>
                                        <p:tgtEl>
                                          <p:spTgt spid="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0" nodeType="clickEffect">
                                  <p:stCondLst>
                                    <p:cond delay="0"/>
                                  </p:stCondLst>
                                  <p:childTnLst>
                                    <p:animEffect transition="out" filter="fade">
                                      <p:cBhvr>
                                        <p:cTn id="11" dur="500"/>
                                        <p:tgtEl>
                                          <p:spTgt spid="5"/>
                                        </p:tgtEl>
                                      </p:cBhvr>
                                    </p:animEffect>
                                    <p:set>
                                      <p:cBhvr>
                                        <p:cTn id="12" dur="1" fill="hold">
                                          <p:stCondLst>
                                            <p:cond delay="499"/>
                                          </p:stCondLst>
                                        </p:cTn>
                                        <p:tgtEl>
                                          <p:spTgt spid="5"/>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4"/>
                                        </p:tgtEl>
                                      </p:cBhvr>
                                    </p:animEffect>
                                    <p:set>
                                      <p:cBhvr>
                                        <p:cTn id="17" dur="1" fill="hold">
                                          <p:stCondLst>
                                            <p:cond delay="499"/>
                                          </p:stCondLst>
                                        </p:cTn>
                                        <p:tgtEl>
                                          <p:spTgt spid="4"/>
                                        </p:tgtEl>
                                        <p:attrNameLst>
                                          <p:attrName>style.visibility</p:attrName>
                                        </p:attrNameLst>
                                      </p:cBhvr>
                                      <p:to>
                                        <p:strVal val="hidden"/>
                                      </p:to>
                                    </p:set>
                                  </p:child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0" nodeType="clickEffect">
                                  <p:stCondLst>
                                    <p:cond delay="0"/>
                                  </p:stCondLst>
                                  <p:childTnLst>
                                    <p:animEffect transition="out" filter="fade">
                                      <p:cBhvr>
                                        <p:cTn id="21" dur="500"/>
                                        <p:tgtEl>
                                          <p:spTgt spid="8"/>
                                        </p:tgtEl>
                                      </p:cBhvr>
                                    </p:animEffect>
                                    <p:set>
                                      <p:cBhvr>
                                        <p:cTn id="22"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0E93EA-A328-FF4F-ABF0-69E9902B3746}"/>
              </a:ext>
            </a:extLst>
          </p:cNvPr>
          <p:cNvSpPr>
            <a:spLocks noGrp="1"/>
          </p:cNvSpPr>
          <p:nvPr>
            <p:ph type="title"/>
          </p:nvPr>
        </p:nvSpPr>
        <p:spPr/>
        <p:txBody>
          <a:bodyPr>
            <a:normAutofit fontScale="90000"/>
          </a:bodyPr>
          <a:lstStyle/>
          <a:p>
            <a:r>
              <a:rPr lang="en-US" dirty="0"/>
              <a:t>AWS Certified Cloud Practitioner exam</a:t>
            </a:r>
          </a:p>
        </p:txBody>
      </p:sp>
      <p:sp>
        <p:nvSpPr>
          <p:cNvPr id="6" name="Content Placeholder 5">
            <a:extLst>
              <a:ext uri="{FF2B5EF4-FFF2-40B4-BE49-F238E27FC236}">
                <a16:creationId xmlns:a16="http://schemas.microsoft.com/office/drawing/2014/main" id="{9A5F12E8-6D62-8B47-85AA-AE6A407D81B6}"/>
              </a:ext>
            </a:extLst>
          </p:cNvPr>
          <p:cNvSpPr>
            <a:spLocks noGrp="1"/>
          </p:cNvSpPr>
          <p:nvPr>
            <p:ph type="body" sz="quarter" idx="11"/>
          </p:nvPr>
        </p:nvSpPr>
        <p:spPr/>
        <p:txBody>
          <a:bodyPr>
            <a:noAutofit/>
          </a:bodyPr>
          <a:lstStyle/>
          <a:p>
            <a:r>
              <a:rPr lang="en-US" sz="1800" dirty="0"/>
              <a:t>Details about the exam—including how to register for it—are at</a:t>
            </a:r>
            <a:br>
              <a:rPr lang="en-US" sz="1800" dirty="0"/>
            </a:br>
            <a:r>
              <a:rPr lang="en-US" sz="1800" dirty="0">
                <a:hlinkClick r:id="rId4"/>
              </a:rPr>
              <a:t>https://aws.amazon.com/certification/certified-cloud-practitioner/</a:t>
            </a:r>
            <a:br>
              <a:rPr lang="en-US" sz="1800" dirty="0"/>
            </a:br>
            <a:endParaRPr lang="en-US" sz="1800" dirty="0"/>
          </a:p>
          <a:p>
            <a:pPr lvl="1"/>
            <a:r>
              <a:rPr lang="en-US" sz="1800" dirty="0"/>
              <a:t>Download and carefully read the AWS Certified Cloud Practitioner Exam Guide at </a:t>
            </a:r>
            <a:r>
              <a:rPr lang="en-GB" sz="1800" dirty="0">
                <a:hlinkClick r:id="rId5"/>
              </a:rPr>
              <a:t>https://d1.awsstatic.com/training-and-certification/Docs - Cloud Practitioner/AWS_Certified_Cloud_Practitioner-Exam_Guide_EN_v1.6.pdf</a:t>
            </a:r>
            <a:endParaRPr lang="en-GB" sz="1800" dirty="0"/>
          </a:p>
          <a:p>
            <a:pPr lvl="1"/>
            <a:endParaRPr lang="en-US" sz="1800" dirty="0"/>
          </a:p>
          <a:p>
            <a:pPr lvl="1"/>
            <a:r>
              <a:rPr lang="en-US" sz="1800" dirty="0"/>
              <a:t>Download the sample exam questions at </a:t>
            </a:r>
            <a:r>
              <a:rPr lang="en-GB" sz="1800" dirty="0">
                <a:hlinkClick r:id="rId6"/>
              </a:rPr>
              <a:t>https://</a:t>
            </a:r>
            <a:r>
              <a:rPr lang="en-GB" sz="1800" dirty="0" err="1">
                <a:hlinkClick r:id="rId6"/>
              </a:rPr>
              <a:t>d1.awsstatic.com</a:t>
            </a:r>
            <a:r>
              <a:rPr lang="en-GB" sz="1800" dirty="0">
                <a:hlinkClick r:id="rId6"/>
              </a:rPr>
              <a:t>/training-and-certification/Docs - Cloud Practitioner/AWS Certified Cloud </a:t>
            </a:r>
            <a:r>
              <a:rPr lang="en-GB" sz="1800" dirty="0" err="1">
                <a:hlinkClick r:id="rId6"/>
              </a:rPr>
              <a:t>Practioner_Sample</a:t>
            </a:r>
            <a:r>
              <a:rPr lang="en-GB" sz="1800" dirty="0">
                <a:hlinkClick r:id="rId6"/>
              </a:rPr>
              <a:t> </a:t>
            </a:r>
            <a:r>
              <a:rPr lang="en-GB" sz="1800" dirty="0" err="1">
                <a:hlinkClick r:id="rId6"/>
              </a:rPr>
              <a:t>Questions_v1.1_FINAL.PDF</a:t>
            </a:r>
            <a:br>
              <a:rPr lang="en-US" sz="1800" dirty="0"/>
            </a:br>
            <a:endParaRPr lang="en-US" sz="1800" dirty="0"/>
          </a:p>
          <a:p>
            <a:r>
              <a:rPr lang="en-US" sz="1800" dirty="0"/>
              <a:t>See the recommended path to attain the certification at </a:t>
            </a:r>
            <a:r>
              <a:rPr lang="en-US" sz="1800" dirty="0">
                <a:hlinkClick r:id="rId7"/>
              </a:rPr>
              <a:t>https://aws.amazon.com/training/path-cloudpractitioner/</a:t>
            </a:r>
            <a:br>
              <a:rPr lang="en-US" sz="1800" dirty="0"/>
            </a:br>
            <a:endParaRPr lang="en-US" sz="1800" dirty="0"/>
          </a:p>
          <a:p>
            <a:pPr lvl="1"/>
            <a:r>
              <a:rPr lang="en-US" sz="1800" dirty="0"/>
              <a:t>AWS Academy Cloud Foundations covers much of the same material found in the Cloud Practitioner Essentials course, but in greater depth.</a:t>
            </a:r>
          </a:p>
          <a:p>
            <a:pPr lvl="1"/>
            <a:endParaRPr lang="en-US" sz="1800" dirty="0"/>
          </a:p>
          <a:p>
            <a:pPr lvl="1"/>
            <a:r>
              <a:rPr lang="en-US" sz="1800" dirty="0"/>
              <a:t>There is additional free digital training available at </a:t>
            </a:r>
            <a:r>
              <a:rPr lang="en-GB" sz="1800" dirty="0">
                <a:hlinkClick r:id="rId8"/>
              </a:rPr>
              <a:t>https://</a:t>
            </a:r>
            <a:r>
              <a:rPr lang="en-GB" sz="1800" dirty="0" err="1">
                <a:hlinkClick r:id="rId8"/>
              </a:rPr>
              <a:t>www.aws.training</a:t>
            </a:r>
            <a:r>
              <a:rPr lang="en-GB" sz="1800" dirty="0">
                <a:hlinkClick r:id="rId8"/>
              </a:rPr>
              <a:t>/</a:t>
            </a:r>
            <a:r>
              <a:rPr lang="en-GB" sz="1800" dirty="0"/>
              <a:t>.</a:t>
            </a:r>
            <a:endParaRPr lang="en-US" sz="1800" dirty="0"/>
          </a:p>
        </p:txBody>
      </p:sp>
      <p:sp>
        <p:nvSpPr>
          <p:cNvPr id="7" name="Slide Number Placeholder 6">
            <a:extLst>
              <a:ext uri="{FF2B5EF4-FFF2-40B4-BE49-F238E27FC236}">
                <a16:creationId xmlns:a16="http://schemas.microsoft.com/office/drawing/2014/main" id="{C88DF222-F1D8-1744-9C26-72B1473224C3}"/>
              </a:ext>
              <a:ext uri="{C183D7F6-B498-43B3-948B-1728B52AA6E4}">
                <adec:decorative xmlns:adec="http://schemas.microsoft.com/office/drawing/2017/decorative" val="0"/>
              </a:ext>
            </a:extLst>
          </p:cNvPr>
          <p:cNvSpPr>
            <a:spLocks noGrp="1"/>
          </p:cNvSpPr>
          <p:nvPr>
            <p:ph type="sldNum" sz="quarter" idx="15"/>
          </p:nvPr>
        </p:nvSpPr>
        <p:spPr/>
        <p:txBody>
          <a:bodyPr/>
          <a:lstStyle/>
          <a:p>
            <a:fld id="{B6A95138-A96E-2F42-A959-2EFD44FE4AB7}" type="slidenum">
              <a:rPr lang="en-US" smtClean="0"/>
              <a:t>32</a:t>
            </a:fld>
            <a:endParaRPr lang="en-US" dirty="0"/>
          </a:p>
        </p:txBody>
      </p:sp>
      <p:pic>
        <p:nvPicPr>
          <p:cNvPr id="4" name="Picture 3" descr="Cloud Practitioner Foundational">
            <a:extLst>
              <a:ext uri="{FF2B5EF4-FFF2-40B4-BE49-F238E27FC236}">
                <a16:creationId xmlns:a16="http://schemas.microsoft.com/office/drawing/2014/main" id="{05F20889-033F-504F-200B-45822EADC29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498931" y="268491"/>
            <a:ext cx="1371600" cy="1371600"/>
          </a:xfrm>
          <a:prstGeom prst="rect">
            <a:avLst/>
          </a:prstGeom>
        </p:spPr>
      </p:pic>
    </p:spTree>
    <p:custDataLst>
      <p:tags r:id="rId1"/>
    </p:custDataLst>
    <p:extLst>
      <p:ext uri="{BB962C8B-B14F-4D97-AF65-F5344CB8AC3E}">
        <p14:creationId xmlns:p14="http://schemas.microsoft.com/office/powerpoint/2010/main" val="325801562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00000"/>
      </a:dk1>
      <a:lt1>
        <a:srgbClr val="FEFFFF"/>
      </a:lt1>
      <a:dk2>
        <a:srgbClr val="55585F"/>
      </a:dk2>
      <a:lt2>
        <a:srgbClr val="CECACB"/>
      </a:lt2>
      <a:accent1>
        <a:srgbClr val="CFB891"/>
      </a:accent1>
      <a:accent2>
        <a:srgbClr val="555960"/>
      </a:accent2>
      <a:accent3>
        <a:srgbClr val="8D6F3D"/>
      </a:accent3>
      <a:accent4>
        <a:srgbClr val="FFFFFF"/>
      </a:accent4>
      <a:accent5>
        <a:srgbClr val="DAAA00"/>
      </a:accent5>
      <a:accent6>
        <a:srgbClr val="9D9694"/>
      </a:accent6>
      <a:hlink>
        <a:srgbClr val="000000"/>
      </a:hlink>
      <a:folHlink>
        <a:srgbClr val="FEFFFF"/>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dk1">
            <a:shade val="50000"/>
          </a:schemeClr>
        </a:lnRef>
        <a:fillRef idx="1">
          <a:schemeClr val="dk1"/>
        </a:fillRef>
        <a:effectRef idx="0">
          <a:schemeClr val="dk1"/>
        </a:effectRef>
        <a:fontRef idx="minor">
          <a:schemeClr val="lt1"/>
        </a:fontRef>
      </a:style>
    </a:spDef>
  </a:objectDefaults>
  <a:extraClrSchemeLst/>
  <a:extLst>
    <a:ext uri="{05A4C25C-085E-4340-85A3-A5531E510DB2}">
      <thm15:themeFamily xmlns:thm15="http://schemas.microsoft.com/office/thememl/2012/main" name="MGMT_lecture" id="{747DC2A2-EEE5-334E-812D-36A71899033A}" vid="{4F570285-B5C5-1346-8072-0076D2FCB5C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d6656b4d-3fa0-4709-acfb-d5e813445d1e">
      <UserInfo>
        <DisplayName>Schott, Thomas H.</DisplayName>
        <AccountId>17</AccountId>
        <AccountType/>
      </UserInfo>
      <UserInfo>
        <DisplayName>Sarault, Olivia M</DisplayName>
        <AccountId>29</AccountId>
        <AccountType/>
      </UserInfo>
      <UserInfo>
        <DisplayName>Hiller, Kelly R</DisplayName>
        <AccountId>98</AccountId>
        <AccountType/>
      </UserInfo>
      <UserInfo>
        <DisplayName>Eddy, Abigail Ellen</DisplayName>
        <AccountId>46</AccountId>
        <AccountType/>
      </UserInfo>
      <UserInfo>
        <DisplayName>Gu, Yu Rain</DisplayName>
        <AccountId>77</AccountId>
        <AccountType/>
      </UserInfo>
      <UserInfo>
        <DisplayName>Reese, Kristy S</DisplayName>
        <AccountId>26</AccountId>
        <AccountType/>
      </UserInfo>
    </SharedWithUsers>
    <lcf76f155ced4ddcb4097134ff3c332f xmlns="37af3f4b-4b66-46f9-8456-831d9bc3e737">
      <Terms xmlns="http://schemas.microsoft.com/office/infopath/2007/PartnerControls"/>
    </lcf76f155ced4ddcb4097134ff3c332f>
    <TaxCatchAll xmlns="d6656b4d-3fa0-4709-acfb-d5e813445d1e"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4E202481DC1CB46AA011D949D311478" ma:contentTypeVersion="14" ma:contentTypeDescription="Create a new document." ma:contentTypeScope="" ma:versionID="525164dac9297210c095a5bd80287f9a">
  <xsd:schema xmlns:xsd="http://www.w3.org/2001/XMLSchema" xmlns:xs="http://www.w3.org/2001/XMLSchema" xmlns:p="http://schemas.microsoft.com/office/2006/metadata/properties" xmlns:ns2="37af3f4b-4b66-46f9-8456-831d9bc3e737" xmlns:ns3="d6656b4d-3fa0-4709-acfb-d5e813445d1e" targetNamespace="http://schemas.microsoft.com/office/2006/metadata/properties" ma:root="true" ma:fieldsID="47e49e78aff16fc85174c3b1ac7b7e79" ns2:_="" ns3:_="">
    <xsd:import namespace="37af3f4b-4b66-46f9-8456-831d9bc3e737"/>
    <xsd:import namespace="d6656b4d-3fa0-4709-acfb-d5e813445d1e"/>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GenerationTime" minOccurs="0"/>
                <xsd:element ref="ns2:MediaServiceEventHashCode" minOccurs="0"/>
                <xsd:element ref="ns2:MediaServiceDateTaken" minOccurs="0"/>
                <xsd:element ref="ns2:MediaServiceOCR" minOccurs="0"/>
                <xsd:element ref="ns3:SharedWithUsers" minOccurs="0"/>
                <xsd:element ref="ns3:SharedWithDetails" minOccurs="0"/>
                <xsd:element ref="ns2:MediaServiceLocation" minOccurs="0"/>
                <xsd:element ref="ns2:MediaLengthInSecond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af3f4b-4b66-46f9-8456-831d9bc3e737"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8e9e90a8-b24c-4be7-8760-a88b2cd47eb1"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6656b4d-3fa0-4709-acfb-d5e813445d1e"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4ebcf308-42de-4d63-b51a-b2360cc04078}" ma:internalName="TaxCatchAll" ma:showField="CatchAllData" ma:web="d6656b4d-3fa0-4709-acfb-d5e813445d1e">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1DE0D6C-581B-4814-98E7-EF172D5D46A1}">
  <ds:schemaRefs>
    <ds:schemaRef ds:uri="http://purl.org/dc/terms/"/>
    <ds:schemaRef ds:uri="http://purl.org/dc/elements/1.1/"/>
    <ds:schemaRef ds:uri="http://schemas.microsoft.com/office/2006/documentManagement/types"/>
    <ds:schemaRef ds:uri="d6656b4d-3fa0-4709-acfb-d5e813445d1e"/>
    <ds:schemaRef ds:uri="37af3f4b-4b66-46f9-8456-831d9bc3e737"/>
    <ds:schemaRef ds:uri="http://schemas.microsoft.com/office/2006/metadata/properties"/>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customXml/itemProps2.xml><?xml version="1.0" encoding="utf-8"?>
<ds:datastoreItem xmlns:ds="http://schemas.openxmlformats.org/officeDocument/2006/customXml" ds:itemID="{427F8518-0786-4241-9955-5A8DAADF5A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af3f4b-4b66-46f9-8456-831d9bc3e737"/>
    <ds:schemaRef ds:uri="d6656b4d-3fa0-4709-acfb-d5e813445d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5B64EEB-1B4A-4920-AA44-E234D7D487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140</TotalTime>
  <Words>1420</Words>
  <Application>Microsoft Macintosh PowerPoint</Application>
  <PresentationFormat>Widescreen</PresentationFormat>
  <Paragraphs>155</Paragraphs>
  <Slides>32</Slides>
  <Notes>14</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32</vt:i4>
      </vt:variant>
    </vt:vector>
  </HeadingPairs>
  <TitlesOfParts>
    <vt:vector size="46" baseType="lpstr">
      <vt:lpstr>Amazon Ember Display Heavy</vt:lpstr>
      <vt:lpstr>Amazon Ember</vt:lpstr>
      <vt:lpstr>Acumin Pro Condensed Semibold</vt:lpstr>
      <vt:lpstr>Acumin Pro</vt:lpstr>
      <vt:lpstr>Amazon Ember Light</vt:lpstr>
      <vt:lpstr>Wingdings</vt:lpstr>
      <vt:lpstr>Calibri</vt:lpstr>
      <vt:lpstr>Franklin Gothic Book</vt:lpstr>
      <vt:lpstr>Acumin Pro Medium</vt:lpstr>
      <vt:lpstr>Arial</vt:lpstr>
      <vt:lpstr>Franklin Gothic Medium Cond</vt:lpstr>
      <vt:lpstr>Franklin Gothic Medium</vt:lpstr>
      <vt:lpstr>Acumin Pro Semibold</vt:lpstr>
      <vt:lpstr>Office Theme</vt:lpstr>
      <vt:lpstr>State of "The Cloud"</vt:lpstr>
      <vt:lpstr>What is "The Cloud"?</vt:lpstr>
      <vt:lpstr>Our Definition of "The Cloud"</vt:lpstr>
      <vt:lpstr>NIST's Definition of "The Cloud"</vt:lpstr>
      <vt:lpstr>Who is "The Cloud"?</vt:lpstr>
      <vt:lpstr>Who is "The Cloud"?</vt:lpstr>
      <vt:lpstr>Why "The Cloud"?</vt:lpstr>
      <vt:lpstr>History Lesson!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"____ as a service"</vt:lpstr>
      <vt:lpstr>Domains of Cloud Computing</vt:lpstr>
      <vt:lpstr>Three GENERAL Tiers of Cloud Services</vt:lpstr>
      <vt:lpstr>Software as a Service</vt:lpstr>
      <vt:lpstr>Platform as a Service</vt:lpstr>
      <vt:lpstr>Infrastructure as a Service</vt:lpstr>
      <vt:lpstr>PowerPoint Presentation</vt:lpstr>
      <vt:lpstr>PowerPoint Presentation</vt:lpstr>
      <vt:lpstr>So…Which Cloud?</vt:lpstr>
      <vt:lpstr>The "Old" way of thinking about clouds</vt:lpstr>
      <vt:lpstr>PowerPoint Presentation</vt:lpstr>
      <vt:lpstr>How will you learn?</vt:lpstr>
      <vt:lpstr>Activities in the Course</vt:lpstr>
      <vt:lpstr>AWS Certification exams</vt:lpstr>
      <vt:lpstr>AWS Certified Cloud Practitioner exam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 Elliott</dc:creator>
  <cp:lastModifiedBy>Rob Elliott</cp:lastModifiedBy>
  <cp:revision>2</cp:revision>
  <dcterms:created xsi:type="dcterms:W3CDTF">2024-10-09T16:49:33Z</dcterms:created>
  <dcterms:modified xsi:type="dcterms:W3CDTF">2025-08-24T18:02:06Z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2023-02-20T19:00:53Z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b33bf962-ed92-4dd9-bc75-9825fb79b2e3</vt:lpwstr>
  </property>
  <property fmtid="{D5CDD505-2E9C-101B-9397-08002B2CF9AE}" pid="8" name="MSIP_Label_4044bd30-2ed7-4c9d-9d12-46200872a97b_ContentBits">
    <vt:lpwstr>0</vt:lpwstr>
  </property>
  <property fmtid="{D5CDD505-2E9C-101B-9397-08002B2CF9AE}" pid="9" name="ContentTypeId">
    <vt:lpwstr>0x01010054E202481DC1CB46AA011D949D311478</vt:lpwstr>
  </property>
  <property fmtid="{D5CDD505-2E9C-101B-9397-08002B2CF9AE}" pid="10" name="MediaServiceImageTags">
    <vt:lpwstr/>
  </property>
</Properties>
</file>