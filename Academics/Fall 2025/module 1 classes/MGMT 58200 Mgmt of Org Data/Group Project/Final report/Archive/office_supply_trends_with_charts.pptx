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2" r:id="rId4"/>
  </p:sldMasterIdLst>
  <p:notesMasterIdLst>
    <p:notesMasterId r:id="rId14"/>
  </p:notesMasterIdLst>
  <p:handoutMasterIdLst>
    <p:handoutMasterId r:id="rId15"/>
  </p:handoutMasterIdLst>
  <p:sldIdLst>
    <p:sldId id="2561" r:id="rId5"/>
    <p:sldId id="2562" r:id="rId6"/>
    <p:sldId id="2563" r:id="rId7"/>
    <p:sldId id="2564" r:id="rId8"/>
    <p:sldId id="2565" r:id="rId9"/>
    <p:sldId id="2566" r:id="rId10"/>
    <p:sldId id="2567" r:id="rId11"/>
    <p:sldId id="2568" r:id="rId12"/>
    <p:sldId id="25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oot Traffic and Dwell Time Trends at Office Supply Stores During the Remote Work Shift" id="{D801A9FD-3F46-4175-876F-CD72E4E99F19}">
          <p14:sldIdLst>
            <p14:sldId id="2561"/>
          </p14:sldIdLst>
        </p14:section>
        <p14:section name="Research Questions &amp; Context" id="{5208F5B0-3F1E-4D6B-824C-F2FDF10CC23B}">
          <p14:sldIdLst>
            <p14:sldId id="2562"/>
            <p14:sldId id="2563"/>
          </p14:sldIdLst>
        </p14:section>
        <p14:section name="Methodology" id="{716596AA-3BEE-4396-93FA-5F3528ED8178}">
          <p14:sldIdLst>
            <p14:sldId id="2564"/>
            <p14:sldId id="2565"/>
          </p14:sldIdLst>
        </p14:section>
        <p14:section name="Key Findings" id="{CA9D9006-0720-4EFF-8C1E-2426F1BC3034}">
          <p14:sldIdLst>
            <p14:sldId id="2566"/>
            <p14:sldId id="2567"/>
          </p14:sldIdLst>
        </p14:section>
        <p14:section name="Conclusions" id="{3EDF3600-EFDB-4C12-BF17-D83FB59E4049}">
          <p14:sldIdLst>
            <p14:sldId id="2568"/>
            <p14:sldId id="256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C28768-C62F-F64F-6347-87559A624ABE}" name="Kaila Orsucci" initials="K" userId="S::kaila@andersenconsultants.com::11b61a15-dbbf-4176-9673-5e6d6ac372ec"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EC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F2E362-6516-41E6-BB3D-B7AAAD650060}" v="11" dt="2025-10-12T06:24:16.4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30"/>
  </p:normalViewPr>
  <p:slideViewPr>
    <p:cSldViewPr snapToGrid="0">
      <p:cViewPr>
        <p:scale>
          <a:sx n="100" d="100"/>
          <a:sy n="100" d="100"/>
        </p:scale>
        <p:origin x="58" y="-547"/>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65F2E362-6516-41E6-BB3D-B7AAAD650060}"/>
    <pc:docChg chg="addSld delSld modSld addSection">
      <pc:chgData name="" userId="" providerId="" clId="Web-{65F2E362-6516-41E6-BB3D-B7AAAD650060}" dt="2025-10-12T06:24:16.490" v="11" actId="34807"/>
      <pc:docMkLst>
        <pc:docMk/>
      </pc:docMkLst>
      <pc:sldChg chg="del">
        <pc:chgData name="" userId="" providerId="" clId="Web-{65F2E362-6516-41E6-BB3D-B7AAAD650060}" dt="2025-10-12T06:24:16.475" v="0" actId="34807"/>
        <pc:sldMkLst>
          <pc:docMk/>
          <pc:sldMk cId="2329614230" sldId="260"/>
        </pc:sldMkLst>
      </pc:sldChg>
      <pc:sldChg chg="modSp add mod modClrScheme addAnim chgLayout">
        <pc:chgData name="" userId="" providerId="" clId="Web-{65F2E362-6516-41E6-BB3D-B7AAAD650060}" dt="2025-10-12T06:24:16.490" v="4" actId="34807"/>
        <pc:sldMkLst>
          <pc:docMk/>
          <pc:sldMk cId="2500237429" sldId="2561"/>
        </pc:sldMkLst>
        <pc:spChg chg="mod">
          <ac:chgData name="" userId="" providerId="" clId="Web-{65F2E362-6516-41E6-BB3D-B7AAAD650060}" dt="2025-10-12T06:24:16.475" v="1" actId="34807"/>
          <ac:spMkLst>
            <pc:docMk/>
            <pc:sldMk cId="2500237429" sldId="2561"/>
            <ac:spMk id="2" creationId="{66D4802C-5F66-A575-EB83-B78E0AFC8C5B}"/>
          </ac:spMkLst>
        </pc:spChg>
        <pc:spChg chg="mod">
          <ac:chgData name="" userId="" providerId="" clId="Web-{65F2E362-6516-41E6-BB3D-B7AAAD650060}" dt="2025-10-12T06:24:16.475" v="1" actId="34807"/>
          <ac:spMkLst>
            <pc:docMk/>
            <pc:sldMk cId="2500237429" sldId="2561"/>
            <ac:spMk id="3" creationId="{848369BC-825C-73C8-629E-648BC597FBAA}"/>
          </ac:spMkLst>
        </pc:spChg>
        <pc:picChg chg="mod">
          <ac:chgData name="" userId="" providerId="" clId="Web-{65F2E362-6516-41E6-BB3D-B7AAAD650060}" dt="2025-10-12T06:24:16.475" v="1" actId="34807"/>
          <ac:picMkLst>
            <pc:docMk/>
            <pc:sldMk cId="2500237429" sldId="2561"/>
            <ac:picMk id="4" creationId="{CEDCAB66-C3E7-466F-85C4-196101AF6C63}"/>
          </ac:picMkLst>
        </pc:picChg>
      </pc:sldChg>
      <pc:sldChg chg="modSp add mod modTransition addAnim chgLayout">
        <pc:chgData name="" userId="" providerId="" clId="Web-{65F2E362-6516-41E6-BB3D-B7AAAD650060}" dt="2025-10-12T06:24:16.490" v="5" actId="34807"/>
        <pc:sldMkLst>
          <pc:docMk/>
          <pc:sldMk cId="420147745" sldId="2562"/>
        </pc:sldMkLst>
        <pc:spChg chg="mod">
          <ac:chgData name="" userId="" providerId="" clId="Web-{65F2E362-6516-41E6-BB3D-B7AAAD650060}" dt="2025-10-12T06:24:16.475" v="1" actId="34807"/>
          <ac:spMkLst>
            <pc:docMk/>
            <pc:sldMk cId="420147745" sldId="2562"/>
            <ac:spMk id="2" creationId="{209D316A-B7D9-B031-1712-B533C6C20BAF}"/>
          </ac:spMkLst>
        </pc:spChg>
      </pc:sldChg>
      <pc:sldChg chg="modSp add mod modTransition modClrScheme addAnim chgLayout">
        <pc:chgData name="" userId="" providerId="" clId="Web-{65F2E362-6516-41E6-BB3D-B7AAAD650060}" dt="2025-10-12T06:24:16.490" v="6" actId="34807"/>
        <pc:sldMkLst>
          <pc:docMk/>
          <pc:sldMk cId="3080871542" sldId="2563"/>
        </pc:sldMkLst>
        <pc:spChg chg="mod">
          <ac:chgData name="" userId="" providerId="" clId="Web-{65F2E362-6516-41E6-BB3D-B7AAAD650060}" dt="2025-10-12T06:24:16.475" v="1" actId="34807"/>
          <ac:spMkLst>
            <pc:docMk/>
            <pc:sldMk cId="3080871542" sldId="2563"/>
            <ac:spMk id="2" creationId="{7821E98B-89B8-30FF-A777-BDEE410ACD4C}"/>
          </ac:spMkLst>
        </pc:spChg>
        <pc:spChg chg="mod">
          <ac:chgData name="" userId="" providerId="" clId="Web-{65F2E362-6516-41E6-BB3D-B7AAAD650060}" dt="2025-10-12T06:24:16.475" v="1" actId="34807"/>
          <ac:spMkLst>
            <pc:docMk/>
            <pc:sldMk cId="3080871542" sldId="2563"/>
            <ac:spMk id="4" creationId="{7A16E7CE-E548-BAAA-E5AF-113ED676BAAB}"/>
          </ac:spMkLst>
        </pc:spChg>
        <pc:picChg chg="mod ord">
          <ac:chgData name="" userId="" providerId="" clId="Web-{65F2E362-6516-41E6-BB3D-B7AAAD650060}" dt="2025-10-12T06:24:16.475" v="1" actId="34807"/>
          <ac:picMkLst>
            <pc:docMk/>
            <pc:sldMk cId="3080871542" sldId="2563"/>
            <ac:picMk id="5" creationId="{3629BA47-0226-42F3-B5C3-2C9E9B974E96}"/>
          </ac:picMkLst>
        </pc:picChg>
      </pc:sldChg>
      <pc:sldChg chg="modSp add mod modTransition addAnim chgLayout">
        <pc:chgData name="" userId="" providerId="" clId="Web-{65F2E362-6516-41E6-BB3D-B7AAAD650060}" dt="2025-10-12T06:24:16.490" v="7" actId="34807"/>
        <pc:sldMkLst>
          <pc:docMk/>
          <pc:sldMk cId="2371800135" sldId="2564"/>
        </pc:sldMkLst>
        <pc:spChg chg="mod">
          <ac:chgData name="" userId="" providerId="" clId="Web-{65F2E362-6516-41E6-BB3D-B7AAAD650060}" dt="2025-10-12T06:24:16.475" v="1" actId="34807"/>
          <ac:spMkLst>
            <pc:docMk/>
            <pc:sldMk cId="2371800135" sldId="2564"/>
            <ac:spMk id="2" creationId="{354BEBAD-86A8-2C67-A138-8796C285B53E}"/>
          </ac:spMkLst>
        </pc:spChg>
      </pc:sldChg>
      <pc:sldChg chg="modSp add mod modTransition modClrScheme addAnim chgLayout">
        <pc:chgData name="" userId="" providerId="" clId="Web-{65F2E362-6516-41E6-BB3D-B7AAAD650060}" dt="2025-10-12T06:24:16.490" v="8" actId="34807"/>
        <pc:sldMkLst>
          <pc:docMk/>
          <pc:sldMk cId="1481443525" sldId="2565"/>
        </pc:sldMkLst>
        <pc:spChg chg="mod">
          <ac:chgData name="" userId="" providerId="" clId="Web-{65F2E362-6516-41E6-BB3D-B7AAAD650060}" dt="2025-10-12T06:24:16.475" v="1" actId="34807"/>
          <ac:spMkLst>
            <pc:docMk/>
            <pc:sldMk cId="1481443525" sldId="2565"/>
            <ac:spMk id="2" creationId="{B852EE1B-3571-AA20-A761-46EC12A91419}"/>
          </ac:spMkLst>
        </pc:spChg>
        <pc:spChg chg="mod">
          <ac:chgData name="" userId="" providerId="" clId="Web-{65F2E362-6516-41E6-BB3D-B7AAAD650060}" dt="2025-10-12T06:24:16.475" v="1" actId="34807"/>
          <ac:spMkLst>
            <pc:docMk/>
            <pc:sldMk cId="1481443525" sldId="2565"/>
            <ac:spMk id="4" creationId="{5F219DB0-651A-362D-F76E-DFBE1317E663}"/>
          </ac:spMkLst>
        </pc:spChg>
        <pc:picChg chg="mod ord">
          <ac:chgData name="" userId="" providerId="" clId="Web-{65F2E362-6516-41E6-BB3D-B7AAAD650060}" dt="2025-10-12T06:24:16.475" v="1" actId="34807"/>
          <ac:picMkLst>
            <pc:docMk/>
            <pc:sldMk cId="1481443525" sldId="2565"/>
            <ac:picMk id="5" creationId="{9E0E5D47-8B32-4EEC-A4E6-97E0E44D9C1D}"/>
          </ac:picMkLst>
        </pc:picChg>
      </pc:sldChg>
      <pc:sldChg chg="modSp add mod modTransition addAnim chgLayout">
        <pc:chgData name="" userId="" providerId="" clId="Web-{65F2E362-6516-41E6-BB3D-B7AAAD650060}" dt="2025-10-12T06:24:16.490" v="9" actId="34807"/>
        <pc:sldMkLst>
          <pc:docMk/>
          <pc:sldMk cId="2659547286" sldId="2566"/>
        </pc:sldMkLst>
        <pc:spChg chg="mod">
          <ac:chgData name="" userId="" providerId="" clId="Web-{65F2E362-6516-41E6-BB3D-B7AAAD650060}" dt="2025-10-12T06:24:16.475" v="1" actId="34807"/>
          <ac:spMkLst>
            <pc:docMk/>
            <pc:sldMk cId="2659547286" sldId="2566"/>
            <ac:spMk id="2" creationId="{D70826B3-FE02-E273-3CBB-E6B0695DCABA}"/>
          </ac:spMkLst>
        </pc:spChg>
      </pc:sldChg>
      <pc:sldChg chg="modSp add mod modTransition">
        <pc:chgData name="" userId="" providerId="" clId="Web-{65F2E362-6516-41E6-BB3D-B7AAAD650060}" dt="2025-10-12T06:24:16.475" v="1" actId="34807"/>
        <pc:sldMkLst>
          <pc:docMk/>
          <pc:sldMk cId="1792403799" sldId="2567"/>
        </pc:sldMkLst>
        <pc:spChg chg="mod">
          <ac:chgData name="" userId="" providerId="" clId="Web-{65F2E362-6516-41E6-BB3D-B7AAAD650060}" dt="2025-10-12T06:24:16.475" v="1" actId="34807"/>
          <ac:spMkLst>
            <pc:docMk/>
            <pc:sldMk cId="1792403799" sldId="2567"/>
            <ac:spMk id="2" creationId="{CDAA9AAD-2975-E7C2-C477-AFBE7D2B82B8}"/>
          </ac:spMkLst>
        </pc:spChg>
        <pc:graphicFrameChg chg="mod">
          <ac:chgData name="" userId="" providerId="" clId="Web-{65F2E362-6516-41E6-BB3D-B7AAAD650060}" dt="2025-10-12T06:24:16.475" v="1" actId="34807"/>
          <ac:graphicFrameMkLst>
            <pc:docMk/>
            <pc:sldMk cId="1792403799" sldId="2567"/>
            <ac:graphicFrameMk id="5" creationId="{DF74D597-1B9A-4A3B-825F-1CA254F3F194}"/>
          </ac:graphicFrameMkLst>
        </pc:graphicFrameChg>
      </pc:sldChg>
      <pc:sldChg chg="modSp add mod modTransition addAnim chgLayout">
        <pc:chgData name="" userId="" providerId="" clId="Web-{65F2E362-6516-41E6-BB3D-B7AAAD650060}" dt="2025-10-12T06:24:16.490" v="10" actId="34807"/>
        <pc:sldMkLst>
          <pc:docMk/>
          <pc:sldMk cId="1144915296" sldId="2568"/>
        </pc:sldMkLst>
        <pc:spChg chg="mod">
          <ac:chgData name="" userId="" providerId="" clId="Web-{65F2E362-6516-41E6-BB3D-B7AAAD650060}" dt="2025-10-12T06:24:16.475" v="1" actId="34807"/>
          <ac:spMkLst>
            <pc:docMk/>
            <pc:sldMk cId="1144915296" sldId="2568"/>
            <ac:spMk id="2" creationId="{30C50F95-BAA9-E5C1-A7C7-59B46088DB65}"/>
          </ac:spMkLst>
        </pc:spChg>
      </pc:sldChg>
      <pc:sldChg chg="modSp add mod modTransition modClrScheme addAnim chgLayout">
        <pc:chgData name="" userId="" providerId="" clId="Web-{65F2E362-6516-41E6-BB3D-B7AAAD650060}" dt="2025-10-12T06:24:16.490" v="11" actId="34807"/>
        <pc:sldMkLst>
          <pc:docMk/>
          <pc:sldMk cId="1040693281" sldId="2569"/>
        </pc:sldMkLst>
        <pc:spChg chg="mod">
          <ac:chgData name="" userId="" providerId="" clId="Web-{65F2E362-6516-41E6-BB3D-B7AAAD650060}" dt="2025-10-12T06:24:16.475" v="1" actId="34807"/>
          <ac:spMkLst>
            <pc:docMk/>
            <pc:sldMk cId="1040693281" sldId="2569"/>
            <ac:spMk id="2" creationId="{F0C33C6F-3BAA-4C5F-370F-8884DFFFB079}"/>
          </ac:spMkLst>
        </pc:spChg>
        <pc:spChg chg="mod">
          <ac:chgData name="" userId="" providerId="" clId="Web-{65F2E362-6516-41E6-BB3D-B7AAAD650060}" dt="2025-10-12T06:24:16.475" v="1" actId="34807"/>
          <ac:spMkLst>
            <pc:docMk/>
            <pc:sldMk cId="1040693281" sldId="2569"/>
            <ac:spMk id="4" creationId="{ABECDC86-4483-1128-8016-04B59FA13EC1}"/>
          </ac:spMkLst>
        </pc:spChg>
        <pc:picChg chg="mod ord">
          <ac:chgData name="" userId="" providerId="" clId="Web-{65F2E362-6516-41E6-BB3D-B7AAAD650060}" dt="2025-10-12T06:24:16.475" v="1" actId="34807"/>
          <ac:picMkLst>
            <pc:docMk/>
            <pc:sldMk cId="1040693281" sldId="2569"/>
            <ac:picMk id="5" creationId="{7F8E5DA4-086E-4F77-89B0-440D697F48C3}"/>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10/11/2025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10/11/2025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992228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Foot Traffic Trends and Demographic Influences
</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39277590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This study investigates how consumer behavior at office supply stores evolved during the initial months of the COVID-19 pandemic, specifically focusing on foot traffic and dwell time trends. The analysis centers on California counties, categorized into urban, suburban, and rural regions. The primary data sources include the SafeGraph dataset for foot traffic and dwell time, RUCA codes for geographic classification, and demographic indicators such as education levels, working-age population, and K–12 households. The first research question explores weekly changes in store visits and dwell times, aiming to identify patterns and shifts in consumer engagement. It also examines how demographic factors like education and household composition influence the potential for innovative retail concepts or expanded community services. The second research question assesses whether suburban counties experienced a stronger rise in visits compared to urban centers during the remote work shift. The third question evaluates brand-specific recovery patterns, focusing on whether certain office supply brands stabilized faster and what this suggests about brand loyalty and essential purchasing behavior.
</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1857912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Data Sources and Analytical Approach
</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16180814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The methodology employed in this study integrates multiple datasets to provide a comprehensive view of consumer behavior at office supply stores during the early months of the pandemic. The primary dataset is SafeGraph, which offers granular data on foot traffic and dwell time across various retail locations. To classify geographic regions, the study uses the 2020 Rural-Urban Commuting Area (RUCA) codes, enabling differentiation between urban, suburban, and rural counties in California. Additionally, demographic data is incorporated to analyze the influence of education levels, working-age population (ages 18–64), and K–12 households on store engagement. The analytical approach involves weekly trend analysis from January to April 2020, comparing visit and dwell time metrics across different brands and regions. Brand-level comparisons highlight differences in recovery patterns and consumer loyalty. Correlation analysis is used to link demographic indicators with behavioral metrics, such as longer dwell times in highly educated areas and quicker purchases in working-age dense regions. This multi-faceted methodology allows for a nuanced understanding of how remote work reshaped retail dynamics at the local level.
</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3584017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Brand Performance and Demographic Correlations
</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2599893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The analysis reveals several key findings regarding brand performance and demographic correlations during the remote work shift. Staples and Office Depot emerged as dominant players, leading in total visits throughout the study period. Staples showed a rapid rebound in Week 17, with visits nearly doubling from 47K to 98K, indicating strong brand loyalty and its perception as an essential retailer. Specialty stores like Papyrus and Rapid Refill attracted fewer visitors but exhibited significantly longer dwell times, suggesting high-intent, focused purchases. Suburban counties demonstrated the highest engagement levels, with faster recovery in visits and dwell times compared to urban and rural areas. Urban regions had slightly lower visits but similar dwell times, reflecting quick, goal-oriented trips. Rural areas saw fewer visits but longer stays, indicating a different shopping behavior. Demographic analysis showed that regions with higher concentrations of bachelor’s and master’s degree holders experienced longer dwell times, possibly due to higher disposable income and preference for personalized shopping experiences. Working-age dense counties exhibited shorter dwell times, consistent with faster shopping habits and limited time availability. These findings underscore the importance of tailoring retail strategies to local demographic profiles.
</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15414350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Consumer Behavior and Retail Implications
</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3669732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The study concludes that suburban consumers adapted more rapidly to remote work requirements, driving early recovery in visits and dwell times at office supply stores. This behavior reflects a shift toward efficiency-driven shopping in high-traffic retailers like Staples and Office Depot. These brands benefited from strong customer loyalty and their essential status, which encouraged consumers to return as soon as stores reopened. In contrast, specialty stores experienced slower recovery due to their non-essential product lines and reliance on in-store browsing. The findings highlight a clear divide between efficiency-driven and experience-driven shopping behaviors. Suburban regions favored quick, goal-oriented purchases, while highly educated, smaller markets exhibited longer dwell times and a preference for boutique-style shopping. Retailers can leverage these insights to tailor their strategies, such as introducing concept stores in educated areas or expanding community services in family-dense regions. Understanding the interplay between demographic factors and consumer behavior is crucial for shaping post-pandemic retail dynamics and enhancing customer engagement.
</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34422193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881E108-F384-A315-D627-5984C66ED5C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11" name="Group 10">
              <a:extLst>
                <a:ext uri="{FF2B5EF4-FFF2-40B4-BE49-F238E27FC236}">
                  <a16:creationId xmlns:a16="http://schemas.microsoft.com/office/drawing/2014/main" id="{87C1CCF7-5B2C-35CC-DBB9-2CE06DC4AC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90" name="Freeform 68">
                <a:extLst>
                  <a:ext uri="{FF2B5EF4-FFF2-40B4-BE49-F238E27FC236}">
                    <a16:creationId xmlns:a16="http://schemas.microsoft.com/office/drawing/2014/main" id="{18C15660-4DED-02FA-9562-504977CD68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69">
                <a:extLst>
                  <a:ext uri="{FF2B5EF4-FFF2-40B4-BE49-F238E27FC236}">
                    <a16:creationId xmlns:a16="http://schemas.microsoft.com/office/drawing/2014/main" id="{072BDACB-931A-F55A-B289-32AFDCB9E5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Line 70">
                <a:extLst>
                  <a:ext uri="{FF2B5EF4-FFF2-40B4-BE49-F238E27FC236}">
                    <a16:creationId xmlns:a16="http://schemas.microsoft.com/office/drawing/2014/main" id="{A34FD5E0-67CD-A986-9673-4DEDB837A3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0DFF58B2-6BF5-7AA2-99C7-8C899768492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52" name="Oval 51">
                <a:extLst>
                  <a:ext uri="{FF2B5EF4-FFF2-40B4-BE49-F238E27FC236}">
                    <a16:creationId xmlns:a16="http://schemas.microsoft.com/office/drawing/2014/main" id="{4184B759-837D-B79D-8489-BF2033D794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53" name="Group 52">
                <a:extLst>
                  <a:ext uri="{FF2B5EF4-FFF2-40B4-BE49-F238E27FC236}">
                    <a16:creationId xmlns:a16="http://schemas.microsoft.com/office/drawing/2014/main" id="{66F7D36D-4939-33BD-C165-7116F0B982B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8" name="Freeform 64">
                  <a:extLst>
                    <a:ext uri="{FF2B5EF4-FFF2-40B4-BE49-F238E27FC236}">
                      <a16:creationId xmlns:a16="http://schemas.microsoft.com/office/drawing/2014/main" id="{39CF26D7-6B87-3153-4F82-3642929F2CA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81">
                  <a:extLst>
                    <a:ext uri="{FF2B5EF4-FFF2-40B4-BE49-F238E27FC236}">
                      <a16:creationId xmlns:a16="http://schemas.microsoft.com/office/drawing/2014/main" id="{60E9FE59-21FD-F26A-8B04-F00B513D9B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61">
                  <a:extLst>
                    <a:ext uri="{FF2B5EF4-FFF2-40B4-BE49-F238E27FC236}">
                      <a16:creationId xmlns:a16="http://schemas.microsoft.com/office/drawing/2014/main" id="{76E57C18-1792-97B2-3EA4-2227216ACA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78">
                  <a:extLst>
                    <a:ext uri="{FF2B5EF4-FFF2-40B4-BE49-F238E27FC236}">
                      <a16:creationId xmlns:a16="http://schemas.microsoft.com/office/drawing/2014/main" id="{3FAD6F0C-C11A-8E35-6E49-CC816C97834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84">
                  <a:extLst>
                    <a:ext uri="{FF2B5EF4-FFF2-40B4-BE49-F238E27FC236}">
                      <a16:creationId xmlns:a16="http://schemas.microsoft.com/office/drawing/2014/main" id="{9F5A8A2A-D14B-7B3F-5837-0C5DDD9E80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7">
                  <a:extLst>
                    <a:ext uri="{FF2B5EF4-FFF2-40B4-BE49-F238E27FC236}">
                      <a16:creationId xmlns:a16="http://schemas.microsoft.com/office/drawing/2014/main" id="{04A52456-CA7C-B910-7DD3-FDF3F02234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0">
                  <a:extLst>
                    <a:ext uri="{FF2B5EF4-FFF2-40B4-BE49-F238E27FC236}">
                      <a16:creationId xmlns:a16="http://schemas.microsoft.com/office/drawing/2014/main" id="{8415C7E0-168E-583A-3D8E-13A0BECB6E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59">
                  <a:extLst>
                    <a:ext uri="{FF2B5EF4-FFF2-40B4-BE49-F238E27FC236}">
                      <a16:creationId xmlns:a16="http://schemas.microsoft.com/office/drawing/2014/main" id="{E84EF13A-F9BF-D114-CB2F-BAD322E48AF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2">
                  <a:extLst>
                    <a:ext uri="{FF2B5EF4-FFF2-40B4-BE49-F238E27FC236}">
                      <a16:creationId xmlns:a16="http://schemas.microsoft.com/office/drawing/2014/main" id="{7635AFC9-6470-8D17-0699-3241CE2DE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5">
                  <a:extLst>
                    <a:ext uri="{FF2B5EF4-FFF2-40B4-BE49-F238E27FC236}">
                      <a16:creationId xmlns:a16="http://schemas.microsoft.com/office/drawing/2014/main" id="{791500EF-3034-425E-4CB3-882A7C2D0F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79">
                  <a:extLst>
                    <a:ext uri="{FF2B5EF4-FFF2-40B4-BE49-F238E27FC236}">
                      <a16:creationId xmlns:a16="http://schemas.microsoft.com/office/drawing/2014/main" id="{302E1F2F-459F-7DDA-362C-03E7EE4BCB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82">
                  <a:extLst>
                    <a:ext uri="{FF2B5EF4-FFF2-40B4-BE49-F238E27FC236}">
                      <a16:creationId xmlns:a16="http://schemas.microsoft.com/office/drawing/2014/main" id="{39D9EE3B-A0D7-E4FC-9046-5C97668711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5">
                  <a:extLst>
                    <a:ext uri="{FF2B5EF4-FFF2-40B4-BE49-F238E27FC236}">
                      <a16:creationId xmlns:a16="http://schemas.microsoft.com/office/drawing/2014/main" id="{BB7ED61D-F228-3585-0563-330602FFB3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8">
                  <a:extLst>
                    <a:ext uri="{FF2B5EF4-FFF2-40B4-BE49-F238E27FC236}">
                      <a16:creationId xmlns:a16="http://schemas.microsoft.com/office/drawing/2014/main" id="{8D6D1F50-C458-93FE-2C29-73F04AAF39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2" name="Group 81">
                  <a:extLst>
                    <a:ext uri="{FF2B5EF4-FFF2-40B4-BE49-F238E27FC236}">
                      <a16:creationId xmlns:a16="http://schemas.microsoft.com/office/drawing/2014/main" id="{7C2B1F16-E91E-EEEA-3C21-7B069CE00B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751BADD6-70CB-D6E4-DE92-76B1A4C2E7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Line 66">
                    <a:extLst>
                      <a:ext uri="{FF2B5EF4-FFF2-40B4-BE49-F238E27FC236}">
                        <a16:creationId xmlns:a16="http://schemas.microsoft.com/office/drawing/2014/main" id="{859ECE72-C252-77AA-D9A2-9BA1D9A645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7">
                    <a:extLst>
                      <a:ext uri="{FF2B5EF4-FFF2-40B4-BE49-F238E27FC236}">
                        <a16:creationId xmlns:a16="http://schemas.microsoft.com/office/drawing/2014/main" id="{DBABDC38-A611-E865-1F52-62CA48E76F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80">
                    <a:extLst>
                      <a:ext uri="{FF2B5EF4-FFF2-40B4-BE49-F238E27FC236}">
                        <a16:creationId xmlns:a16="http://schemas.microsoft.com/office/drawing/2014/main" id="{FC53D630-F42E-2033-5860-1939673F72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3">
                    <a:extLst>
                      <a:ext uri="{FF2B5EF4-FFF2-40B4-BE49-F238E27FC236}">
                        <a16:creationId xmlns:a16="http://schemas.microsoft.com/office/drawing/2014/main" id="{EC021795-C29B-11C0-E5B2-AF136EE09B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6">
                    <a:extLst>
                      <a:ext uri="{FF2B5EF4-FFF2-40B4-BE49-F238E27FC236}">
                        <a16:creationId xmlns:a16="http://schemas.microsoft.com/office/drawing/2014/main" id="{89127066-0EC1-E69B-2763-17EF53F77D4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9">
                    <a:extLst>
                      <a:ext uri="{FF2B5EF4-FFF2-40B4-BE49-F238E27FC236}">
                        <a16:creationId xmlns:a16="http://schemas.microsoft.com/office/drawing/2014/main" id="{6B6CD59F-3CDF-DC2F-7629-7D25456A1A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4" name="Group 53">
                <a:extLst>
                  <a:ext uri="{FF2B5EF4-FFF2-40B4-BE49-F238E27FC236}">
                    <a16:creationId xmlns:a16="http://schemas.microsoft.com/office/drawing/2014/main" id="{1AEC402E-386A-ABCA-FAED-AC35560FFD1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60" name="Group 59">
                  <a:extLst>
                    <a:ext uri="{FF2B5EF4-FFF2-40B4-BE49-F238E27FC236}">
                      <a16:creationId xmlns:a16="http://schemas.microsoft.com/office/drawing/2014/main" id="{D05B1D61-BF79-CE17-3316-E22D6375DD6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Straight Connector 63">
                    <a:extLst>
                      <a:ext uri="{FF2B5EF4-FFF2-40B4-BE49-F238E27FC236}">
                        <a16:creationId xmlns:a16="http://schemas.microsoft.com/office/drawing/2014/main" id="{3C1121DD-6D2D-F6DD-13EB-5BA4FEEC669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916FB59-99AD-CD5D-43A7-7DFCE4405C2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D65EFF6D-F07E-8BD8-4231-62761F20D5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30">
                    <a:extLst>
                      <a:ext uri="{FF2B5EF4-FFF2-40B4-BE49-F238E27FC236}">
                        <a16:creationId xmlns:a16="http://schemas.microsoft.com/office/drawing/2014/main" id="{288BBD12-64D8-2967-BD02-82576A7A73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F4834E8D-D6E4-CAB3-9A98-0065273DA50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57">
                    <a:extLst>
                      <a:ext uri="{FF2B5EF4-FFF2-40B4-BE49-F238E27FC236}">
                        <a16:creationId xmlns:a16="http://schemas.microsoft.com/office/drawing/2014/main" id="{81F30DBC-DD75-CAAB-A919-54CD8C595B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3" name="Freeform: Shape 58">
                    <a:extLst>
                      <a:ext uri="{FF2B5EF4-FFF2-40B4-BE49-F238E27FC236}">
                        <a16:creationId xmlns:a16="http://schemas.microsoft.com/office/drawing/2014/main" id="{5622C940-8B4B-FCC6-D6C5-C3A5B5887A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5" name="Group 54">
                <a:extLst>
                  <a:ext uri="{FF2B5EF4-FFF2-40B4-BE49-F238E27FC236}">
                    <a16:creationId xmlns:a16="http://schemas.microsoft.com/office/drawing/2014/main" id="{170620AC-69C7-F05B-0FE6-F2A7B369742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6" name="Group 55">
                  <a:extLst>
                    <a:ext uri="{FF2B5EF4-FFF2-40B4-BE49-F238E27FC236}">
                      <a16:creationId xmlns:a16="http://schemas.microsoft.com/office/drawing/2014/main" id="{A866B0E7-3452-342A-E947-5D1B43B5385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8" name="Freeform 68">
                    <a:extLst>
                      <a:ext uri="{FF2B5EF4-FFF2-40B4-BE49-F238E27FC236}">
                        <a16:creationId xmlns:a16="http://schemas.microsoft.com/office/drawing/2014/main" id="{F0A66C71-2E93-8634-693C-65995DDB8C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69">
                    <a:extLst>
                      <a:ext uri="{FF2B5EF4-FFF2-40B4-BE49-F238E27FC236}">
                        <a16:creationId xmlns:a16="http://schemas.microsoft.com/office/drawing/2014/main" id="{B3DCBCA0-C178-92E8-D0AE-6C88604CA4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57" name="Line 70">
                  <a:extLst>
                    <a:ext uri="{FF2B5EF4-FFF2-40B4-BE49-F238E27FC236}">
                      <a16:creationId xmlns:a16="http://schemas.microsoft.com/office/drawing/2014/main" id="{54962A78-719A-152A-D66A-645612403E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3" name="Group 12">
              <a:extLst>
                <a:ext uri="{FF2B5EF4-FFF2-40B4-BE49-F238E27FC236}">
                  <a16:creationId xmlns:a16="http://schemas.microsoft.com/office/drawing/2014/main" id="{0DD8826F-87D1-0808-28F0-C30249A4D8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4" name="Oval 13">
                <a:extLst>
                  <a:ext uri="{FF2B5EF4-FFF2-40B4-BE49-F238E27FC236}">
                    <a16:creationId xmlns:a16="http://schemas.microsoft.com/office/drawing/2014/main" id="{3C5D1AE4-7639-F7C4-B0F2-6DC1C6D53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15" name="Group 14">
                <a:extLst>
                  <a:ext uri="{FF2B5EF4-FFF2-40B4-BE49-F238E27FC236}">
                    <a16:creationId xmlns:a16="http://schemas.microsoft.com/office/drawing/2014/main" id="{5B31C545-6261-4C90-7449-B0FA0F14B17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30" name="Freeform 64">
                  <a:extLst>
                    <a:ext uri="{FF2B5EF4-FFF2-40B4-BE49-F238E27FC236}">
                      <a16:creationId xmlns:a16="http://schemas.microsoft.com/office/drawing/2014/main" id="{CCFF55EE-F463-5AA3-EA8E-FC71AD5E59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1">
                  <a:extLst>
                    <a:ext uri="{FF2B5EF4-FFF2-40B4-BE49-F238E27FC236}">
                      <a16:creationId xmlns:a16="http://schemas.microsoft.com/office/drawing/2014/main" id="{8A64BA49-D64D-5135-432E-F837497AD3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1">
                  <a:extLst>
                    <a:ext uri="{FF2B5EF4-FFF2-40B4-BE49-F238E27FC236}">
                      <a16:creationId xmlns:a16="http://schemas.microsoft.com/office/drawing/2014/main" id="{53E1B766-53A4-5272-89AA-5097B67ED7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78">
                  <a:extLst>
                    <a:ext uri="{FF2B5EF4-FFF2-40B4-BE49-F238E27FC236}">
                      <a16:creationId xmlns:a16="http://schemas.microsoft.com/office/drawing/2014/main" id="{B9E623EF-3B1E-5902-5A98-8B0276FEED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84">
                  <a:extLst>
                    <a:ext uri="{FF2B5EF4-FFF2-40B4-BE49-F238E27FC236}">
                      <a16:creationId xmlns:a16="http://schemas.microsoft.com/office/drawing/2014/main" id="{A5E08108-7FFE-988A-27B4-42DC2081A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7">
                  <a:extLst>
                    <a:ext uri="{FF2B5EF4-FFF2-40B4-BE49-F238E27FC236}">
                      <a16:creationId xmlns:a16="http://schemas.microsoft.com/office/drawing/2014/main" id="{773E0169-06B0-CD91-ED69-C5FFA3ABA3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0">
                  <a:extLst>
                    <a:ext uri="{FF2B5EF4-FFF2-40B4-BE49-F238E27FC236}">
                      <a16:creationId xmlns:a16="http://schemas.microsoft.com/office/drawing/2014/main" id="{32E5E29B-D991-75B8-F1CC-E87F58BE97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59">
                  <a:extLst>
                    <a:ext uri="{FF2B5EF4-FFF2-40B4-BE49-F238E27FC236}">
                      <a16:creationId xmlns:a16="http://schemas.microsoft.com/office/drawing/2014/main" id="{DAC2C0F6-D327-B680-AD0E-29DEFE82D5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2">
                  <a:extLst>
                    <a:ext uri="{FF2B5EF4-FFF2-40B4-BE49-F238E27FC236}">
                      <a16:creationId xmlns:a16="http://schemas.microsoft.com/office/drawing/2014/main" id="{DCFACFB9-BC70-8E9B-94B0-EC3990E331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5">
                  <a:extLst>
                    <a:ext uri="{FF2B5EF4-FFF2-40B4-BE49-F238E27FC236}">
                      <a16:creationId xmlns:a16="http://schemas.microsoft.com/office/drawing/2014/main" id="{0C0243D7-FD13-096E-A535-BCB0E882F0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79">
                  <a:extLst>
                    <a:ext uri="{FF2B5EF4-FFF2-40B4-BE49-F238E27FC236}">
                      <a16:creationId xmlns:a16="http://schemas.microsoft.com/office/drawing/2014/main" id="{E40ADF36-29F2-197F-CA56-7F3C21A9E5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82">
                  <a:extLst>
                    <a:ext uri="{FF2B5EF4-FFF2-40B4-BE49-F238E27FC236}">
                      <a16:creationId xmlns:a16="http://schemas.microsoft.com/office/drawing/2014/main" id="{D4040157-022D-D2D3-BA51-FF1AC48D0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5">
                  <a:extLst>
                    <a:ext uri="{FF2B5EF4-FFF2-40B4-BE49-F238E27FC236}">
                      <a16:creationId xmlns:a16="http://schemas.microsoft.com/office/drawing/2014/main" id="{D5D04681-B3BF-355E-9F72-D6D5C61470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8">
                  <a:extLst>
                    <a:ext uri="{FF2B5EF4-FFF2-40B4-BE49-F238E27FC236}">
                      <a16:creationId xmlns:a16="http://schemas.microsoft.com/office/drawing/2014/main" id="{F5274D01-718C-8DAB-E10E-EAA275C140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4" name="Group 43">
                  <a:extLst>
                    <a:ext uri="{FF2B5EF4-FFF2-40B4-BE49-F238E27FC236}">
                      <a16:creationId xmlns:a16="http://schemas.microsoft.com/office/drawing/2014/main" id="{2A7203C8-6D5A-D15D-479C-B62F49E395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5" name="Line 63">
                    <a:extLst>
                      <a:ext uri="{FF2B5EF4-FFF2-40B4-BE49-F238E27FC236}">
                        <a16:creationId xmlns:a16="http://schemas.microsoft.com/office/drawing/2014/main" id="{F2A721C4-BB1C-B475-8E9F-0E532E92B8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66">
                    <a:extLst>
                      <a:ext uri="{FF2B5EF4-FFF2-40B4-BE49-F238E27FC236}">
                        <a16:creationId xmlns:a16="http://schemas.microsoft.com/office/drawing/2014/main" id="{A4D10222-27E8-65CC-D891-16EC7A9F19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7">
                    <a:extLst>
                      <a:ext uri="{FF2B5EF4-FFF2-40B4-BE49-F238E27FC236}">
                        <a16:creationId xmlns:a16="http://schemas.microsoft.com/office/drawing/2014/main" id="{FF2F28B6-2337-C329-446A-56A59192E6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0">
                    <a:extLst>
                      <a:ext uri="{FF2B5EF4-FFF2-40B4-BE49-F238E27FC236}">
                        <a16:creationId xmlns:a16="http://schemas.microsoft.com/office/drawing/2014/main" id="{446022E5-729D-E059-0EFB-60DCD3D206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3">
                    <a:extLst>
                      <a:ext uri="{FF2B5EF4-FFF2-40B4-BE49-F238E27FC236}">
                        <a16:creationId xmlns:a16="http://schemas.microsoft.com/office/drawing/2014/main" id="{34B448DD-DB51-4BFE-7391-F0E77F0D1A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6">
                    <a:extLst>
                      <a:ext uri="{FF2B5EF4-FFF2-40B4-BE49-F238E27FC236}">
                        <a16:creationId xmlns:a16="http://schemas.microsoft.com/office/drawing/2014/main" id="{C4ECBED7-4DF3-07D4-C903-0C3466F436E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9">
                    <a:extLst>
                      <a:ext uri="{FF2B5EF4-FFF2-40B4-BE49-F238E27FC236}">
                        <a16:creationId xmlns:a16="http://schemas.microsoft.com/office/drawing/2014/main" id="{17BEFC7B-EF7B-E701-5F94-14A5003FA1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6" name="Group 15">
                <a:extLst>
                  <a:ext uri="{FF2B5EF4-FFF2-40B4-BE49-F238E27FC236}">
                    <a16:creationId xmlns:a16="http://schemas.microsoft.com/office/drawing/2014/main" id="{00A31DDE-6294-E350-9B31-BB2AED729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AC308B80-05DF-C878-E68E-CA949D8CBF0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17C14F70-099F-64BE-337A-A8DEA8609BC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302A6CE-C651-7A36-FDA2-A75E7A144AC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39947FB4-DB7C-9FAD-FE53-C3E8C9938B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C8624528-A8A2-42DC-9965-2F3A1539C8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16FC009-ECC3-11A8-69FC-5F228B3DB1E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9">
                    <a:extLst>
                      <a:ext uri="{FF2B5EF4-FFF2-40B4-BE49-F238E27FC236}">
                        <a16:creationId xmlns:a16="http://schemas.microsoft.com/office/drawing/2014/main" id="{5B77C78C-0E98-59B7-DCF8-A595970FF5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20">
                    <a:extLst>
                      <a:ext uri="{FF2B5EF4-FFF2-40B4-BE49-F238E27FC236}">
                        <a16:creationId xmlns:a16="http://schemas.microsoft.com/office/drawing/2014/main" id="{AC070F26-D4E6-B35D-46F5-C2314E2A2D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8FC4E3AA-C659-9DCF-D8B3-5B1DA915187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8" name="Group 17">
                  <a:extLst>
                    <a:ext uri="{FF2B5EF4-FFF2-40B4-BE49-F238E27FC236}">
                      <a16:creationId xmlns:a16="http://schemas.microsoft.com/office/drawing/2014/main" id="{99E5D597-F494-4B41-736C-52EB1CB893D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61A2931B-FF2A-975B-AB37-71DF0F3418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AA86D59E-5FB1-7C95-B65B-A960F5A903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D4441001-2EF5-3871-F7E0-4165E5A190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93" name="Straight Connector 92">
            <a:extLst>
              <a:ext uri="{FF2B5EF4-FFF2-40B4-BE49-F238E27FC236}">
                <a16:creationId xmlns:a16="http://schemas.microsoft.com/office/drawing/2014/main" id="{3E6F731B-8969-3200-B9DB-3E8612A79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264408" y="3883294"/>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B95CA7-7C33-82C1-25FB-B083614FA283}"/>
              </a:ext>
            </a:extLst>
          </p:cNvPr>
          <p:cNvSpPr>
            <a:spLocks noGrp="1"/>
          </p:cNvSpPr>
          <p:nvPr>
            <p:ph type="ctrTitle"/>
          </p:nvPr>
        </p:nvSpPr>
        <p:spPr>
          <a:xfrm>
            <a:off x="612648" y="697234"/>
            <a:ext cx="5852160" cy="2925456"/>
          </a:xfrm>
          <a:prstGeom prst="rect">
            <a:avLst/>
          </a:prstGeom>
        </p:spPr>
        <p:txBody>
          <a:bodyPr anchor="b" anchorCtr="0">
            <a:noAutofit/>
          </a:bodyPr>
          <a:lstStyle>
            <a:lvl1pPr algn="ctr">
              <a:defRPr sz="4000"/>
            </a:lvl1pPr>
          </a:lstStyle>
          <a:p>
            <a:r>
              <a:rPr lang="en-US"/>
              <a:t>Click to edit Master title style</a:t>
            </a:r>
          </a:p>
        </p:txBody>
      </p:sp>
      <p:sp>
        <p:nvSpPr>
          <p:cNvPr id="8" name="Subtitle 2">
            <a:extLst>
              <a:ext uri="{FF2B5EF4-FFF2-40B4-BE49-F238E27FC236}">
                <a16:creationId xmlns:a16="http://schemas.microsoft.com/office/drawing/2014/main" id="{E8955AA8-3423-1402-F58D-56D367DC7544}"/>
              </a:ext>
            </a:extLst>
          </p:cNvPr>
          <p:cNvSpPr>
            <a:spLocks noGrp="1"/>
          </p:cNvSpPr>
          <p:nvPr>
            <p:ph type="subTitle" idx="1"/>
          </p:nvPr>
        </p:nvSpPr>
        <p:spPr>
          <a:xfrm>
            <a:off x="612648" y="4143898"/>
            <a:ext cx="5852160" cy="1545336"/>
          </a:xfrm>
        </p:spPr>
        <p:txBody>
          <a:bodyPr anchor="t" anchorCtr="0">
            <a:noAutofit/>
          </a:bodyPr>
          <a:lstStyle>
            <a:lvl1pPr marL="0" indent="0" algn="ctr">
              <a:lnSpc>
                <a:spcPct val="100000"/>
              </a:lnSpc>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035586"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06128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737706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D5D837-2FD3-B65B-B967-2A54F9ECAB65}"/>
              </a:ext>
            </a:extLst>
          </p:cNvPr>
          <p:cNvCxnSpPr>
            <a:cxnSpLocks/>
          </p:cNvCxnSpPr>
          <p:nvPr userDrawn="1"/>
        </p:nvCxnSpPr>
        <p:spPr>
          <a:xfrm>
            <a:off x="714375" y="185993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6D89D7DB-954A-9C21-F4F8-096B5AF8FA2F}"/>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2119673"/>
            <a:ext cx="10963656" cy="40572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700094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grpSp>
        <p:nvGrpSpPr>
          <p:cNvPr id="7" name="Vector">
            <a:extLst>
              <a:ext uri="{FF2B5EF4-FFF2-40B4-BE49-F238E27FC236}">
                <a16:creationId xmlns:a16="http://schemas.microsoft.com/office/drawing/2014/main" id="{00CDC658-A6F6-5658-3A53-5BC88F7EF3AC}"/>
              </a:ext>
            </a:extLst>
          </p:cNvPr>
          <p:cNvGrpSpPr/>
          <p:nvPr/>
        </p:nvGrpSpPr>
        <p:grpSpPr>
          <a:xfrm>
            <a:off x="268449" y="457964"/>
            <a:ext cx="2227875" cy="5970551"/>
            <a:chOff x="268449" y="457964"/>
            <a:chExt cx="2227875" cy="5970551"/>
          </a:xfrm>
        </p:grpSpPr>
        <p:grpSp>
          <p:nvGrpSpPr>
            <p:cNvPr id="8" name="Group 7">
              <a:extLst>
                <a:ext uri="{FF2B5EF4-FFF2-40B4-BE49-F238E27FC236}">
                  <a16:creationId xmlns:a16="http://schemas.microsoft.com/office/drawing/2014/main" id="{E558385A-FBF5-E7C2-C216-0F09392A44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285095" y="457964"/>
              <a:ext cx="2211229" cy="2707415"/>
              <a:chOff x="9728105" y="457964"/>
              <a:chExt cx="2211229" cy="2707415"/>
            </a:xfrm>
          </p:grpSpPr>
          <p:grpSp>
            <p:nvGrpSpPr>
              <p:cNvPr id="24" name="Group 23">
                <a:extLst>
                  <a:ext uri="{FF2B5EF4-FFF2-40B4-BE49-F238E27FC236}">
                    <a16:creationId xmlns:a16="http://schemas.microsoft.com/office/drawing/2014/main" id="{A930D5B6-DFED-B550-7D11-39B0DE497DC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3360DDD4-298A-89DE-FA5D-979D3715980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5D2DB3B7-52E8-5842-C5B4-CC2A04A40F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89BB2BB-80C0-BAEB-0FAB-E2D6CBA39FF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7B112078-076C-C536-76D4-324507E725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6029C372-14FB-3B0B-F1BE-DA206A2BE1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9C5A5830-350B-9CD2-8321-8E2D47A2E95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101">
                    <a:extLst>
                      <a:ext uri="{FF2B5EF4-FFF2-40B4-BE49-F238E27FC236}">
                        <a16:creationId xmlns:a16="http://schemas.microsoft.com/office/drawing/2014/main" id="{86E560FA-66CD-71F7-71FB-5624F4606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102">
                    <a:extLst>
                      <a:ext uri="{FF2B5EF4-FFF2-40B4-BE49-F238E27FC236}">
                        <a16:creationId xmlns:a16="http://schemas.microsoft.com/office/drawing/2014/main" id="{7AB96093-1181-E260-C34F-0575B79407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48D173A6-B48F-E510-1D43-D816184D374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86225E14-5F55-FABA-8A8F-EB2FAE361C1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3194F6C1-E4B7-0E2B-733A-24891B05AF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13982ED7-7305-6127-8E74-7A0D424DD7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E9F9315-2552-CFF1-3A8D-089F1163E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1BEC0931-A9B9-CE3B-EB79-20CE3DA7B1B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flipV="1">
              <a:off x="268449" y="3721100"/>
              <a:ext cx="2211229" cy="2707415"/>
              <a:chOff x="9728105" y="457964"/>
              <a:chExt cx="2211229" cy="2707415"/>
            </a:xfrm>
          </p:grpSpPr>
          <p:grpSp>
            <p:nvGrpSpPr>
              <p:cNvPr id="10" name="Group 9">
                <a:extLst>
                  <a:ext uri="{FF2B5EF4-FFF2-40B4-BE49-F238E27FC236}">
                    <a16:creationId xmlns:a16="http://schemas.microsoft.com/office/drawing/2014/main" id="{142CFB89-2BD1-A481-A47A-0AA2686982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19725E02-6FCE-0485-9FD9-29C78765D4B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AE0C473C-2E38-911B-354B-7EA8C7DDFF5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DEC9451-A999-C0B6-E336-87087AC21EF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C93C83FF-ED97-CB06-8900-778CE38D88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3F73A54B-E99C-76B0-C985-5CDFAF27B8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E4FFA0E4-5AD0-A26D-201A-FD581F0F635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16">
                    <a:extLst>
                      <a:ext uri="{FF2B5EF4-FFF2-40B4-BE49-F238E27FC236}">
                        <a16:creationId xmlns:a16="http://schemas.microsoft.com/office/drawing/2014/main" id="{1B881B1E-6677-15E6-67D6-A9E3DE2CEB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17">
                    <a:extLst>
                      <a:ext uri="{FF2B5EF4-FFF2-40B4-BE49-F238E27FC236}">
                        <a16:creationId xmlns:a16="http://schemas.microsoft.com/office/drawing/2014/main" id="{DEB9A344-C951-EEA7-CEDD-11F0006B30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7E5A2BEE-0017-56AA-A161-97325E22713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F2906AFB-F142-CCE3-1225-D96320E803A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0190AEE6-A40F-489A-BCFF-239BE1F1C9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40A8EBB4-6E26-5A52-78D9-B2C48CB712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C34A4D87-0628-3673-1195-2A7C3B50D8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40" name="Straight Connector 39">
            <a:extLst>
              <a:ext uri="{FF2B5EF4-FFF2-40B4-BE49-F238E27FC236}">
                <a16:creationId xmlns:a16="http://schemas.microsoft.com/office/drawing/2014/main" id="{C3B3D5AA-9117-2202-5527-3F96C9B9EC72}"/>
              </a:ext>
            </a:extLst>
          </p:cNvPr>
          <p:cNvCxnSpPr>
            <a:cxnSpLocks/>
          </p:cNvCxnSpPr>
          <p:nvPr userDrawn="1"/>
        </p:nvCxnSpPr>
        <p:spPr>
          <a:xfrm>
            <a:off x="3478911" y="502240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Title 1">
            <a:extLst>
              <a:ext uri="{FF2B5EF4-FFF2-40B4-BE49-F238E27FC236}">
                <a16:creationId xmlns:a16="http://schemas.microsoft.com/office/drawing/2014/main" id="{A4F08EBF-F0D1-CCB7-DDF6-D764A2A57010}"/>
              </a:ext>
            </a:extLst>
          </p:cNvPr>
          <p:cNvSpPr>
            <a:spLocks noGrp="1"/>
          </p:cNvSpPr>
          <p:nvPr>
            <p:ph type="ctrTitle"/>
          </p:nvPr>
        </p:nvSpPr>
        <p:spPr>
          <a:xfrm>
            <a:off x="3383279" y="2025536"/>
            <a:ext cx="8193023" cy="2731076"/>
          </a:xfrm>
          <a:prstGeom prst="rect">
            <a:avLst/>
          </a:prstGeom>
        </p:spPr>
        <p:txBody>
          <a:bodyPr vert="horz" lIns="91440" tIns="45720" rIns="91440" bIns="45720" rtlCol="0" anchor="b">
            <a:noAutofit/>
          </a:bodyPr>
          <a:lstStyle>
            <a:lvl1pPr>
              <a:defRPr lang="en-US" sz="4000" dirty="0"/>
            </a:lvl1pPr>
          </a:lstStyle>
          <a:p>
            <a:pPr lvl="0"/>
            <a:r>
              <a:rPr lang="en-US" dirty="0"/>
              <a:t>Click to edit Master title style</a:t>
            </a:r>
          </a:p>
        </p:txBody>
      </p:sp>
      <p:sp>
        <p:nvSpPr>
          <p:cNvPr id="39" name="Subtitle 2">
            <a:extLst>
              <a:ext uri="{FF2B5EF4-FFF2-40B4-BE49-F238E27FC236}">
                <a16:creationId xmlns:a16="http://schemas.microsoft.com/office/drawing/2014/main" id="{B343A649-C74E-CCE7-1671-661F9E232866}"/>
              </a:ext>
            </a:extLst>
          </p:cNvPr>
          <p:cNvSpPr>
            <a:spLocks noGrp="1"/>
          </p:cNvSpPr>
          <p:nvPr>
            <p:ph type="subTitle" idx="1"/>
          </p:nvPr>
        </p:nvSpPr>
        <p:spPr>
          <a:xfrm>
            <a:off x="3374136" y="5288204"/>
            <a:ext cx="8193022" cy="883996"/>
          </a:xfrm>
        </p:spPr>
        <p:txBody>
          <a:bodyPr vert="horz" lIns="91440" tIns="45720" rIns="91440" bIns="45720" rtlCol="0">
            <a:noAutofit/>
          </a:bodyPr>
          <a:lstStyle>
            <a:lvl1pPr marL="0" indent="0">
              <a:buNone/>
              <a:defRPr lang="en-US" sz="1800" cap="all" spc="100"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383280" y="6343955"/>
            <a:ext cx="2805405"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a:prstGeom prst="rect">
            <a:avLst/>
          </a:prstGeom>
        </p:spPr>
        <p:txBody>
          <a:bodyPr>
            <a:noAutofit/>
          </a:body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0390150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56BB11B9-372A-7694-DCC9-D2EAC0010299}"/>
              </a:ext>
            </a:extLst>
          </p:cNvPr>
          <p:cNvGrpSpPr/>
          <p:nvPr/>
        </p:nvGrpSpPr>
        <p:grpSpPr>
          <a:xfrm>
            <a:off x="192855" y="716800"/>
            <a:ext cx="11799379" cy="5583025"/>
            <a:chOff x="192855" y="716800"/>
            <a:chExt cx="11799379" cy="5583025"/>
          </a:xfrm>
        </p:grpSpPr>
        <p:grpSp>
          <p:nvGrpSpPr>
            <p:cNvPr id="7" name="Group 6">
              <a:extLst>
                <a:ext uri="{FF2B5EF4-FFF2-40B4-BE49-F238E27FC236}">
                  <a16:creationId xmlns:a16="http://schemas.microsoft.com/office/drawing/2014/main" id="{320A40BD-F8D2-F282-13BB-306A913BBBC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8" name="Group 7">
                <a:extLst>
                  <a:ext uri="{FF2B5EF4-FFF2-40B4-BE49-F238E27FC236}">
                    <a16:creationId xmlns:a16="http://schemas.microsoft.com/office/drawing/2014/main" id="{F03A1BFD-4772-AE80-4F72-B32F57AA69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7" name="Freeform 64">
                  <a:extLst>
                    <a:ext uri="{FF2B5EF4-FFF2-40B4-BE49-F238E27FC236}">
                      <a16:creationId xmlns:a16="http://schemas.microsoft.com/office/drawing/2014/main" id="{4CA44DE9-4715-DB9A-4407-27CA47BBA9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81">
                  <a:extLst>
                    <a:ext uri="{FF2B5EF4-FFF2-40B4-BE49-F238E27FC236}">
                      <a16:creationId xmlns:a16="http://schemas.microsoft.com/office/drawing/2014/main" id="{8FB0B57F-F79C-DF29-D814-FB5BBB0935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1">
                  <a:extLst>
                    <a:ext uri="{FF2B5EF4-FFF2-40B4-BE49-F238E27FC236}">
                      <a16:creationId xmlns:a16="http://schemas.microsoft.com/office/drawing/2014/main" id="{38C417AC-EEDA-7214-7EF9-55C3401E9D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78">
                  <a:extLst>
                    <a:ext uri="{FF2B5EF4-FFF2-40B4-BE49-F238E27FC236}">
                      <a16:creationId xmlns:a16="http://schemas.microsoft.com/office/drawing/2014/main" id="{934A7662-27CB-6A3F-5A35-045E6D9AF7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4">
                  <a:extLst>
                    <a:ext uri="{FF2B5EF4-FFF2-40B4-BE49-F238E27FC236}">
                      <a16:creationId xmlns:a16="http://schemas.microsoft.com/office/drawing/2014/main" id="{1F246DC5-C736-70AF-B92E-10E5EF0076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7">
                  <a:extLst>
                    <a:ext uri="{FF2B5EF4-FFF2-40B4-BE49-F238E27FC236}">
                      <a16:creationId xmlns:a16="http://schemas.microsoft.com/office/drawing/2014/main" id="{1D952251-4F18-A3F2-2F78-9CB936B2213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0">
                  <a:extLst>
                    <a:ext uri="{FF2B5EF4-FFF2-40B4-BE49-F238E27FC236}">
                      <a16:creationId xmlns:a16="http://schemas.microsoft.com/office/drawing/2014/main" id="{FAB88E72-0832-91C9-B982-18783360C7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59">
                  <a:extLst>
                    <a:ext uri="{FF2B5EF4-FFF2-40B4-BE49-F238E27FC236}">
                      <a16:creationId xmlns:a16="http://schemas.microsoft.com/office/drawing/2014/main" id="{B3ECA1C8-AE6D-0714-75CB-92CA39198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2">
                  <a:extLst>
                    <a:ext uri="{FF2B5EF4-FFF2-40B4-BE49-F238E27FC236}">
                      <a16:creationId xmlns:a16="http://schemas.microsoft.com/office/drawing/2014/main" id="{EA4A4AA4-385D-2FC5-911D-936CAF2479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5">
                  <a:extLst>
                    <a:ext uri="{FF2B5EF4-FFF2-40B4-BE49-F238E27FC236}">
                      <a16:creationId xmlns:a16="http://schemas.microsoft.com/office/drawing/2014/main" id="{94161EB1-FFB5-E3AE-8F39-3D9DF55801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79">
                  <a:extLst>
                    <a:ext uri="{FF2B5EF4-FFF2-40B4-BE49-F238E27FC236}">
                      <a16:creationId xmlns:a16="http://schemas.microsoft.com/office/drawing/2014/main" id="{CD385C1C-5C8C-6DD6-F6BC-D7A5E3A6CB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82">
                  <a:extLst>
                    <a:ext uri="{FF2B5EF4-FFF2-40B4-BE49-F238E27FC236}">
                      <a16:creationId xmlns:a16="http://schemas.microsoft.com/office/drawing/2014/main" id="{F7F8D284-2564-ADA8-CCFB-D40D283FB89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85">
                  <a:extLst>
                    <a:ext uri="{FF2B5EF4-FFF2-40B4-BE49-F238E27FC236}">
                      <a16:creationId xmlns:a16="http://schemas.microsoft.com/office/drawing/2014/main" id="{56FD208F-F6F2-58BD-18AC-C98726C1C1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88">
                  <a:extLst>
                    <a:ext uri="{FF2B5EF4-FFF2-40B4-BE49-F238E27FC236}">
                      <a16:creationId xmlns:a16="http://schemas.microsoft.com/office/drawing/2014/main" id="{DD5DC7A2-CA18-B810-E6AE-D6BEB583E3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1" name="Group 40">
                  <a:extLst>
                    <a:ext uri="{FF2B5EF4-FFF2-40B4-BE49-F238E27FC236}">
                      <a16:creationId xmlns:a16="http://schemas.microsoft.com/office/drawing/2014/main" id="{4B1C5344-E309-9ED7-5AFE-D0058B17519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2" name="Line 63">
                    <a:extLst>
                      <a:ext uri="{FF2B5EF4-FFF2-40B4-BE49-F238E27FC236}">
                        <a16:creationId xmlns:a16="http://schemas.microsoft.com/office/drawing/2014/main" id="{CCFD1A7E-FCAE-931E-44E7-0044CC2A9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Line 66">
                    <a:extLst>
                      <a:ext uri="{FF2B5EF4-FFF2-40B4-BE49-F238E27FC236}">
                        <a16:creationId xmlns:a16="http://schemas.microsoft.com/office/drawing/2014/main" id="{F702C9C8-F1B4-CD10-C93E-D30DD38896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Line 67">
                    <a:extLst>
                      <a:ext uri="{FF2B5EF4-FFF2-40B4-BE49-F238E27FC236}">
                        <a16:creationId xmlns:a16="http://schemas.microsoft.com/office/drawing/2014/main" id="{ADB22918-AC26-BA11-A7D1-BC5DB0084F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Line 80">
                    <a:extLst>
                      <a:ext uri="{FF2B5EF4-FFF2-40B4-BE49-F238E27FC236}">
                        <a16:creationId xmlns:a16="http://schemas.microsoft.com/office/drawing/2014/main" id="{CF488AB0-F5C3-BD78-0C35-98CD3B426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83">
                    <a:extLst>
                      <a:ext uri="{FF2B5EF4-FFF2-40B4-BE49-F238E27FC236}">
                        <a16:creationId xmlns:a16="http://schemas.microsoft.com/office/drawing/2014/main" id="{740468E0-31D1-8F29-1253-3187F704ED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86">
                    <a:extLst>
                      <a:ext uri="{FF2B5EF4-FFF2-40B4-BE49-F238E27FC236}">
                        <a16:creationId xmlns:a16="http://schemas.microsoft.com/office/drawing/2014/main" id="{DD94DEBD-9341-A102-EC18-FE31F1349A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9">
                    <a:extLst>
                      <a:ext uri="{FF2B5EF4-FFF2-40B4-BE49-F238E27FC236}">
                        <a16:creationId xmlns:a16="http://schemas.microsoft.com/office/drawing/2014/main" id="{4F0B3B12-2EEC-DB76-CE9D-810C4DAB9D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C0E7144E-F346-2CFE-E6AA-63D90C953F0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9" name="Group 18">
                  <a:extLst>
                    <a:ext uri="{FF2B5EF4-FFF2-40B4-BE49-F238E27FC236}">
                      <a16:creationId xmlns:a16="http://schemas.microsoft.com/office/drawing/2014/main" id="{0D702975-A312-EBC1-E800-7AA06103476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3" name="Straight Connector 22">
                    <a:extLst>
                      <a:ext uri="{FF2B5EF4-FFF2-40B4-BE49-F238E27FC236}">
                        <a16:creationId xmlns:a16="http://schemas.microsoft.com/office/drawing/2014/main" id="{B7F767C7-DFA4-5BBF-EF9D-E8D1E6B32B9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955F9B2-A030-962F-1BAE-B58B61979B3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5" name="Rectangle 30">
                    <a:extLst>
                      <a:ext uri="{FF2B5EF4-FFF2-40B4-BE49-F238E27FC236}">
                        <a16:creationId xmlns:a16="http://schemas.microsoft.com/office/drawing/2014/main" id="{8F780DAC-C41B-DA71-D2EC-DBB289BD0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30">
                    <a:extLst>
                      <a:ext uri="{FF2B5EF4-FFF2-40B4-BE49-F238E27FC236}">
                        <a16:creationId xmlns:a16="http://schemas.microsoft.com/office/drawing/2014/main" id="{D545B700-275F-8699-1AB7-D5658B57FA6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A5C71E3A-AACB-7543-C066-E5E08A3D86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1" name="Freeform: Shape 31">
                    <a:extLst>
                      <a:ext uri="{FF2B5EF4-FFF2-40B4-BE49-F238E27FC236}">
                        <a16:creationId xmlns:a16="http://schemas.microsoft.com/office/drawing/2014/main" id="{3E792813-0120-511D-6470-1B18DEC4D28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2" name="Freeform: Shape 32">
                    <a:extLst>
                      <a:ext uri="{FF2B5EF4-FFF2-40B4-BE49-F238E27FC236}">
                        <a16:creationId xmlns:a16="http://schemas.microsoft.com/office/drawing/2014/main" id="{724092AC-2CBF-C282-3C4F-DD5773C693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0" name="Group 9">
                <a:extLst>
                  <a:ext uri="{FF2B5EF4-FFF2-40B4-BE49-F238E27FC236}">
                    <a16:creationId xmlns:a16="http://schemas.microsoft.com/office/drawing/2014/main" id="{059F83C9-0A5D-BF1A-5168-EDFC1B23A1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1" name="Group 10">
                  <a:extLst>
                    <a:ext uri="{FF2B5EF4-FFF2-40B4-BE49-F238E27FC236}">
                      <a16:creationId xmlns:a16="http://schemas.microsoft.com/office/drawing/2014/main" id="{ADDEE125-06A8-7FDB-CE6C-1C4571961F2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9655199D-C580-D300-4346-AFB84AE5660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A27841E-334C-CFAE-C202-1B07F8760C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069DBE-BE90-163C-58C9-42B7D6F5AF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83204CF4-C1F6-5287-4B85-DAD482ABA50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3" name="Freeform 68">
                    <a:extLst>
                      <a:ext uri="{FF2B5EF4-FFF2-40B4-BE49-F238E27FC236}">
                        <a16:creationId xmlns:a16="http://schemas.microsoft.com/office/drawing/2014/main" id="{00FE9438-1AA6-9090-B2B2-FFF88A770B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91110486-BF9A-B529-6328-7F21CC075B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F9E8B96-29B1-C539-4BBF-D8F345246F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49" name="Group 48">
              <a:extLst>
                <a:ext uri="{FF2B5EF4-FFF2-40B4-BE49-F238E27FC236}">
                  <a16:creationId xmlns:a16="http://schemas.microsoft.com/office/drawing/2014/main" id="{95BCF94E-9410-1CC3-0BA8-3976FBF4A0C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192855" y="716800"/>
              <a:ext cx="3838575" cy="5583025"/>
              <a:chOff x="199766" y="716800"/>
              <a:chExt cx="3838575" cy="5583025"/>
            </a:xfrm>
          </p:grpSpPr>
          <p:grpSp>
            <p:nvGrpSpPr>
              <p:cNvPr id="50" name="Group 49">
                <a:extLst>
                  <a:ext uri="{FF2B5EF4-FFF2-40B4-BE49-F238E27FC236}">
                    <a16:creationId xmlns:a16="http://schemas.microsoft.com/office/drawing/2014/main" id="{FD1748FA-D9B5-D410-EF4A-55BF1D4796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9" name="Freeform 64">
                  <a:extLst>
                    <a:ext uri="{FF2B5EF4-FFF2-40B4-BE49-F238E27FC236}">
                      <a16:creationId xmlns:a16="http://schemas.microsoft.com/office/drawing/2014/main" id="{EC93AB80-BDD2-72DD-3082-3D06868458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81">
                  <a:extLst>
                    <a:ext uri="{FF2B5EF4-FFF2-40B4-BE49-F238E27FC236}">
                      <a16:creationId xmlns:a16="http://schemas.microsoft.com/office/drawing/2014/main" id="{EEBA8184-8F2B-423A-9CEA-D80BF5377D7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61">
                  <a:extLst>
                    <a:ext uri="{FF2B5EF4-FFF2-40B4-BE49-F238E27FC236}">
                      <a16:creationId xmlns:a16="http://schemas.microsoft.com/office/drawing/2014/main" id="{57CD8E89-1931-0D68-8186-15C3C12B89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78">
                  <a:extLst>
                    <a:ext uri="{FF2B5EF4-FFF2-40B4-BE49-F238E27FC236}">
                      <a16:creationId xmlns:a16="http://schemas.microsoft.com/office/drawing/2014/main" id="{45838F4A-36A1-D9B5-2FBC-DED01766E87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4">
                  <a:extLst>
                    <a:ext uri="{FF2B5EF4-FFF2-40B4-BE49-F238E27FC236}">
                      <a16:creationId xmlns:a16="http://schemas.microsoft.com/office/drawing/2014/main" id="{9EB03CBB-7D35-F7F9-EFCA-64013052E2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87">
                  <a:extLst>
                    <a:ext uri="{FF2B5EF4-FFF2-40B4-BE49-F238E27FC236}">
                      <a16:creationId xmlns:a16="http://schemas.microsoft.com/office/drawing/2014/main" id="{B1EA8790-B106-BB33-48DC-8312CF3B95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60">
                  <a:extLst>
                    <a:ext uri="{FF2B5EF4-FFF2-40B4-BE49-F238E27FC236}">
                      <a16:creationId xmlns:a16="http://schemas.microsoft.com/office/drawing/2014/main" id="{5073EF68-F164-3422-9AA9-6919213FEF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59">
                  <a:extLst>
                    <a:ext uri="{FF2B5EF4-FFF2-40B4-BE49-F238E27FC236}">
                      <a16:creationId xmlns:a16="http://schemas.microsoft.com/office/drawing/2014/main" id="{F37811F5-3EC5-40C9-633C-02E546E0AF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2">
                  <a:extLst>
                    <a:ext uri="{FF2B5EF4-FFF2-40B4-BE49-F238E27FC236}">
                      <a16:creationId xmlns:a16="http://schemas.microsoft.com/office/drawing/2014/main" id="{FC54BE48-9456-0F2A-6D77-DAF0C33909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65">
                  <a:extLst>
                    <a:ext uri="{FF2B5EF4-FFF2-40B4-BE49-F238E27FC236}">
                      <a16:creationId xmlns:a16="http://schemas.microsoft.com/office/drawing/2014/main" id="{045A3A08-95BE-9A60-B1E6-408F268F60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79">
                  <a:extLst>
                    <a:ext uri="{FF2B5EF4-FFF2-40B4-BE49-F238E27FC236}">
                      <a16:creationId xmlns:a16="http://schemas.microsoft.com/office/drawing/2014/main" id="{273D807B-0C13-E019-C76E-053F825395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2">
                  <a:extLst>
                    <a:ext uri="{FF2B5EF4-FFF2-40B4-BE49-F238E27FC236}">
                      <a16:creationId xmlns:a16="http://schemas.microsoft.com/office/drawing/2014/main" id="{27C8BF0E-E071-3B44-0B21-2E8C089247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5">
                  <a:extLst>
                    <a:ext uri="{FF2B5EF4-FFF2-40B4-BE49-F238E27FC236}">
                      <a16:creationId xmlns:a16="http://schemas.microsoft.com/office/drawing/2014/main" id="{CEB31528-676E-9829-C8AB-A5B24C91F9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88">
                  <a:extLst>
                    <a:ext uri="{FF2B5EF4-FFF2-40B4-BE49-F238E27FC236}">
                      <a16:creationId xmlns:a16="http://schemas.microsoft.com/office/drawing/2014/main" id="{CEE71D73-D61B-AFB9-14A9-57462C398A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3" name="Group 82">
                  <a:extLst>
                    <a:ext uri="{FF2B5EF4-FFF2-40B4-BE49-F238E27FC236}">
                      <a16:creationId xmlns:a16="http://schemas.microsoft.com/office/drawing/2014/main" id="{716FA03C-E43A-EB9D-6B5E-9B5A55701B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4" name="Line 63">
                    <a:extLst>
                      <a:ext uri="{FF2B5EF4-FFF2-40B4-BE49-F238E27FC236}">
                        <a16:creationId xmlns:a16="http://schemas.microsoft.com/office/drawing/2014/main" id="{86BEB1B4-8B13-EC11-C48A-9C6E7A31F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6">
                    <a:extLst>
                      <a:ext uri="{FF2B5EF4-FFF2-40B4-BE49-F238E27FC236}">
                        <a16:creationId xmlns:a16="http://schemas.microsoft.com/office/drawing/2014/main" id="{C9AF7F7E-AABE-3FF9-56AC-FA8EC4D099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67">
                    <a:extLst>
                      <a:ext uri="{FF2B5EF4-FFF2-40B4-BE49-F238E27FC236}">
                        <a16:creationId xmlns:a16="http://schemas.microsoft.com/office/drawing/2014/main" id="{CE7F9262-F1AF-97AE-8F2B-909B1821F4F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0">
                    <a:extLst>
                      <a:ext uri="{FF2B5EF4-FFF2-40B4-BE49-F238E27FC236}">
                        <a16:creationId xmlns:a16="http://schemas.microsoft.com/office/drawing/2014/main" id="{0348AAF7-B764-CEC7-C9D8-1F8A830B3C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3">
                    <a:extLst>
                      <a:ext uri="{FF2B5EF4-FFF2-40B4-BE49-F238E27FC236}">
                        <a16:creationId xmlns:a16="http://schemas.microsoft.com/office/drawing/2014/main" id="{C94002DB-71DF-D555-73AA-FB36950CFD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6">
                    <a:extLst>
                      <a:ext uri="{FF2B5EF4-FFF2-40B4-BE49-F238E27FC236}">
                        <a16:creationId xmlns:a16="http://schemas.microsoft.com/office/drawing/2014/main" id="{B057645C-FAE7-DAA0-7065-406885CA28C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Line 89">
                    <a:extLst>
                      <a:ext uri="{FF2B5EF4-FFF2-40B4-BE49-F238E27FC236}">
                        <a16:creationId xmlns:a16="http://schemas.microsoft.com/office/drawing/2014/main" id="{A56A6525-832E-5D90-C98A-C6063F5AE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421C0FE1-7D43-A6CB-B707-1E63308859D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1" name="Group 60">
                  <a:extLst>
                    <a:ext uri="{FF2B5EF4-FFF2-40B4-BE49-F238E27FC236}">
                      <a16:creationId xmlns:a16="http://schemas.microsoft.com/office/drawing/2014/main" id="{CB3C26E9-857B-E9A7-7751-50AC8B93B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5" name="Straight Connector 64">
                    <a:extLst>
                      <a:ext uri="{FF2B5EF4-FFF2-40B4-BE49-F238E27FC236}">
                        <a16:creationId xmlns:a16="http://schemas.microsoft.com/office/drawing/2014/main" id="{72BD28F9-469C-22AF-7C8F-758989829B1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61E3726-FE4D-39B5-5FDD-11AECB1B517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7" name="Rectangle 30">
                    <a:extLst>
                      <a:ext uri="{FF2B5EF4-FFF2-40B4-BE49-F238E27FC236}">
                        <a16:creationId xmlns:a16="http://schemas.microsoft.com/office/drawing/2014/main" id="{55D3AD5E-F699-B39E-1ACD-31FE8B9496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30">
                    <a:extLst>
                      <a:ext uri="{FF2B5EF4-FFF2-40B4-BE49-F238E27FC236}">
                        <a16:creationId xmlns:a16="http://schemas.microsoft.com/office/drawing/2014/main" id="{14A3AC03-73A8-179B-0255-F6595B030F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a:extLst>
                    <a:ext uri="{FF2B5EF4-FFF2-40B4-BE49-F238E27FC236}">
                      <a16:creationId xmlns:a16="http://schemas.microsoft.com/office/drawing/2014/main" id="{5BC7721D-A36D-C25E-F2FF-B08899CD462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3" name="Freeform: Shape 73">
                    <a:extLst>
                      <a:ext uri="{FF2B5EF4-FFF2-40B4-BE49-F238E27FC236}">
                        <a16:creationId xmlns:a16="http://schemas.microsoft.com/office/drawing/2014/main" id="{24FE16C1-456C-BE45-0DC5-B0632951C4E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4" name="Freeform: Shape 74">
                    <a:extLst>
                      <a:ext uri="{FF2B5EF4-FFF2-40B4-BE49-F238E27FC236}">
                        <a16:creationId xmlns:a16="http://schemas.microsoft.com/office/drawing/2014/main" id="{E3694B78-817C-725C-E3FA-0EBB270DAA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2" name="Group 51">
                <a:extLst>
                  <a:ext uri="{FF2B5EF4-FFF2-40B4-BE49-F238E27FC236}">
                    <a16:creationId xmlns:a16="http://schemas.microsoft.com/office/drawing/2014/main" id="{D28E1246-F52C-0640-95BD-015F886124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3" name="Group 52">
                  <a:extLst>
                    <a:ext uri="{FF2B5EF4-FFF2-40B4-BE49-F238E27FC236}">
                      <a16:creationId xmlns:a16="http://schemas.microsoft.com/office/drawing/2014/main" id="{654CE322-1ED4-48F8-A09B-F4D21B1524B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8" name="Freeform 57">
                    <a:extLst>
                      <a:ext uri="{FF2B5EF4-FFF2-40B4-BE49-F238E27FC236}">
                        <a16:creationId xmlns:a16="http://schemas.microsoft.com/office/drawing/2014/main" id="{8B84CF30-E3E9-C0A1-D1EF-BCE3C73EE1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58">
                    <a:extLst>
                      <a:ext uri="{FF2B5EF4-FFF2-40B4-BE49-F238E27FC236}">
                        <a16:creationId xmlns:a16="http://schemas.microsoft.com/office/drawing/2014/main" id="{53D1F963-F022-6FD5-F242-4EBFF537CC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0" name="Line 70">
                    <a:extLst>
                      <a:ext uri="{FF2B5EF4-FFF2-40B4-BE49-F238E27FC236}">
                        <a16:creationId xmlns:a16="http://schemas.microsoft.com/office/drawing/2014/main" id="{CF67ABB8-6B94-86EA-239A-03986A9690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4" name="Group 53">
                  <a:extLst>
                    <a:ext uri="{FF2B5EF4-FFF2-40B4-BE49-F238E27FC236}">
                      <a16:creationId xmlns:a16="http://schemas.microsoft.com/office/drawing/2014/main" id="{1A7A8F26-FCAA-BA92-E5E8-4CC86F715F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5" name="Freeform 68">
                    <a:extLst>
                      <a:ext uri="{FF2B5EF4-FFF2-40B4-BE49-F238E27FC236}">
                        <a16:creationId xmlns:a16="http://schemas.microsoft.com/office/drawing/2014/main" id="{0F8531EE-3F08-B345-5629-D105362C1E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69">
                    <a:extLst>
                      <a:ext uri="{FF2B5EF4-FFF2-40B4-BE49-F238E27FC236}">
                        <a16:creationId xmlns:a16="http://schemas.microsoft.com/office/drawing/2014/main" id="{0A2F137C-AAF4-114A-2ACB-21D28BCDAE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7" name="Line 70">
                    <a:extLst>
                      <a:ext uri="{FF2B5EF4-FFF2-40B4-BE49-F238E27FC236}">
                        <a16:creationId xmlns:a16="http://schemas.microsoft.com/office/drawing/2014/main" id="{9651D6D7-979D-F020-51EC-50B39BF8F8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cxnSp>
        <p:nvCxnSpPr>
          <p:cNvPr id="94" name="Straight Connector 93">
            <a:extLst>
              <a:ext uri="{FF2B5EF4-FFF2-40B4-BE49-F238E27FC236}">
                <a16:creationId xmlns:a16="http://schemas.microsoft.com/office/drawing/2014/main" id="{FE833E4E-4232-FFDA-5020-37E4AD56D9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13987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Title 1">
            <a:extLst>
              <a:ext uri="{FF2B5EF4-FFF2-40B4-BE49-F238E27FC236}">
                <a16:creationId xmlns:a16="http://schemas.microsoft.com/office/drawing/2014/main" id="{C69B35B4-8267-15C0-DBC8-85F19005E59C}"/>
              </a:ext>
            </a:extLst>
          </p:cNvPr>
          <p:cNvSpPr>
            <a:spLocks noGrp="1"/>
          </p:cNvSpPr>
          <p:nvPr>
            <p:ph type="ctrTitle"/>
          </p:nvPr>
        </p:nvSpPr>
        <p:spPr>
          <a:xfrm>
            <a:off x="3627120" y="1143006"/>
            <a:ext cx="4937760" cy="2731076"/>
          </a:xfrm>
          <a:prstGeom prst="rect">
            <a:avLst/>
          </a:prstGeom>
        </p:spPr>
        <p:txBody>
          <a:bodyPr vert="horz" lIns="91440" tIns="45720" rIns="91440" bIns="45720" rtlCol="0" anchor="b">
            <a:noAutofit/>
          </a:bodyPr>
          <a:lstStyle>
            <a:lvl1pPr algn="ctr">
              <a:defRPr lang="en-US" sz="4000" dirty="0"/>
            </a:lvl1pPr>
          </a:lstStyle>
          <a:p>
            <a:pPr lvl="0"/>
            <a:r>
              <a:rPr lang="en-US" dirty="0"/>
              <a:t>Click to edit Master title style</a:t>
            </a:r>
          </a:p>
        </p:txBody>
      </p:sp>
      <p:sp>
        <p:nvSpPr>
          <p:cNvPr id="93" name="Subtitle 2">
            <a:extLst>
              <a:ext uri="{FF2B5EF4-FFF2-40B4-BE49-F238E27FC236}">
                <a16:creationId xmlns:a16="http://schemas.microsoft.com/office/drawing/2014/main" id="{2F1F49DF-E0A4-2236-FD46-ECB7130CBBCA}"/>
              </a:ext>
            </a:extLst>
          </p:cNvPr>
          <p:cNvSpPr>
            <a:spLocks noGrp="1"/>
          </p:cNvSpPr>
          <p:nvPr>
            <p:ph type="subTitle" idx="1"/>
          </p:nvPr>
        </p:nvSpPr>
        <p:spPr>
          <a:xfrm>
            <a:off x="2895600" y="4405673"/>
            <a:ext cx="6400800" cy="1309327"/>
          </a:xfrm>
        </p:spPr>
        <p:txBody>
          <a:bodyPr vert="horz" lIns="91440" tIns="45720" rIns="91440" bIns="45720" rtlCol="0">
            <a:noAutofit/>
          </a:bodyPr>
          <a:lstStyle>
            <a:lvl1pPr marL="0" indent="0" algn="ctr">
              <a:buNone/>
              <a:defRPr lang="en-US" sz="1800" cap="all" spc="100" baseline="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546269" y="6343955"/>
            <a:ext cx="1349331"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216524"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0044568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4653F0-6B33-4C71-828A-C82AA65592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12188952" cy="434340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73DFE91C-7345-DD86-AFC2-44F578231F50}"/>
              </a:ext>
            </a:extLst>
          </p:cNvPr>
          <p:cNvSpPr>
            <a:spLocks noGrp="1"/>
          </p:cNvSpPr>
          <p:nvPr>
            <p:ph type="ctrTitle"/>
          </p:nvPr>
        </p:nvSpPr>
        <p:spPr>
          <a:xfrm>
            <a:off x="612648" y="4665421"/>
            <a:ext cx="10972800" cy="786384"/>
          </a:xfrm>
          <a:prstGeom prst="rect">
            <a:avLst/>
          </a:prstGeom>
        </p:spPr>
        <p:txBody>
          <a:bodyPr anchor="b">
            <a:noAutofit/>
          </a:bodyPr>
          <a:lstStyle>
            <a:lvl1pPr algn="ctr">
              <a:defRPr sz="4000"/>
            </a:lvl1pPr>
          </a:lstStyle>
          <a:p>
            <a:r>
              <a:rPr lang="en-US" dirty="0"/>
              <a:t>Click to edit Master title style</a:t>
            </a:r>
          </a:p>
        </p:txBody>
      </p:sp>
      <p:sp>
        <p:nvSpPr>
          <p:cNvPr id="14" name="Subtitle 2">
            <a:extLst>
              <a:ext uri="{FF2B5EF4-FFF2-40B4-BE49-F238E27FC236}">
                <a16:creationId xmlns:a16="http://schemas.microsoft.com/office/drawing/2014/main" id="{AB35AACE-B44B-CA08-96C2-71DD9C864615}"/>
              </a:ext>
            </a:extLst>
          </p:cNvPr>
          <p:cNvSpPr>
            <a:spLocks noGrp="1"/>
          </p:cNvSpPr>
          <p:nvPr>
            <p:ph type="subTitle" idx="1"/>
          </p:nvPr>
        </p:nvSpPr>
        <p:spPr>
          <a:xfrm>
            <a:off x="612648" y="5623560"/>
            <a:ext cx="10972800" cy="548640"/>
          </a:xfrm>
        </p:spPr>
        <p:txBody>
          <a:bodyPr anchor="t">
            <a:noAutofit/>
          </a:bodyPr>
          <a:lstStyle>
            <a:lvl1pPr marL="0" indent="0" algn="ctr">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7" name="Picture Placeholder 16">
            <a:extLst>
              <a:ext uri="{FF2B5EF4-FFF2-40B4-BE49-F238E27FC236}">
                <a16:creationId xmlns:a16="http://schemas.microsoft.com/office/drawing/2014/main" id="{653CEB38-7674-CDA0-DA5F-9C3CB1645A07}"/>
              </a:ext>
            </a:extLst>
          </p:cNvPr>
          <p:cNvSpPr>
            <a:spLocks noGrp="1"/>
          </p:cNvSpPr>
          <p:nvPr>
            <p:ph type="pic" sz="quarter" idx="17" hasCustomPrompt="1"/>
          </p:nvPr>
        </p:nvSpPr>
        <p:spPr>
          <a:xfrm>
            <a:off x="275844" y="274319"/>
            <a:ext cx="11640312" cy="3794760"/>
          </a:xfrm>
          <a:blipFill>
            <a:blip r:embed="rId2">
              <a:alphaModFix amt="60000"/>
            </a:blip>
            <a:stretch>
              <a:fillRect/>
            </a:stretch>
          </a:blipFill>
        </p:spPr>
        <p:txBody>
          <a:bodyPr/>
          <a:lstStyle>
            <a:lvl1pPr>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612647" y="6343955"/>
            <a:ext cx="2202644"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20xx</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4693298" y="6343955"/>
            <a:ext cx="2805405"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147096" y="6343955"/>
            <a:ext cx="429207" cy="365125"/>
          </a:xfrm>
          <a:prstGeom prst="rect">
            <a:avLst/>
          </a:prstGeom>
        </p:spPr>
        <p:txBody>
          <a:bodyPr>
            <a:noAutofit/>
          </a:bodyPr>
          <a:lstStyle>
            <a:lvl1pPr>
              <a:defRPr b="0" i="0" cap="all" baseline="0">
                <a:latin typeface="Avenir Next LT Pro Light" panose="020B0304020202020204" pitchFamily="34" charset="77"/>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167405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grpSp>
        <p:nvGrpSpPr>
          <p:cNvPr id="3" name="Vector">
            <a:extLst>
              <a:ext uri="{FF2B5EF4-FFF2-40B4-BE49-F238E27FC236}">
                <a16:creationId xmlns:a16="http://schemas.microsoft.com/office/drawing/2014/main" id="{05BC5FEA-7AAF-F0C6-F596-0A63B82981B9}"/>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8034190" y="858838"/>
            <a:ext cx="2216150" cy="1177924"/>
            <a:chOff x="4987925" y="2840038"/>
            <a:chExt cx="2216150" cy="1177924"/>
          </a:xfrm>
        </p:grpSpPr>
        <p:sp>
          <p:nvSpPr>
            <p:cNvPr id="4" name="Rectangle 3">
              <a:extLst>
                <a:ext uri="{FF2B5EF4-FFF2-40B4-BE49-F238E27FC236}">
                  <a16:creationId xmlns:a16="http://schemas.microsoft.com/office/drawing/2014/main" id="{4F0F91CF-DA5C-92E6-E259-06EB35D02DBA}"/>
                </a:ext>
                <a:ext uri="{C183D7F6-B498-43B3-948B-1728B52AA6E4}">
                  <adec:decorative xmlns:adec="http://schemas.microsoft.com/office/drawing/2017/decorative" val="1"/>
                </a:ext>
              </a:extLst>
            </p:cNvPr>
            <p:cNvSpPr>
              <a:spLocks/>
            </p:cNvSpPr>
            <p:nvPr userDrawn="1">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590A6D5C-58C6-FEAD-68C8-24D2A3D56E23}"/>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6" name="Group 5">
                <a:extLst>
                  <a:ext uri="{FF2B5EF4-FFF2-40B4-BE49-F238E27FC236}">
                    <a16:creationId xmlns:a16="http://schemas.microsoft.com/office/drawing/2014/main" id="{A90926D2-838C-FBAD-9106-B5A110A5B61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9" name="Freeform 68">
                  <a:extLst>
                    <a:ext uri="{FF2B5EF4-FFF2-40B4-BE49-F238E27FC236}">
                      <a16:creationId xmlns:a16="http://schemas.microsoft.com/office/drawing/2014/main" id="{CCAB97FA-3590-3E85-EC04-2D8629BF66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69">
                  <a:extLst>
                    <a:ext uri="{FF2B5EF4-FFF2-40B4-BE49-F238E27FC236}">
                      <a16:creationId xmlns:a16="http://schemas.microsoft.com/office/drawing/2014/main" id="{857AF2EC-F313-8348-C809-8177932736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Line 70">
                  <a:extLst>
                    <a:ext uri="{FF2B5EF4-FFF2-40B4-BE49-F238E27FC236}">
                      <a16:creationId xmlns:a16="http://schemas.microsoft.com/office/drawing/2014/main" id="{BBDA2187-09E1-36CB-CC34-C2A68B7444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 name="Group 13">
                <a:extLst>
                  <a:ext uri="{FF2B5EF4-FFF2-40B4-BE49-F238E27FC236}">
                    <a16:creationId xmlns:a16="http://schemas.microsoft.com/office/drawing/2014/main" id="{C2789EB6-B58C-B0A4-96BE-1114C7775A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3" name="Freeform 68">
                  <a:extLst>
                    <a:ext uri="{FF2B5EF4-FFF2-40B4-BE49-F238E27FC236}">
                      <a16:creationId xmlns:a16="http://schemas.microsoft.com/office/drawing/2014/main" id="{52069191-F544-13F2-C808-AA9DE0883B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886F9107-7BA2-7341-3D65-956BBB0D5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5D813785-2AF4-1081-B91E-8A290C54B6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Rectangle 1">
            <a:extLst>
              <a:ext uri="{FF2B5EF4-FFF2-40B4-BE49-F238E27FC236}">
                <a16:creationId xmlns:a16="http://schemas.microsoft.com/office/drawing/2014/main" id="{055E2131-6122-D702-6ACB-2368A1E59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7" name="Title 1">
            <a:extLst>
              <a:ext uri="{FF2B5EF4-FFF2-40B4-BE49-F238E27FC236}">
                <a16:creationId xmlns:a16="http://schemas.microsoft.com/office/drawing/2014/main" id="{747188C3-B888-04ED-88FD-00077E25ED67}"/>
              </a:ext>
            </a:extLst>
          </p:cNvPr>
          <p:cNvSpPr>
            <a:spLocks noGrp="1"/>
          </p:cNvSpPr>
          <p:nvPr>
            <p:ph type="ctrTitle"/>
          </p:nvPr>
        </p:nvSpPr>
        <p:spPr>
          <a:xfrm>
            <a:off x="6704598" y="2339742"/>
            <a:ext cx="4856348" cy="1546458"/>
          </a:xfrm>
          <a:prstGeom prst="rect">
            <a:avLst/>
          </a:prstGeom>
        </p:spPr>
        <p:txBody>
          <a:bodyPr vert="horz" lIns="91440" tIns="45720" rIns="91440" bIns="45720" rtlCol="0" anchor="b">
            <a:noAutofit/>
          </a:bodyPr>
          <a:lstStyle>
            <a:lvl1pPr algn="ctr">
              <a:defRPr lang="en-US" sz="4000" dirty="0"/>
            </a:lvl1pPr>
          </a:lstStyle>
          <a:p>
            <a:pPr lvl="0"/>
            <a:r>
              <a:rPr lang="en-US" dirty="0"/>
              <a:t>Click to edit Master title style</a:t>
            </a:r>
          </a:p>
        </p:txBody>
      </p:sp>
      <p:sp>
        <p:nvSpPr>
          <p:cNvPr id="18" name="Subtitle 2">
            <a:extLst>
              <a:ext uri="{FF2B5EF4-FFF2-40B4-BE49-F238E27FC236}">
                <a16:creationId xmlns:a16="http://schemas.microsoft.com/office/drawing/2014/main" id="{A7603D50-928A-CF87-EECC-DA89E7864746}"/>
              </a:ext>
            </a:extLst>
          </p:cNvPr>
          <p:cNvSpPr>
            <a:spLocks noGrp="1"/>
          </p:cNvSpPr>
          <p:nvPr>
            <p:ph type="subTitle" idx="1"/>
          </p:nvPr>
        </p:nvSpPr>
        <p:spPr>
          <a:xfrm>
            <a:off x="6704598"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dirty="0"/>
              <a:t>Click to edit Master subtitle style</a:t>
            </a:r>
          </a:p>
        </p:txBody>
      </p:sp>
      <p:sp>
        <p:nvSpPr>
          <p:cNvPr id="8" name="Picture Placeholder 24">
            <a:extLst>
              <a:ext uri="{FF2B5EF4-FFF2-40B4-BE49-F238E27FC236}">
                <a16:creationId xmlns:a16="http://schemas.microsoft.com/office/drawing/2014/main" id="{ECD41283-05EB-5E8A-99FA-EF1E9F10D257}"/>
              </a:ext>
            </a:extLst>
          </p:cNvPr>
          <p:cNvSpPr>
            <a:spLocks noGrp="1"/>
          </p:cNvSpPr>
          <p:nvPr>
            <p:ph type="pic" sz="quarter" idx="17" hasCustomPrompt="1"/>
          </p:nvPr>
        </p:nvSpPr>
        <p:spPr>
          <a:xfrm>
            <a:off x="272796" y="233172"/>
            <a:ext cx="5550408" cy="6391656"/>
          </a:xfrm>
          <a:blipFill>
            <a:blip r:embed="rId2">
              <a:alphaModFix amt="60000"/>
            </a:blip>
            <a:stretch>
              <a:fillRect/>
            </a:stretch>
          </a:blipFill>
        </p:spPr>
        <p:txBody>
          <a:bodyPr/>
          <a:lstStyle>
            <a:lvl1pPr>
              <a:defRPr/>
            </a:lvl1pPr>
          </a:lstStyle>
          <a:p>
            <a:r>
              <a:rPr lang="en-US" dirty="0"/>
              <a:t> </a:t>
            </a:r>
          </a:p>
        </p:txBody>
      </p:sp>
      <p:sp>
        <p:nvSpPr>
          <p:cNvPr id="26" name="Footer Placeholder 7">
            <a:extLst>
              <a:ext uri="{FF2B5EF4-FFF2-40B4-BE49-F238E27FC236}">
                <a16:creationId xmlns:a16="http://schemas.microsoft.com/office/drawing/2014/main" id="{98746AF5-45F6-8A1D-B9A2-A5E96DA07A89}"/>
              </a:ext>
            </a:extLst>
          </p:cNvPr>
          <p:cNvSpPr>
            <a:spLocks noGrp="1"/>
          </p:cNvSpPr>
          <p:nvPr>
            <p:ph type="ftr" sz="quarter" idx="15"/>
          </p:nvPr>
        </p:nvSpPr>
        <p:spPr>
          <a:xfrm>
            <a:off x="6704598" y="6338703"/>
            <a:ext cx="2070484" cy="365125"/>
          </a:xfrm>
          <a:prstGeom prst="rect">
            <a:avLst/>
          </a:prstGeom>
        </p:spPr>
        <p:txBody>
          <a:bodyPr>
            <a:noAutofit/>
          </a:bodyPr>
          <a:lstStyle/>
          <a:p>
            <a:r>
              <a:rPr lang="en-US"/>
              <a:t>Sample Footer Text</a:t>
            </a:r>
          </a:p>
        </p:txBody>
      </p:sp>
      <p:sp>
        <p:nvSpPr>
          <p:cNvPr id="27" name="Date Placeholder 6">
            <a:extLst>
              <a:ext uri="{FF2B5EF4-FFF2-40B4-BE49-F238E27FC236}">
                <a16:creationId xmlns:a16="http://schemas.microsoft.com/office/drawing/2014/main" id="{3CDB4CF3-D437-A576-6D88-391341E6619F}"/>
              </a:ext>
            </a:extLst>
          </p:cNvPr>
          <p:cNvSpPr>
            <a:spLocks noGrp="1"/>
          </p:cNvSpPr>
          <p:nvPr>
            <p:ph type="dt" sz="half" idx="14"/>
          </p:nvPr>
        </p:nvSpPr>
        <p:spPr>
          <a:xfrm>
            <a:off x="9739161" y="6338703"/>
            <a:ext cx="1392578" cy="365125"/>
          </a:xfrm>
          <a:prstGeom prst="rect">
            <a:avLst/>
          </a:prstGeom>
        </p:spPr>
        <p:txBody>
          <a:bodyPr>
            <a:noAutofit/>
          </a:bodyPr>
          <a:lstStyle/>
          <a:p>
            <a:r>
              <a:rPr lang="en-US"/>
              <a:t>20xx</a:t>
            </a:r>
          </a:p>
        </p:txBody>
      </p:sp>
      <p:sp>
        <p:nvSpPr>
          <p:cNvPr id="28" name="Slide Number Placeholder 8">
            <a:extLst>
              <a:ext uri="{FF2B5EF4-FFF2-40B4-BE49-F238E27FC236}">
                <a16:creationId xmlns:a16="http://schemas.microsoft.com/office/drawing/2014/main" id="{D691BA2D-39A6-C5EA-8537-54C0F1EDC193}"/>
              </a:ext>
            </a:extLst>
          </p:cNvPr>
          <p:cNvSpPr>
            <a:spLocks noGrp="1"/>
          </p:cNvSpPr>
          <p:nvPr>
            <p:ph type="sldNum" sz="quarter" idx="16"/>
          </p:nvPr>
        </p:nvSpPr>
        <p:spPr>
          <a:xfrm>
            <a:off x="11131739" y="6342301"/>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61858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303A30A-E163-EC69-BC74-DBBB57D2DF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0" y="0"/>
            <a:ext cx="521286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824728" y="685805"/>
            <a:ext cx="5760720" cy="2925456"/>
          </a:xfrm>
          <a:prstGeom prst="rect">
            <a:avLst/>
          </a:prstGeom>
        </p:spPr>
        <p:txBody>
          <a:bodyPr vert="horz" lIns="91440" tIns="45720" rIns="91440" bIns="45720" rtlCol="0" anchor="b">
            <a:noAutofit/>
          </a:bodyPr>
          <a:lstStyle>
            <a:lvl1pPr>
              <a:defRPr lang="en-US" sz="4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815584" y="4142852"/>
            <a:ext cx="5760719" cy="2029344"/>
          </a:xfrm>
        </p:spPr>
        <p:txBody>
          <a:bodyPr vert="horz" lIns="91440" tIns="45720" rIns="91440" bIns="45720" rtlCol="0">
            <a:noAutofit/>
          </a:bodyPr>
          <a:lstStyle>
            <a:lvl1pPr marL="0" indent="0">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5" name="Picture Placeholder 24">
            <a:extLst>
              <a:ext uri="{FF2B5EF4-FFF2-40B4-BE49-F238E27FC236}">
                <a16:creationId xmlns:a16="http://schemas.microsoft.com/office/drawing/2014/main" id="{CEBB28F2-4B93-B449-3651-1A13235A406A}"/>
              </a:ext>
            </a:extLst>
          </p:cNvPr>
          <p:cNvSpPr>
            <a:spLocks noGrp="1"/>
          </p:cNvSpPr>
          <p:nvPr>
            <p:ph type="pic" sz="quarter" idx="17" hasCustomPrompt="1"/>
          </p:nvPr>
        </p:nvSpPr>
        <p:spPr>
          <a:xfrm>
            <a:off x="272796" y="233172"/>
            <a:ext cx="4663440" cy="6391656"/>
          </a:xfrm>
          <a:blipFill>
            <a:blip r:embed="rId2">
              <a:alphaModFix amt="60000"/>
            </a:blip>
            <a:stretch>
              <a:fillRect/>
            </a:stretch>
          </a:blipFill>
        </p:spPr>
        <p:txBody>
          <a:bodyPr/>
          <a:lstStyle>
            <a:lvl1pPr>
              <a:defRPr/>
            </a:lvl1pPr>
          </a:lstStyle>
          <a:p>
            <a:r>
              <a:rPr lang="en-US" dirty="0"/>
              <a:t> </a:t>
            </a:r>
          </a:p>
        </p:txBody>
      </p:sp>
      <p:cxnSp>
        <p:nvCxnSpPr>
          <p:cNvPr id="19" name="Straight Connector 18">
            <a:extLst>
              <a:ext uri="{FF2B5EF4-FFF2-40B4-BE49-F238E27FC236}">
                <a16:creationId xmlns:a16="http://schemas.microsoft.com/office/drawing/2014/main" id="{EA012170-4B32-903F-0861-DB263F28C32E}"/>
              </a:ext>
            </a:extLst>
          </p:cNvPr>
          <p:cNvCxnSpPr>
            <a:cxnSpLocks/>
          </p:cNvCxnSpPr>
          <p:nvPr userDrawn="1"/>
        </p:nvCxnSpPr>
        <p:spPr>
          <a:xfrm>
            <a:off x="5929503" y="387705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824728" y="6343955"/>
            <a:ext cx="3014472"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884284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grpSp>
        <p:nvGrpSpPr>
          <p:cNvPr id="4" name="Vector">
            <a:extLst>
              <a:ext uri="{FF2B5EF4-FFF2-40B4-BE49-F238E27FC236}">
                <a16:creationId xmlns:a16="http://schemas.microsoft.com/office/drawing/2014/main" id="{2D6E1CE8-4390-5ACE-1DD7-69C044B389C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1973453" y="49440"/>
            <a:ext cx="2216150" cy="1177924"/>
            <a:chOff x="4987925" y="2840038"/>
            <a:chExt cx="2216150" cy="1177924"/>
          </a:xfrm>
        </p:grpSpPr>
        <p:sp>
          <p:nvSpPr>
            <p:cNvPr id="5" name="Rectangle 4">
              <a:extLst>
                <a:ext uri="{FF2B5EF4-FFF2-40B4-BE49-F238E27FC236}">
                  <a16:creationId xmlns:a16="http://schemas.microsoft.com/office/drawing/2014/main" id="{7229E3A5-61F4-8686-47E6-23AA4BA88D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7E856271-928E-846B-40C6-6722B0F7124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DAAEDEF-71AF-EADA-0548-E25C605A8FE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6" name="Freeform 68">
                  <a:extLst>
                    <a:ext uri="{FF2B5EF4-FFF2-40B4-BE49-F238E27FC236}">
                      <a16:creationId xmlns:a16="http://schemas.microsoft.com/office/drawing/2014/main" id="{5EE50072-C4FB-0181-60E5-434A03ED13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8EBE8D7-3188-E72D-5F72-28D808D755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EF8C51-DD1D-E2EF-691E-3A7AF07DD4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32DB78EC-1B67-FA19-9EC4-3F3CCB2547F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3" name="Freeform 68">
                  <a:extLst>
                    <a:ext uri="{FF2B5EF4-FFF2-40B4-BE49-F238E27FC236}">
                      <a16:creationId xmlns:a16="http://schemas.microsoft.com/office/drawing/2014/main" id="{4E17A2ED-C8D3-9216-DC04-61913804B8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55D467ED-D0EE-8D50-0125-5B3493E6E8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D34E8D5-1825-4F71-AD4E-312BFCBBA6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9" name="Rectangle 18">
            <a:extLst>
              <a:ext uri="{FF2B5EF4-FFF2-40B4-BE49-F238E27FC236}">
                <a16:creationId xmlns:a16="http://schemas.microsoft.com/office/drawing/2014/main" id="{AD866302-BF6C-48AB-E342-8566591465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3372"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5659DA3C-D7CD-154F-F462-687885B1F50B}"/>
              </a:ext>
            </a:extLst>
          </p:cNvPr>
          <p:cNvSpPr>
            <a:spLocks noGrp="1"/>
          </p:cNvSpPr>
          <p:nvPr>
            <p:ph type="ctrTitle"/>
          </p:nvPr>
        </p:nvSpPr>
        <p:spPr>
          <a:xfrm>
            <a:off x="609600" y="2154268"/>
            <a:ext cx="4856348" cy="1731932"/>
          </a:xfrm>
          <a:prstGeom prst="rect">
            <a:avLst/>
          </a:prstGeom>
        </p:spPr>
        <p:txBody>
          <a:bodyPr vert="horz" lIns="91440" tIns="45720" rIns="91440" bIns="45720" rtlCol="0" anchor="b">
            <a:noAutofit/>
          </a:bodyPr>
          <a:lstStyle>
            <a:lvl1pPr algn="ctr">
              <a:defRPr lang="en-US" sz="4000" dirty="0"/>
            </a:lvl1pPr>
          </a:lstStyle>
          <a:p>
            <a:pPr lvl="0"/>
            <a:r>
              <a:rPr lang="en-US" dirty="0"/>
              <a:t>Click to edit Master title style</a:t>
            </a:r>
          </a:p>
        </p:txBody>
      </p:sp>
      <p:sp>
        <p:nvSpPr>
          <p:cNvPr id="30" name="Subtitle 2">
            <a:extLst>
              <a:ext uri="{FF2B5EF4-FFF2-40B4-BE49-F238E27FC236}">
                <a16:creationId xmlns:a16="http://schemas.microsoft.com/office/drawing/2014/main" id="{9D145525-9A2E-54DF-B47A-74AFF1644A46}"/>
              </a:ext>
            </a:extLst>
          </p:cNvPr>
          <p:cNvSpPr>
            <a:spLocks noGrp="1"/>
          </p:cNvSpPr>
          <p:nvPr>
            <p:ph type="subTitle" idx="1"/>
          </p:nvPr>
        </p:nvSpPr>
        <p:spPr>
          <a:xfrm>
            <a:off x="609600"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dirty="0"/>
              <a:t>Click to edit Master subtitle style</a:t>
            </a:r>
          </a:p>
        </p:txBody>
      </p:sp>
      <p:sp>
        <p:nvSpPr>
          <p:cNvPr id="11" name="Footer Placeholder 7">
            <a:extLst>
              <a:ext uri="{FF2B5EF4-FFF2-40B4-BE49-F238E27FC236}">
                <a16:creationId xmlns:a16="http://schemas.microsoft.com/office/drawing/2014/main" id="{B06B9EBB-080E-1157-1D8D-295A6B243162}"/>
              </a:ext>
            </a:extLst>
          </p:cNvPr>
          <p:cNvSpPr>
            <a:spLocks noGrp="1"/>
          </p:cNvSpPr>
          <p:nvPr>
            <p:ph type="ftr" sz="quarter" idx="15"/>
          </p:nvPr>
        </p:nvSpPr>
        <p:spPr>
          <a:xfrm>
            <a:off x="609600" y="6338703"/>
            <a:ext cx="2070484" cy="365125"/>
          </a:xfrm>
          <a:prstGeom prst="rect">
            <a:avLst/>
          </a:prstGeom>
        </p:spPr>
        <p:txBody>
          <a:bodyPr>
            <a:noAutofit/>
          </a:bodyPr>
          <a:lstStyle/>
          <a:p>
            <a:r>
              <a:rPr lang="en-US"/>
              <a:t>Sample Footer Text</a:t>
            </a:r>
          </a:p>
        </p:txBody>
      </p:sp>
      <p:sp>
        <p:nvSpPr>
          <p:cNvPr id="20" name="Date Placeholder 6">
            <a:extLst>
              <a:ext uri="{FF2B5EF4-FFF2-40B4-BE49-F238E27FC236}">
                <a16:creationId xmlns:a16="http://schemas.microsoft.com/office/drawing/2014/main" id="{0286A2F7-FABC-71C8-AB4B-75C59CDB94A3}"/>
              </a:ext>
            </a:extLst>
          </p:cNvPr>
          <p:cNvSpPr>
            <a:spLocks noGrp="1"/>
          </p:cNvSpPr>
          <p:nvPr>
            <p:ph type="dt" sz="half" idx="14"/>
          </p:nvPr>
        </p:nvSpPr>
        <p:spPr>
          <a:xfrm>
            <a:off x="3644163" y="6338703"/>
            <a:ext cx="1392578" cy="365125"/>
          </a:xfrm>
          <a:prstGeom prst="rect">
            <a:avLst/>
          </a:prstGeom>
        </p:spPr>
        <p:txBody>
          <a:bodyPr>
            <a:noAutofit/>
          </a:bodyPr>
          <a:lstStyle/>
          <a:p>
            <a:r>
              <a:rPr lang="en-US"/>
              <a:t>20xx</a:t>
            </a:r>
          </a:p>
        </p:txBody>
      </p:sp>
      <p:sp>
        <p:nvSpPr>
          <p:cNvPr id="23" name="Slide Number Placeholder 8">
            <a:extLst>
              <a:ext uri="{FF2B5EF4-FFF2-40B4-BE49-F238E27FC236}">
                <a16:creationId xmlns:a16="http://schemas.microsoft.com/office/drawing/2014/main" id="{C7D89BBA-1AAB-50AB-2746-4785C0852466}"/>
              </a:ext>
            </a:extLst>
          </p:cNvPr>
          <p:cNvSpPr>
            <a:spLocks noGrp="1"/>
          </p:cNvSpPr>
          <p:nvPr>
            <p:ph type="sldNum" sz="quarter" idx="16"/>
          </p:nvPr>
        </p:nvSpPr>
        <p:spPr>
          <a:xfrm>
            <a:off x="5036741" y="6342301"/>
            <a:ext cx="429207" cy="365125"/>
          </a:xfrm>
          <a:prstGeom prst="rect">
            <a:avLst/>
          </a:prstGeom>
        </p:spPr>
        <p:txBody>
          <a:bodyPr>
            <a:noAutofit/>
          </a:bodyPr>
          <a:lstStyle/>
          <a:p>
            <a:fld id="{AEAA3239-9EA4-4A65-A281-97F994456D9F}" type="slidenum">
              <a:rPr lang="en-US" smtClean="0"/>
              <a:t>‹#›</a:t>
            </a:fld>
            <a:endParaRPr lang="en-US"/>
          </a:p>
        </p:txBody>
      </p:sp>
      <p:sp>
        <p:nvSpPr>
          <p:cNvPr id="25" name="Picture Placeholder 24">
            <a:extLst>
              <a:ext uri="{FF2B5EF4-FFF2-40B4-BE49-F238E27FC236}">
                <a16:creationId xmlns:a16="http://schemas.microsoft.com/office/drawing/2014/main" id="{C24EDDD8-4D74-1A47-643C-D82EABD1F2E1}"/>
              </a:ext>
            </a:extLst>
          </p:cNvPr>
          <p:cNvSpPr>
            <a:spLocks noGrp="1"/>
          </p:cNvSpPr>
          <p:nvPr>
            <p:ph type="pic" sz="quarter" idx="17" hasCustomPrompt="1"/>
          </p:nvPr>
        </p:nvSpPr>
        <p:spPr>
          <a:xfrm>
            <a:off x="6366168" y="233172"/>
            <a:ext cx="5550408" cy="6391656"/>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8397197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48936A6-5AD1-3BAA-0E1C-26F101C0CE57}"/>
              </a:ext>
            </a:extLst>
          </p:cNvPr>
          <p:cNvGrpSpPr/>
          <p:nvPr/>
        </p:nvGrpSpPr>
        <p:grpSpPr>
          <a:xfrm flipH="1">
            <a:off x="8353425" y="531607"/>
            <a:ext cx="3838575" cy="6520778"/>
            <a:chOff x="192855" y="531607"/>
            <a:chExt cx="3838575" cy="6520778"/>
          </a:xfrm>
        </p:grpSpPr>
        <p:grpSp>
          <p:nvGrpSpPr>
            <p:cNvPr id="7" name="Group 6">
              <a:extLst>
                <a:ext uri="{FF2B5EF4-FFF2-40B4-BE49-F238E27FC236}">
                  <a16:creationId xmlns:a16="http://schemas.microsoft.com/office/drawing/2014/main" id="{AE3A6E3B-83BB-9A86-3792-EE398831126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1" name="Freeform 64">
                <a:extLst>
                  <a:ext uri="{FF2B5EF4-FFF2-40B4-BE49-F238E27FC236}">
                    <a16:creationId xmlns:a16="http://schemas.microsoft.com/office/drawing/2014/main" id="{974A589A-E9FD-5B47-24E6-9BBF097848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1">
                <a:extLst>
                  <a:ext uri="{FF2B5EF4-FFF2-40B4-BE49-F238E27FC236}">
                    <a16:creationId xmlns:a16="http://schemas.microsoft.com/office/drawing/2014/main" id="{CD25188F-AFA7-9958-58C3-5D5C4D93F1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1">
                <a:extLst>
                  <a:ext uri="{FF2B5EF4-FFF2-40B4-BE49-F238E27FC236}">
                    <a16:creationId xmlns:a16="http://schemas.microsoft.com/office/drawing/2014/main" id="{C0A6B43C-99E8-59DC-14CF-A2CB6D968A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33">
                <a:extLst>
                  <a:ext uri="{FF2B5EF4-FFF2-40B4-BE49-F238E27FC236}">
                    <a16:creationId xmlns:a16="http://schemas.microsoft.com/office/drawing/2014/main" id="{043F61E2-B983-1873-3BD6-12FE80D8D0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4">
                <a:extLst>
                  <a:ext uri="{FF2B5EF4-FFF2-40B4-BE49-F238E27FC236}">
                    <a16:creationId xmlns:a16="http://schemas.microsoft.com/office/drawing/2014/main" id="{AB510376-B3F7-1709-3EEC-61F10B96F0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7">
                <a:extLst>
                  <a:ext uri="{FF2B5EF4-FFF2-40B4-BE49-F238E27FC236}">
                    <a16:creationId xmlns:a16="http://schemas.microsoft.com/office/drawing/2014/main" id="{03C9E100-1903-DC94-F8B6-170F94C004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60">
                <a:extLst>
                  <a:ext uri="{FF2B5EF4-FFF2-40B4-BE49-F238E27FC236}">
                    <a16:creationId xmlns:a16="http://schemas.microsoft.com/office/drawing/2014/main" id="{4FE5C4D6-B1C4-491E-FB04-BA2C91FC77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59">
                <a:extLst>
                  <a:ext uri="{FF2B5EF4-FFF2-40B4-BE49-F238E27FC236}">
                    <a16:creationId xmlns:a16="http://schemas.microsoft.com/office/drawing/2014/main" id="{40EADD1D-D5C1-863A-4D81-803E7CF10E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2">
                <a:extLst>
                  <a:ext uri="{FF2B5EF4-FFF2-40B4-BE49-F238E27FC236}">
                    <a16:creationId xmlns:a16="http://schemas.microsoft.com/office/drawing/2014/main" id="{43EC2631-7DF3-3965-621D-9DAC97A273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5">
                <a:extLst>
                  <a:ext uri="{FF2B5EF4-FFF2-40B4-BE49-F238E27FC236}">
                    <a16:creationId xmlns:a16="http://schemas.microsoft.com/office/drawing/2014/main" id="{7E73645E-6884-1473-72C1-BEA214C54E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79">
                <a:extLst>
                  <a:ext uri="{FF2B5EF4-FFF2-40B4-BE49-F238E27FC236}">
                    <a16:creationId xmlns:a16="http://schemas.microsoft.com/office/drawing/2014/main" id="{4DF9F96A-CD0D-6405-8DCC-34A8C55182F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2">
                <a:extLst>
                  <a:ext uri="{FF2B5EF4-FFF2-40B4-BE49-F238E27FC236}">
                    <a16:creationId xmlns:a16="http://schemas.microsoft.com/office/drawing/2014/main" id="{BFBBE1C9-059F-AD9A-9C52-B2C9319785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5">
                <a:extLst>
                  <a:ext uri="{FF2B5EF4-FFF2-40B4-BE49-F238E27FC236}">
                    <a16:creationId xmlns:a16="http://schemas.microsoft.com/office/drawing/2014/main" id="{08408D77-8187-7221-E7DF-B1DAD699C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
                <a:extLst>
                  <a:ext uri="{FF2B5EF4-FFF2-40B4-BE49-F238E27FC236}">
                    <a16:creationId xmlns:a16="http://schemas.microsoft.com/office/drawing/2014/main" id="{C7505077-4A1B-0050-E868-5D0EA8ABF6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5" name="Group 44">
                <a:extLst>
                  <a:ext uri="{FF2B5EF4-FFF2-40B4-BE49-F238E27FC236}">
                    <a16:creationId xmlns:a16="http://schemas.microsoft.com/office/drawing/2014/main" id="{F6EBF04F-A7A8-05C3-AE07-AB8CF92B029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6" name="Line 63">
                  <a:extLst>
                    <a:ext uri="{FF2B5EF4-FFF2-40B4-BE49-F238E27FC236}">
                      <a16:creationId xmlns:a16="http://schemas.microsoft.com/office/drawing/2014/main" id="{04662D0E-D73B-29DD-2017-B725B2C35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6">
                  <a:extLst>
                    <a:ext uri="{FF2B5EF4-FFF2-40B4-BE49-F238E27FC236}">
                      <a16:creationId xmlns:a16="http://schemas.microsoft.com/office/drawing/2014/main" id="{93E498CF-9CEA-0339-3766-29893319170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7">
                  <a:extLst>
                    <a:ext uri="{FF2B5EF4-FFF2-40B4-BE49-F238E27FC236}">
                      <a16:creationId xmlns:a16="http://schemas.microsoft.com/office/drawing/2014/main" id="{B59B2836-F2EE-CE96-0A97-0B77CAF2951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0">
                  <a:extLst>
                    <a:ext uri="{FF2B5EF4-FFF2-40B4-BE49-F238E27FC236}">
                      <a16:creationId xmlns:a16="http://schemas.microsoft.com/office/drawing/2014/main" id="{46301D95-FA8B-1D4C-899E-399A13DE47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3">
                  <a:extLst>
                    <a:ext uri="{FF2B5EF4-FFF2-40B4-BE49-F238E27FC236}">
                      <a16:creationId xmlns:a16="http://schemas.microsoft.com/office/drawing/2014/main" id="{5B6E8AD1-A6DF-CD2D-C361-79AF775B20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6">
                  <a:extLst>
                    <a:ext uri="{FF2B5EF4-FFF2-40B4-BE49-F238E27FC236}">
                      <a16:creationId xmlns:a16="http://schemas.microsoft.com/office/drawing/2014/main" id="{221B60C8-5B47-B528-C059-E8DDBB5391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9">
                  <a:extLst>
                    <a:ext uri="{FF2B5EF4-FFF2-40B4-BE49-F238E27FC236}">
                      <a16:creationId xmlns:a16="http://schemas.microsoft.com/office/drawing/2014/main" id="{08013A5E-772E-36FE-53E3-833C77926C0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8" name="Group 7">
              <a:extLst>
                <a:ext uri="{FF2B5EF4-FFF2-40B4-BE49-F238E27FC236}">
                  <a16:creationId xmlns:a16="http://schemas.microsoft.com/office/drawing/2014/main" id="{A5B4FBBD-7B8B-D444-8216-55E9C910E68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9" name="Freeform 64">
                <a:extLst>
                  <a:ext uri="{FF2B5EF4-FFF2-40B4-BE49-F238E27FC236}">
                    <a16:creationId xmlns:a16="http://schemas.microsoft.com/office/drawing/2014/main" id="{5C19CD0E-5318-255F-E838-2ADC9380FD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81">
                <a:extLst>
                  <a:ext uri="{FF2B5EF4-FFF2-40B4-BE49-F238E27FC236}">
                    <a16:creationId xmlns:a16="http://schemas.microsoft.com/office/drawing/2014/main" id="{270D86CD-ADC7-3CC5-1FBD-3581CC49D1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1">
                <a:extLst>
                  <a:ext uri="{FF2B5EF4-FFF2-40B4-BE49-F238E27FC236}">
                    <a16:creationId xmlns:a16="http://schemas.microsoft.com/office/drawing/2014/main" id="{7FF30766-FBEB-0720-1665-012ECAF190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8">
                <a:extLst>
                  <a:ext uri="{FF2B5EF4-FFF2-40B4-BE49-F238E27FC236}">
                    <a16:creationId xmlns:a16="http://schemas.microsoft.com/office/drawing/2014/main" id="{A0E40364-C8A5-C36C-BA2D-427A86E06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84">
                <a:extLst>
                  <a:ext uri="{FF2B5EF4-FFF2-40B4-BE49-F238E27FC236}">
                    <a16:creationId xmlns:a16="http://schemas.microsoft.com/office/drawing/2014/main" id="{18CF6CE1-5AA4-B571-95AE-F36725808D7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7">
                <a:extLst>
                  <a:ext uri="{FF2B5EF4-FFF2-40B4-BE49-F238E27FC236}">
                    <a16:creationId xmlns:a16="http://schemas.microsoft.com/office/drawing/2014/main" id="{6ADB8D01-0B04-0026-0E2B-F0DB0BB062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0">
                <a:extLst>
                  <a:ext uri="{FF2B5EF4-FFF2-40B4-BE49-F238E27FC236}">
                    <a16:creationId xmlns:a16="http://schemas.microsoft.com/office/drawing/2014/main" id="{699C5BAF-6BFD-5547-ACED-D1DACA7CC3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59">
                <a:extLst>
                  <a:ext uri="{FF2B5EF4-FFF2-40B4-BE49-F238E27FC236}">
                    <a16:creationId xmlns:a16="http://schemas.microsoft.com/office/drawing/2014/main" id="{92EE2308-8641-C007-7BEB-6E3B086D0BE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2">
                <a:extLst>
                  <a:ext uri="{FF2B5EF4-FFF2-40B4-BE49-F238E27FC236}">
                    <a16:creationId xmlns:a16="http://schemas.microsoft.com/office/drawing/2014/main" id="{EB8ADEA1-C675-2640-A7E3-D47A671E7DA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5">
                <a:extLst>
                  <a:ext uri="{FF2B5EF4-FFF2-40B4-BE49-F238E27FC236}">
                    <a16:creationId xmlns:a16="http://schemas.microsoft.com/office/drawing/2014/main" id="{56D50B45-8863-46D4-967C-2E7F51A89E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79">
                <a:extLst>
                  <a:ext uri="{FF2B5EF4-FFF2-40B4-BE49-F238E27FC236}">
                    <a16:creationId xmlns:a16="http://schemas.microsoft.com/office/drawing/2014/main" id="{A7B565FE-73FF-92CC-53B0-13D70A5F95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82">
                <a:extLst>
                  <a:ext uri="{FF2B5EF4-FFF2-40B4-BE49-F238E27FC236}">
                    <a16:creationId xmlns:a16="http://schemas.microsoft.com/office/drawing/2014/main" id="{93D9959E-4E2D-E1F6-A98C-0E11FB5166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5">
                <a:extLst>
                  <a:ext uri="{FF2B5EF4-FFF2-40B4-BE49-F238E27FC236}">
                    <a16:creationId xmlns:a16="http://schemas.microsoft.com/office/drawing/2014/main" id="{D89311D4-A295-E007-51D1-5D57C3FACD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8">
                <a:extLst>
                  <a:ext uri="{FF2B5EF4-FFF2-40B4-BE49-F238E27FC236}">
                    <a16:creationId xmlns:a16="http://schemas.microsoft.com/office/drawing/2014/main" id="{384CB8B6-A246-A443-723D-86C656609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3" name="Group 22">
                <a:extLst>
                  <a:ext uri="{FF2B5EF4-FFF2-40B4-BE49-F238E27FC236}">
                    <a16:creationId xmlns:a16="http://schemas.microsoft.com/office/drawing/2014/main" id="{8B2DDAA7-EA13-A30E-5632-7A7A2EEDD84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4" name="Line 63">
                  <a:extLst>
                    <a:ext uri="{FF2B5EF4-FFF2-40B4-BE49-F238E27FC236}">
                      <a16:creationId xmlns:a16="http://schemas.microsoft.com/office/drawing/2014/main" id="{C1637B0E-F8C5-940A-9DEF-1D8E4BD1EF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66">
                  <a:extLst>
                    <a:ext uri="{FF2B5EF4-FFF2-40B4-BE49-F238E27FC236}">
                      <a16:creationId xmlns:a16="http://schemas.microsoft.com/office/drawing/2014/main" id="{EE946A0E-C9CC-B6A2-3A75-362C8CF50B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7">
                  <a:extLst>
                    <a:ext uri="{FF2B5EF4-FFF2-40B4-BE49-F238E27FC236}">
                      <a16:creationId xmlns:a16="http://schemas.microsoft.com/office/drawing/2014/main" id="{69EE650D-82F1-A908-AD16-4ED9299A21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80">
                  <a:extLst>
                    <a:ext uri="{FF2B5EF4-FFF2-40B4-BE49-F238E27FC236}">
                      <a16:creationId xmlns:a16="http://schemas.microsoft.com/office/drawing/2014/main" id="{DDB75CCD-597F-89A3-06CB-D68894D034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3">
                  <a:extLst>
                    <a:ext uri="{FF2B5EF4-FFF2-40B4-BE49-F238E27FC236}">
                      <a16:creationId xmlns:a16="http://schemas.microsoft.com/office/drawing/2014/main" id="{F1663D89-9FCF-65CF-36A9-E4E7E7D90C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6">
                  <a:extLst>
                    <a:ext uri="{FF2B5EF4-FFF2-40B4-BE49-F238E27FC236}">
                      <a16:creationId xmlns:a16="http://schemas.microsoft.com/office/drawing/2014/main" id="{BA4065E7-A596-4F4D-8EFC-C7237207FF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9">
                  <a:extLst>
                    <a:ext uri="{FF2B5EF4-FFF2-40B4-BE49-F238E27FC236}">
                      <a16:creationId xmlns:a16="http://schemas.microsoft.com/office/drawing/2014/main" id="{66A5DBF4-31E6-D9E7-9ACF-6E9E07FF22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417671"/>
            <a:ext cx="7909560" cy="4754529"/>
          </a:xfrm>
          <a:prstGeom prst="rect">
            <a:avLst/>
          </a:prstGeom>
        </p:spPr>
        <p:txBody>
          <a:bodyPr vert="horz" lIns="91440" tIns="45720" rIns="91440" bIns="45720" rtlCol="0" anchor="b">
            <a:noAutofit/>
          </a:bodyPr>
          <a:lstStyle>
            <a:lvl1pPr>
              <a:defRPr lang="en-US" sz="7000" dirty="0">
                <a:solidFill>
                  <a:schemeClr val="bg1">
                    <a:lumMod val="75000"/>
                    <a:lumOff val="25000"/>
                  </a:schemeClr>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240755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C08E8F-21C4-BDA0-1FEA-E51B8E9CB351}"/>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65EDA3F-843D-ADBB-966A-DB1A2A5166C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61B5AC1E-4E60-E55C-F99A-C82C820F57E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95710207-8E92-8065-A970-1DD14538E1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42F4499F-CCFF-BE52-2AE4-5B68AED9B3B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8FAE142-A102-E457-095D-59B239E4986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FE818EA7-840E-B523-CA43-BE90E3B561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DBDA4452-94B1-8350-4FDB-EFB58824F8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B2F4B6F-70DB-7396-B99F-C4E444D9B4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BDDCFCA-0EF1-29B9-00F4-A588AF400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AC0DFEA6-DB81-94B0-E975-1C49757EA9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AF59F6E7-21D4-8707-43CA-087E19578E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4A38BAEA-44BA-7155-9C72-9138317A1FE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BAF2DD0-AD60-8573-53DB-993D86BAA5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20062C7-8B68-E834-D399-30EEC999AA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103C961E-7827-DB34-96BE-56C18B33C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3831D031-9B96-5A75-6664-93344812D8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84126BE9-9F7A-9AF0-5260-97751552988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8906F989-CBC1-B62D-2528-65CA7B1A5CE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1466E447-0F70-081B-1290-B8EE7C029D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3D0125F-AA06-77AC-1A70-35B4C3D151E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9FB536AB-CC9D-EF43-764A-BDA6D35363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27BCD93A-F6D3-B4BB-B4BD-3FB7B22982B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5914B0F9-E206-61B3-B94D-29E2B9E950B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BE2287FA-B742-96AC-20EE-A120A175A7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ABD4CB87-7C84-CA5E-440C-0DBE244031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CCB2077E-0279-E8FA-B509-2228C725C14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B0BEA08B-F521-4923-A6BD-8D20C508093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2EAC3EE0-4EEF-A6CF-D309-75B294E64D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7F448550-8EAB-AA60-AB70-359190C84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7E2CFC90-E41C-9543-B005-9373338400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38" name="Straight Connector 37">
            <a:extLst>
              <a:ext uri="{FF2B5EF4-FFF2-40B4-BE49-F238E27FC236}">
                <a16:creationId xmlns:a16="http://schemas.microsoft.com/office/drawing/2014/main" id="{7B9571A4-6852-2595-903A-1B4CA40FC353}"/>
              </a:ext>
            </a:extLst>
          </p:cNvPr>
          <p:cNvCxnSpPr>
            <a:cxnSpLocks/>
          </p:cNvCxnSpPr>
          <p:nvPr userDrawn="1"/>
        </p:nvCxnSpPr>
        <p:spPr>
          <a:xfrm>
            <a:off x="714375"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685800"/>
            <a:ext cx="8229600" cy="1532787"/>
          </a:xfrm>
          <a:prstGeom prst="rect">
            <a:avLst/>
          </a:prstGeom>
        </p:spPr>
        <p:txBody>
          <a:bodyPr anchor="b">
            <a:noAutofit/>
          </a:bodyPr>
          <a:lstStyle>
            <a:lvl1pPr>
              <a:defRPr sz="40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771255"/>
            <a:ext cx="8226553"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409993"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71680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40CC6F6-0F36-4E6D-DC3B-944BDE9BB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4575763"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1" name="Title 1">
            <a:extLst>
              <a:ext uri="{FF2B5EF4-FFF2-40B4-BE49-F238E27FC236}">
                <a16:creationId xmlns:a16="http://schemas.microsoft.com/office/drawing/2014/main" id="{B3337ACC-66A8-D3EE-ADA8-E5899EA2C03B}"/>
              </a:ext>
            </a:extLst>
          </p:cNvPr>
          <p:cNvSpPr>
            <a:spLocks noGrp="1"/>
          </p:cNvSpPr>
          <p:nvPr>
            <p:ph type="title" hasCustomPrompt="1"/>
          </p:nvPr>
        </p:nvSpPr>
        <p:spPr>
          <a:xfrm>
            <a:off x="5192037" y="685800"/>
            <a:ext cx="6384266" cy="1532787"/>
          </a:xfrm>
          <a:prstGeom prst="rect">
            <a:avLst/>
          </a:prstGeom>
        </p:spPr>
        <p:txBody>
          <a:bodyPr anchor="b">
            <a:noAutofit/>
          </a:bodyPr>
          <a:lstStyle>
            <a:lvl1pPr>
              <a:defRPr sz="4000"/>
            </a:lvl1pPr>
          </a:lstStyle>
          <a:p>
            <a:r>
              <a:rPr lang="en-US"/>
              <a:t>Agenda</a:t>
            </a:r>
          </a:p>
        </p:txBody>
      </p:sp>
      <p:sp>
        <p:nvSpPr>
          <p:cNvPr id="14" name="Picture Placeholder 24">
            <a:extLst>
              <a:ext uri="{FF2B5EF4-FFF2-40B4-BE49-F238E27FC236}">
                <a16:creationId xmlns:a16="http://schemas.microsoft.com/office/drawing/2014/main" id="{15B18755-94AA-6BC3-BF5F-5FBE9DCD3CC9}"/>
              </a:ext>
            </a:extLst>
          </p:cNvPr>
          <p:cNvSpPr>
            <a:spLocks noGrp="1"/>
          </p:cNvSpPr>
          <p:nvPr>
            <p:ph type="pic" sz="quarter" idx="17" hasCustomPrompt="1"/>
          </p:nvPr>
        </p:nvSpPr>
        <p:spPr>
          <a:xfrm>
            <a:off x="276201" y="233172"/>
            <a:ext cx="4023360" cy="6391656"/>
          </a:xfrm>
          <a:blipFill>
            <a:blip r:embed="rId2">
              <a:alphaModFix amt="60000"/>
            </a:blip>
            <a:stretch>
              <a:fillRect/>
            </a:stretch>
          </a:blipFill>
        </p:spPr>
        <p:txBody>
          <a:bodyPr/>
          <a:lstStyle>
            <a:lvl1pPr>
              <a:defRPr/>
            </a:lvl1pPr>
          </a:lstStyle>
          <a:p>
            <a:r>
              <a:rPr lang="en-US" dirty="0"/>
              <a:t> </a:t>
            </a:r>
          </a:p>
        </p:txBody>
      </p:sp>
      <p:cxnSp>
        <p:nvCxnSpPr>
          <p:cNvPr id="10" name="Straight Connector 9">
            <a:extLst>
              <a:ext uri="{FF2B5EF4-FFF2-40B4-BE49-F238E27FC236}">
                <a16:creationId xmlns:a16="http://schemas.microsoft.com/office/drawing/2014/main" id="{D8828F05-5102-DECF-D23D-45D10DF04ED1}"/>
              </a:ext>
            </a:extLst>
          </p:cNvPr>
          <p:cNvCxnSpPr>
            <a:cxnSpLocks/>
          </p:cNvCxnSpPr>
          <p:nvPr userDrawn="1"/>
        </p:nvCxnSpPr>
        <p:spPr>
          <a:xfrm>
            <a:off x="5296812"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ontent Placeholder 6">
            <a:extLst>
              <a:ext uri="{FF2B5EF4-FFF2-40B4-BE49-F238E27FC236}">
                <a16:creationId xmlns:a16="http://schemas.microsoft.com/office/drawing/2014/main" id="{9B592AC5-89CD-4A5B-6EC1-2622ED92A8B3}"/>
              </a:ext>
            </a:extLst>
          </p:cNvPr>
          <p:cNvSpPr>
            <a:spLocks noGrp="1"/>
          </p:cNvSpPr>
          <p:nvPr>
            <p:ph sz="quarter" idx="15"/>
          </p:nvPr>
        </p:nvSpPr>
        <p:spPr>
          <a:xfrm>
            <a:off x="5195084" y="2771255"/>
            <a:ext cx="6384266"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192038" y="6343955"/>
            <a:ext cx="2985400"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a:prstGeom prst="rect">
            <a:avLst/>
          </a:prstGeom>
        </p:spPr>
        <p:txBody>
          <a:bodyPr>
            <a:noAutofit/>
          </a:bodyPr>
          <a:lstStyle/>
          <a:p>
            <a:r>
              <a:rPr lang="en-US"/>
              <a:t>20xx</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76303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65" name="Group 64">
            <a:extLst>
              <a:ext uri="{FF2B5EF4-FFF2-40B4-BE49-F238E27FC236}">
                <a16:creationId xmlns:a16="http://schemas.microsoft.com/office/drawing/2014/main" id="{218FBE0F-9B63-6A71-94B1-0F594CAF611D}"/>
              </a:ext>
            </a:extLst>
          </p:cNvPr>
          <p:cNvGrpSpPr/>
          <p:nvPr/>
        </p:nvGrpSpPr>
        <p:grpSpPr>
          <a:xfrm rot="2700000">
            <a:off x="10522137" y="4483036"/>
            <a:ext cx="633413" cy="1862138"/>
            <a:chOff x="5959192" y="333389"/>
            <a:chExt cx="633413" cy="1862138"/>
          </a:xfrm>
        </p:grpSpPr>
        <p:grpSp>
          <p:nvGrpSpPr>
            <p:cNvPr id="66" name="Group 65">
              <a:extLst>
                <a:ext uri="{FF2B5EF4-FFF2-40B4-BE49-F238E27FC236}">
                  <a16:creationId xmlns:a16="http://schemas.microsoft.com/office/drawing/2014/main" id="{15FF1AEF-EA93-71FD-09DD-2D65CBDC09D9}"/>
                </a:ext>
              </a:extLst>
            </p:cNvPr>
            <p:cNvGrpSpPr/>
            <p:nvPr/>
          </p:nvGrpSpPr>
          <p:grpSpPr>
            <a:xfrm>
              <a:off x="5959192" y="333389"/>
              <a:ext cx="633413" cy="1419225"/>
              <a:chOff x="5959192" y="333389"/>
              <a:chExt cx="633413" cy="1419225"/>
            </a:xfrm>
          </p:grpSpPr>
          <p:sp>
            <p:nvSpPr>
              <p:cNvPr id="68" name="Freeform 68">
                <a:extLst>
                  <a:ext uri="{FF2B5EF4-FFF2-40B4-BE49-F238E27FC236}">
                    <a16:creationId xmlns:a16="http://schemas.microsoft.com/office/drawing/2014/main" id="{CE3B7C33-3CEA-C7DC-6D9B-1B19D283EAB7}"/>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69">
                <a:extLst>
                  <a:ext uri="{FF2B5EF4-FFF2-40B4-BE49-F238E27FC236}">
                    <a16:creationId xmlns:a16="http://schemas.microsoft.com/office/drawing/2014/main" id="{44E07912-E7DB-41E1-BBB5-E914477D273F}"/>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67" name="Line 70">
              <a:extLst>
                <a:ext uri="{FF2B5EF4-FFF2-40B4-BE49-F238E27FC236}">
                  <a16:creationId xmlns:a16="http://schemas.microsoft.com/office/drawing/2014/main" id="{0679C784-04BA-6538-188E-E570BFAA79A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0" name="Group 69">
            <a:extLst>
              <a:ext uri="{FF2B5EF4-FFF2-40B4-BE49-F238E27FC236}">
                <a16:creationId xmlns:a16="http://schemas.microsoft.com/office/drawing/2014/main" id="{C4EE5BC5-2282-EF22-2D27-9605690AD2F9}"/>
              </a:ext>
            </a:extLst>
          </p:cNvPr>
          <p:cNvGrpSpPr/>
          <p:nvPr/>
        </p:nvGrpSpPr>
        <p:grpSpPr>
          <a:xfrm>
            <a:off x="1079500" y="649304"/>
            <a:ext cx="698051" cy="1372591"/>
            <a:chOff x="1079500" y="649304"/>
            <a:chExt cx="698051" cy="1372591"/>
          </a:xfrm>
        </p:grpSpPr>
        <p:sp>
          <p:nvSpPr>
            <p:cNvPr id="71" name="Oval 70">
              <a:extLst>
                <a:ext uri="{FF2B5EF4-FFF2-40B4-BE49-F238E27FC236}">
                  <a16:creationId xmlns:a16="http://schemas.microsoft.com/office/drawing/2014/main" id="{728D3B3C-3AE0-8ED5-280F-D333F02F1258}"/>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72" name="Group 71">
              <a:extLst>
                <a:ext uri="{FF2B5EF4-FFF2-40B4-BE49-F238E27FC236}">
                  <a16:creationId xmlns:a16="http://schemas.microsoft.com/office/drawing/2014/main" id="{FEF8264A-5687-D010-2ECD-9D58025DB73F}"/>
                </a:ext>
              </a:extLst>
            </p:cNvPr>
            <p:cNvGrpSpPr/>
            <p:nvPr/>
          </p:nvGrpSpPr>
          <p:grpSpPr>
            <a:xfrm rot="10800000">
              <a:off x="1079500" y="952167"/>
              <a:ext cx="641184" cy="1069728"/>
              <a:chOff x="6484111" y="2967038"/>
              <a:chExt cx="641184" cy="1069728"/>
            </a:xfrm>
          </p:grpSpPr>
          <p:grpSp>
            <p:nvGrpSpPr>
              <p:cNvPr id="73" name="Group 72">
                <a:extLst>
                  <a:ext uri="{FF2B5EF4-FFF2-40B4-BE49-F238E27FC236}">
                    <a16:creationId xmlns:a16="http://schemas.microsoft.com/office/drawing/2014/main" id="{60A8F3A8-A2DC-5ADC-4FD9-393659D891DE}"/>
                  </a:ext>
                </a:extLst>
              </p:cNvPr>
              <p:cNvGrpSpPr/>
              <p:nvPr/>
            </p:nvGrpSpPr>
            <p:grpSpPr>
              <a:xfrm>
                <a:off x="6808136" y="2967038"/>
                <a:ext cx="317159" cy="932400"/>
                <a:chOff x="6808136" y="2967038"/>
                <a:chExt cx="317159" cy="932400"/>
              </a:xfrm>
            </p:grpSpPr>
            <p:sp>
              <p:nvSpPr>
                <p:cNvPr id="78" name="Freeform 68">
                  <a:extLst>
                    <a:ext uri="{FF2B5EF4-FFF2-40B4-BE49-F238E27FC236}">
                      <a16:creationId xmlns:a16="http://schemas.microsoft.com/office/drawing/2014/main" id="{0B7D5584-0C9B-A0CD-A775-8C759CBAC82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69">
                  <a:extLst>
                    <a:ext uri="{FF2B5EF4-FFF2-40B4-BE49-F238E27FC236}">
                      <a16:creationId xmlns:a16="http://schemas.microsoft.com/office/drawing/2014/main" id="{5FAFBF8A-D6D3-F82D-B4E1-5D0E1DE8220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Line 70">
                  <a:extLst>
                    <a:ext uri="{FF2B5EF4-FFF2-40B4-BE49-F238E27FC236}">
                      <a16:creationId xmlns:a16="http://schemas.microsoft.com/office/drawing/2014/main" id="{6D9602E0-52EF-81E6-73A3-E6F3B2521F9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 name="Group 73">
                <a:extLst>
                  <a:ext uri="{FF2B5EF4-FFF2-40B4-BE49-F238E27FC236}">
                    <a16:creationId xmlns:a16="http://schemas.microsoft.com/office/drawing/2014/main" id="{B72D4C62-7F4E-3C19-F030-759BBCC73ADD}"/>
                  </a:ext>
                </a:extLst>
              </p:cNvPr>
              <p:cNvGrpSpPr/>
              <p:nvPr/>
            </p:nvGrpSpPr>
            <p:grpSpPr>
              <a:xfrm rot="18900000" flipH="1">
                <a:off x="6484111" y="3104366"/>
                <a:ext cx="317159" cy="932400"/>
                <a:chOff x="6808136" y="2967038"/>
                <a:chExt cx="317159" cy="932400"/>
              </a:xfrm>
            </p:grpSpPr>
            <p:sp>
              <p:nvSpPr>
                <p:cNvPr id="75" name="Freeform 68">
                  <a:extLst>
                    <a:ext uri="{FF2B5EF4-FFF2-40B4-BE49-F238E27FC236}">
                      <a16:creationId xmlns:a16="http://schemas.microsoft.com/office/drawing/2014/main" id="{9B64F73D-DDBE-F99D-B5A4-E2031361D67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9">
                  <a:extLst>
                    <a:ext uri="{FF2B5EF4-FFF2-40B4-BE49-F238E27FC236}">
                      <a16:creationId xmlns:a16="http://schemas.microsoft.com/office/drawing/2014/main" id="{BB633787-0233-D377-F0AF-3F313A1835D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Line 70">
                  <a:extLst>
                    <a:ext uri="{FF2B5EF4-FFF2-40B4-BE49-F238E27FC236}">
                      <a16:creationId xmlns:a16="http://schemas.microsoft.com/office/drawing/2014/main" id="{E218811C-28A2-31DD-C23E-EF36A5D3510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1" name="Straight Connector 60">
            <a:extLst>
              <a:ext uri="{FF2B5EF4-FFF2-40B4-BE49-F238E27FC236}">
                <a16:creationId xmlns:a16="http://schemas.microsoft.com/office/drawing/2014/main" id="{46345B66-BEAE-193A-4397-C22AA5BF93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354469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Title 1">
            <a:extLst>
              <a:ext uri="{FF2B5EF4-FFF2-40B4-BE49-F238E27FC236}">
                <a16:creationId xmlns:a16="http://schemas.microsoft.com/office/drawing/2014/main" id="{6FA74A03-875B-FA64-4AF9-93EBDBB38452}"/>
              </a:ext>
            </a:extLst>
          </p:cNvPr>
          <p:cNvSpPr>
            <a:spLocks noGrp="1"/>
          </p:cNvSpPr>
          <p:nvPr>
            <p:ph type="title"/>
          </p:nvPr>
        </p:nvSpPr>
        <p:spPr>
          <a:xfrm>
            <a:off x="3757422" y="1747177"/>
            <a:ext cx="4677156" cy="1495065"/>
          </a:xfrm>
          <a:prstGeom prst="rect">
            <a:avLst/>
          </a:prstGeom>
        </p:spPr>
        <p:txBody>
          <a:bodyPr anchor="b">
            <a:noAutofit/>
          </a:bodyPr>
          <a:lstStyle>
            <a:lvl1pPr algn="ctr">
              <a:defRPr sz="3200">
                <a:solidFill>
                  <a:schemeClr val="tx1">
                    <a:lumMod val="75000"/>
                    <a:lumOff val="25000"/>
                  </a:schemeClr>
                </a:solidFill>
              </a:defRPr>
            </a:lvl1pPr>
          </a:lstStyle>
          <a:p>
            <a:r>
              <a:rPr lang="en-US" dirty="0"/>
              <a:t>Click to edit Master title style</a:t>
            </a:r>
          </a:p>
        </p:txBody>
      </p:sp>
      <p:sp>
        <p:nvSpPr>
          <p:cNvPr id="59" name="Content Placeholder 7">
            <a:extLst>
              <a:ext uri="{FF2B5EF4-FFF2-40B4-BE49-F238E27FC236}">
                <a16:creationId xmlns:a16="http://schemas.microsoft.com/office/drawing/2014/main" id="{A53C4390-318D-97F3-BC85-79B2C11CBDDC}"/>
              </a:ext>
            </a:extLst>
          </p:cNvPr>
          <p:cNvSpPr>
            <a:spLocks noGrp="1"/>
          </p:cNvSpPr>
          <p:nvPr>
            <p:ph sz="quarter" idx="14"/>
          </p:nvPr>
        </p:nvSpPr>
        <p:spPr>
          <a:xfrm>
            <a:off x="3757422" y="3847150"/>
            <a:ext cx="4677156" cy="2014819"/>
          </a:xfrm>
        </p:spPr>
        <p:txBody>
          <a:bodyPr anchor="t" anchorCtr="0">
            <a:noAutofit/>
          </a:bodyPr>
          <a:lstStyle>
            <a:lvl1pPr marL="0" indent="0" algn="ctr">
              <a:buNone/>
              <a:defRPr sz="1400"/>
            </a:lvl1pPr>
            <a:lvl2pPr marL="228600" indent="0" algn="ctr">
              <a:buNone/>
              <a:defRPr sz="1400"/>
            </a:lvl2pPr>
            <a:lvl3pPr marL="457200" indent="0" algn="ctr">
              <a:buNone/>
              <a:defRPr sz="1400"/>
            </a:lvl3pPr>
            <a:lvl4pPr marL="685800" indent="0" algn="ctr">
              <a:buNone/>
              <a:defRPr sz="1400"/>
            </a:lvl4pPr>
            <a:lvl5pPr marL="914400" indent="0" algn="ctr">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40877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7A6EA59-28D6-DA53-6F3E-EF38136F981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8" name="Group 7">
              <a:extLst>
                <a:ext uri="{FF2B5EF4-FFF2-40B4-BE49-F238E27FC236}">
                  <a16:creationId xmlns:a16="http://schemas.microsoft.com/office/drawing/2014/main" id="{32FCA871-839C-CEC7-2429-2FB727ED154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 name="Straight Connector 11">
                <a:extLst>
                  <a:ext uri="{FF2B5EF4-FFF2-40B4-BE49-F238E27FC236}">
                    <a16:creationId xmlns:a16="http://schemas.microsoft.com/office/drawing/2014/main" id="{294CE533-E091-38A9-12CE-9D47E91484D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4C87F8D-8670-D62F-6A3D-320EB05E7C6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 name="Rectangle 30">
                <a:extLst>
                  <a:ext uri="{FF2B5EF4-FFF2-40B4-BE49-F238E27FC236}">
                    <a16:creationId xmlns:a16="http://schemas.microsoft.com/office/drawing/2014/main" id="{658C07E6-9AB5-F814-07D0-179C8EA4C1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30">
                <a:extLst>
                  <a:ext uri="{FF2B5EF4-FFF2-40B4-BE49-F238E27FC236}">
                    <a16:creationId xmlns:a16="http://schemas.microsoft.com/office/drawing/2014/main" id="{312A15F3-AD33-F4D5-DB86-AB66803005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FBDE8181-8F3F-D7BB-5383-9E342A3280E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 name="Freeform: Shape 141">
                <a:extLst>
                  <a:ext uri="{FF2B5EF4-FFF2-40B4-BE49-F238E27FC236}">
                    <a16:creationId xmlns:a16="http://schemas.microsoft.com/office/drawing/2014/main" id="{B248150E-6D66-9535-F0D8-EA9C79BC60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1" name="Freeform: Shape 142">
                <a:extLst>
                  <a:ext uri="{FF2B5EF4-FFF2-40B4-BE49-F238E27FC236}">
                    <a16:creationId xmlns:a16="http://schemas.microsoft.com/office/drawing/2014/main" id="{4A3475E1-5BDA-CFB0-E1B9-6A85E4E03A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cxnSp>
        <p:nvCxnSpPr>
          <p:cNvPr id="17" name="Straight Connector 16">
            <a:extLst>
              <a:ext uri="{FF2B5EF4-FFF2-40B4-BE49-F238E27FC236}">
                <a16:creationId xmlns:a16="http://schemas.microsoft.com/office/drawing/2014/main" id="{56185C57-0CFE-3698-7D7A-034CA9A84ACC}"/>
              </a:ext>
            </a:extLst>
          </p:cNvPr>
          <p:cNvCxnSpPr>
            <a:cxnSpLocks/>
          </p:cNvCxnSpPr>
          <p:nvPr/>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6" name="Title 15">
            <a:extLst>
              <a:ext uri="{FF2B5EF4-FFF2-40B4-BE49-F238E27FC236}">
                <a16:creationId xmlns:a16="http://schemas.microsoft.com/office/drawing/2014/main" id="{4A3E2E5C-03FE-F488-47C1-088F8046CA14}"/>
              </a:ext>
            </a:extLst>
          </p:cNvPr>
          <p:cNvSpPr>
            <a:spLocks noGrp="1"/>
          </p:cNvSpPr>
          <p:nvPr>
            <p:ph type="title"/>
          </p:nvPr>
        </p:nvSpPr>
        <p:spPr>
          <a:xfrm>
            <a:off x="612649" y="2197571"/>
            <a:ext cx="3661890" cy="2483849"/>
          </a:xfrm>
        </p:spPr>
        <p:txBody>
          <a:bodyPr anchor="ctr"/>
          <a:lstStyle/>
          <a:p>
            <a:r>
              <a:rPr lang="en-US" dirty="0"/>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815450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3" name="Frame">
            <a:extLst>
              <a:ext uri="{FF2B5EF4-FFF2-40B4-BE49-F238E27FC236}">
                <a16:creationId xmlns:a16="http://schemas.microsoft.com/office/drawing/2014/main" id="{0A3B5A60-DF42-D2CD-2CEF-35252D05C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666999" y="-2667001"/>
            <a:ext cx="6858003" cy="12192000"/>
          </a:xfrm>
          <a:custGeom>
            <a:avLst/>
            <a:gdLst>
              <a:gd name="connsiteX0" fmla="*/ 233174 w 6858003"/>
              <a:gd name="connsiteY0" fmla="*/ 11958827 h 12192000"/>
              <a:gd name="connsiteX1" fmla="*/ 6624830 w 6858003"/>
              <a:gd name="connsiteY1" fmla="*/ 11958827 h 12192000"/>
              <a:gd name="connsiteX2" fmla="*/ 6624830 w 6858003"/>
              <a:gd name="connsiteY2" fmla="*/ 233172 h 12192000"/>
              <a:gd name="connsiteX3" fmla="*/ 233174 w 6858003"/>
              <a:gd name="connsiteY3" fmla="*/ 233172 h 12192000"/>
              <a:gd name="connsiteX4" fmla="*/ 0 w 6858003"/>
              <a:gd name="connsiteY4" fmla="*/ 12191999 h 12192000"/>
              <a:gd name="connsiteX5" fmla="*/ 0 w 6858003"/>
              <a:gd name="connsiteY5" fmla="*/ 11958827 h 12192000"/>
              <a:gd name="connsiteX6" fmla="*/ 2 w 6858003"/>
              <a:gd name="connsiteY6" fmla="*/ 11958827 h 12192000"/>
              <a:gd name="connsiteX7" fmla="*/ 2 w 6858003"/>
              <a:gd name="connsiteY7" fmla="*/ 233172 h 12192000"/>
              <a:gd name="connsiteX8" fmla="*/ 1 w 6858003"/>
              <a:gd name="connsiteY8" fmla="*/ 233172 h 12192000"/>
              <a:gd name="connsiteX9" fmla="*/ 1 w 6858003"/>
              <a:gd name="connsiteY9" fmla="*/ 0 h 12192000"/>
              <a:gd name="connsiteX10" fmla="*/ 2 w 6858003"/>
              <a:gd name="connsiteY10" fmla="*/ 0 h 12192000"/>
              <a:gd name="connsiteX11" fmla="*/ 233174 w 6858003"/>
              <a:gd name="connsiteY11" fmla="*/ 0 h 12192000"/>
              <a:gd name="connsiteX12" fmla="*/ 6624830 w 6858003"/>
              <a:gd name="connsiteY12" fmla="*/ 0 h 12192000"/>
              <a:gd name="connsiteX13" fmla="*/ 6858002 w 6858003"/>
              <a:gd name="connsiteY13" fmla="*/ 0 h 12192000"/>
              <a:gd name="connsiteX14" fmla="*/ 6858003 w 6858003"/>
              <a:gd name="connsiteY14" fmla="*/ 0 h 12192000"/>
              <a:gd name="connsiteX15" fmla="*/ 6858003 w 6858003"/>
              <a:gd name="connsiteY15" fmla="*/ 233172 h 12192000"/>
              <a:gd name="connsiteX16" fmla="*/ 6858002 w 6858003"/>
              <a:gd name="connsiteY16" fmla="*/ 233172 h 12192000"/>
              <a:gd name="connsiteX17" fmla="*/ 6858002 w 6858003"/>
              <a:gd name="connsiteY17" fmla="*/ 11958827 h 12192000"/>
              <a:gd name="connsiteX18" fmla="*/ 6858002 w 6858003"/>
              <a:gd name="connsiteY18" fmla="*/ 12191999 h 12192000"/>
              <a:gd name="connsiteX19" fmla="*/ 6858002 w 6858003"/>
              <a:gd name="connsiteY19" fmla="*/ 12192000 h 12192000"/>
              <a:gd name="connsiteX20" fmla="*/ 6624830 w 6858003"/>
              <a:gd name="connsiteY20" fmla="*/ 12192000 h 12192000"/>
              <a:gd name="connsiteX21" fmla="*/ 6624830 w 6858003"/>
              <a:gd name="connsiteY21" fmla="*/ 12191999 h 12192000"/>
              <a:gd name="connsiteX22" fmla="*/ 233174 w 6858003"/>
              <a:gd name="connsiteY22" fmla="*/ 12191999 h 12192000"/>
              <a:gd name="connsiteX23" fmla="*/ 233174 w 6858003"/>
              <a:gd name="connsiteY23" fmla="*/ 12192000 h 12192000"/>
              <a:gd name="connsiteX24" fmla="*/ 2 w 6858003"/>
              <a:gd name="connsiteY24" fmla="*/ 12192000 h 12192000"/>
              <a:gd name="connsiteX25" fmla="*/ 2 w 6858003"/>
              <a:gd name="connsiteY25" fmla="*/ 12191999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8003" h="12192000">
                <a:moveTo>
                  <a:pt x="233174" y="11958827"/>
                </a:moveTo>
                <a:lnTo>
                  <a:pt x="6624830" y="11958827"/>
                </a:lnTo>
                <a:lnTo>
                  <a:pt x="6624830" y="233172"/>
                </a:lnTo>
                <a:lnTo>
                  <a:pt x="233174" y="233172"/>
                </a:lnTo>
                <a:close/>
                <a:moveTo>
                  <a:pt x="0" y="12191999"/>
                </a:moveTo>
                <a:lnTo>
                  <a:pt x="0" y="11958827"/>
                </a:lnTo>
                <a:lnTo>
                  <a:pt x="2" y="11958827"/>
                </a:lnTo>
                <a:lnTo>
                  <a:pt x="2" y="233172"/>
                </a:lnTo>
                <a:lnTo>
                  <a:pt x="1" y="233172"/>
                </a:lnTo>
                <a:lnTo>
                  <a:pt x="1" y="0"/>
                </a:lnTo>
                <a:lnTo>
                  <a:pt x="2" y="0"/>
                </a:lnTo>
                <a:lnTo>
                  <a:pt x="233174" y="0"/>
                </a:lnTo>
                <a:lnTo>
                  <a:pt x="6624830" y="0"/>
                </a:lnTo>
                <a:lnTo>
                  <a:pt x="6858002" y="0"/>
                </a:lnTo>
                <a:lnTo>
                  <a:pt x="6858003" y="0"/>
                </a:lnTo>
                <a:lnTo>
                  <a:pt x="6858003" y="233172"/>
                </a:lnTo>
                <a:lnTo>
                  <a:pt x="6858002" y="233172"/>
                </a:lnTo>
                <a:lnTo>
                  <a:pt x="6858002" y="11958827"/>
                </a:lnTo>
                <a:lnTo>
                  <a:pt x="6858002" y="12191999"/>
                </a:lnTo>
                <a:lnTo>
                  <a:pt x="6858002" y="12192000"/>
                </a:lnTo>
                <a:lnTo>
                  <a:pt x="6624830" y="12192000"/>
                </a:lnTo>
                <a:lnTo>
                  <a:pt x="6624830" y="12191999"/>
                </a:lnTo>
                <a:lnTo>
                  <a:pt x="233174" y="12191999"/>
                </a:lnTo>
                <a:lnTo>
                  <a:pt x="233174" y="12192000"/>
                </a:lnTo>
                <a:lnTo>
                  <a:pt x="2" y="12192000"/>
                </a:lnTo>
                <a:lnTo>
                  <a:pt x="2" y="12191999"/>
                </a:lnTo>
                <a:close/>
              </a:path>
            </a:pathLst>
          </a:cu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alpha val="20000"/>
                </a:schemeClr>
              </a:solidFill>
            </a:endParaRPr>
          </a:p>
        </p:txBody>
      </p:sp>
      <p:cxnSp>
        <p:nvCxnSpPr>
          <p:cNvPr id="17" name="Straight Connector 16">
            <a:extLst>
              <a:ext uri="{FF2B5EF4-FFF2-40B4-BE49-F238E27FC236}">
                <a16:creationId xmlns:a16="http://schemas.microsoft.com/office/drawing/2014/main" id="{56185C57-0CFE-3698-7D7A-034CA9A84ACC}"/>
              </a:ext>
            </a:extLst>
          </p:cNvPr>
          <p:cNvCxnSpPr>
            <a:cxnSpLocks/>
          </p:cNvCxnSpPr>
          <p:nvPr userDrawn="1"/>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61DD36E2-CAE6-8C77-72F4-2AF2403154B2}"/>
              </a:ext>
            </a:extLst>
          </p:cNvPr>
          <p:cNvSpPr>
            <a:spLocks noGrp="1"/>
          </p:cNvSpPr>
          <p:nvPr>
            <p:ph type="title"/>
          </p:nvPr>
        </p:nvSpPr>
        <p:spPr>
          <a:xfrm>
            <a:off x="609601" y="2199132"/>
            <a:ext cx="3664938" cy="2459736"/>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158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A3441A-751A-4C14-8F12-1737265EAF68}"/>
              </a:ext>
            </a:extLst>
          </p:cNvPr>
          <p:cNvCxnSpPr>
            <a:cxnSpLocks/>
          </p:cNvCxnSpPr>
          <p:nvPr userDrawn="1"/>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8B35408D-7D8B-356F-9E0A-2AB7AEB2FD1D}"/>
              </a:ext>
            </a:extLst>
          </p:cNvPr>
          <p:cNvSpPr>
            <a:spLocks noGrp="1"/>
          </p:cNvSpPr>
          <p:nvPr>
            <p:ph type="title"/>
          </p:nvPr>
        </p:nvSpPr>
        <p:spPr>
          <a:xfrm>
            <a:off x="612647" y="1698393"/>
            <a:ext cx="3677228" cy="3461213"/>
          </a:xfrm>
          <a:prstGeom prst="rect">
            <a:avLst/>
          </a:prstGeom>
        </p:spPr>
        <p:txBody>
          <a:bodyPr anchor="ctr">
            <a:no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4648" y="1698394"/>
            <a:ext cx="4956175" cy="3461212"/>
          </a:xfrm>
        </p:spPr>
        <p:txBody>
          <a:bodyPr anchor="ct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627986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7FC7FF4C-7465-B229-0CED-4652B1D903B1}"/>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371599"/>
            <a:ext cx="3677228" cy="4114802"/>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4648" y="1371598"/>
            <a:ext cx="5939849" cy="4114802"/>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364445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A111205-9D87-3642-8052-153C2ECA2F84}"/>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958670"/>
            <a:ext cx="3651436" cy="4940661"/>
          </a:xfrm>
          <a:prstGeom prst="rect">
            <a:avLst/>
          </a:prstGeom>
        </p:spPr>
        <p:txBody>
          <a:bodyPr anchor="ctr">
            <a:no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4648" y="958671"/>
            <a:ext cx="5939849" cy="4940660"/>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050380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9C14383-F969-7F64-05B9-667C4A1E57DE}"/>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E3EB48D4-74F6-A14E-7A13-6572193D10D0}"/>
              </a:ext>
            </a:extLst>
          </p:cNvPr>
          <p:cNvSpPr>
            <a:spLocks noGrp="1"/>
          </p:cNvSpPr>
          <p:nvPr>
            <p:ph type="title"/>
          </p:nvPr>
        </p:nvSpPr>
        <p:spPr>
          <a:xfrm>
            <a:off x="612648" y="1700553"/>
            <a:ext cx="3651432" cy="3456894"/>
          </a:xfrm>
          <a:prstGeom prst="rect">
            <a:avLst/>
          </a:prstGeom>
        </p:spPr>
        <p:txBody>
          <a:bodyPr anchor="ctr">
            <a:noAutofit/>
          </a:bodyPr>
          <a:lstStyle>
            <a:lvl1pPr>
              <a:defRPr sz="3200"/>
            </a:lvl1pPr>
          </a:lstStyle>
          <a:p>
            <a:r>
              <a:rPr lang="en-US" dirty="0"/>
              <a:t>Click to edit Master title style</a:t>
            </a:r>
          </a:p>
        </p:txBody>
      </p:sp>
      <p:sp>
        <p:nvSpPr>
          <p:cNvPr id="13" name="Content Placeholder 7">
            <a:extLst>
              <a:ext uri="{FF2B5EF4-FFF2-40B4-BE49-F238E27FC236}">
                <a16:creationId xmlns:a16="http://schemas.microsoft.com/office/drawing/2014/main" id="{D049C7FF-E413-2319-577F-E835FCB16323}"/>
              </a:ext>
            </a:extLst>
          </p:cNvPr>
          <p:cNvSpPr>
            <a:spLocks noGrp="1"/>
          </p:cNvSpPr>
          <p:nvPr>
            <p:ph sz="quarter" idx="13"/>
          </p:nvPr>
        </p:nvSpPr>
        <p:spPr>
          <a:xfrm>
            <a:off x="5184648" y="685800"/>
            <a:ext cx="6367321" cy="5486400"/>
          </a:xfrm>
        </p:spPr>
        <p:txBody>
          <a:bodyPr anchor="ct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307263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24D6F1-F825-A697-C77E-EE383A267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8" name="Title 1">
            <a:extLst>
              <a:ext uri="{FF2B5EF4-FFF2-40B4-BE49-F238E27FC236}">
                <a16:creationId xmlns:a16="http://schemas.microsoft.com/office/drawing/2014/main" id="{87524C43-05C6-713A-A7A0-5B61D403A310}"/>
              </a:ext>
            </a:extLst>
          </p:cNvPr>
          <p:cNvSpPr>
            <a:spLocks noGrp="1"/>
          </p:cNvSpPr>
          <p:nvPr>
            <p:ph type="title"/>
          </p:nvPr>
        </p:nvSpPr>
        <p:spPr>
          <a:xfrm>
            <a:off x="4724401" y="685805"/>
            <a:ext cx="6858000" cy="919089"/>
          </a:xfrm>
          <a:prstGeom prst="rect">
            <a:avLst/>
          </a:prstGeom>
        </p:spPr>
        <p:txBody>
          <a:bodyPr anchor="b">
            <a:noAutofit/>
          </a:bodyPr>
          <a:lstStyle/>
          <a:p>
            <a:r>
              <a:rPr lang="en-US" dirty="0"/>
              <a:t>Click to edit Master title style</a:t>
            </a:r>
          </a:p>
        </p:txBody>
      </p:sp>
      <p:sp>
        <p:nvSpPr>
          <p:cNvPr id="16" name="Picture Placeholder 15">
            <a:extLst>
              <a:ext uri="{FF2B5EF4-FFF2-40B4-BE49-F238E27FC236}">
                <a16:creationId xmlns:a16="http://schemas.microsoft.com/office/drawing/2014/main" id="{44CABD78-2C2E-D0EC-F3B8-8A2A35209A2D}"/>
              </a:ext>
            </a:extLst>
          </p:cNvPr>
          <p:cNvSpPr>
            <a:spLocks noGrp="1"/>
          </p:cNvSpPr>
          <p:nvPr>
            <p:ph type="pic" sz="quarter" idx="18" hasCustomPrompt="1"/>
          </p:nvPr>
        </p:nvSpPr>
        <p:spPr>
          <a:xfrm>
            <a:off x="273895" y="269622"/>
            <a:ext cx="3557016" cy="6309360"/>
          </a:xfrm>
          <a:blipFill>
            <a:blip r:embed="rId2">
              <a:alphaModFix amt="60000"/>
            </a:blip>
            <a:stretch>
              <a:fillRect/>
            </a:stretch>
          </a:blipFill>
        </p:spPr>
        <p:txBody>
          <a:bodyPr/>
          <a:lstStyle>
            <a:lvl1pPr>
              <a:defRPr/>
            </a:lvl1pPr>
          </a:lstStyle>
          <a:p>
            <a:r>
              <a:rPr lang="en-US" dirty="0"/>
              <a:t> </a:t>
            </a:r>
          </a:p>
        </p:txBody>
      </p:sp>
      <p:sp>
        <p:nvSpPr>
          <p:cNvPr id="19" name="Content Placeholder 7">
            <a:extLst>
              <a:ext uri="{FF2B5EF4-FFF2-40B4-BE49-F238E27FC236}">
                <a16:creationId xmlns:a16="http://schemas.microsoft.com/office/drawing/2014/main" id="{FACA9154-AC02-B86A-D855-99A470C6C8EF}"/>
              </a:ext>
            </a:extLst>
          </p:cNvPr>
          <p:cNvSpPr>
            <a:spLocks noGrp="1"/>
          </p:cNvSpPr>
          <p:nvPr>
            <p:ph sz="quarter" idx="14"/>
          </p:nvPr>
        </p:nvSpPr>
        <p:spPr>
          <a:xfrm>
            <a:off x="4718304"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EDA75CD6-1692-0933-12E2-EB8CE59CAA5E}"/>
              </a:ext>
            </a:extLst>
          </p:cNvPr>
          <p:cNvCxnSpPr>
            <a:cxnSpLocks/>
          </p:cNvCxnSpPr>
          <p:nvPr userDrawn="1"/>
        </p:nvCxnSpPr>
        <p:spPr>
          <a:xfrm>
            <a:off x="4816981"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718304" y="6343955"/>
            <a:ext cx="3364903"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893579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52C56C-7EB8-A318-6D91-80EB32B17E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7193" y="0"/>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4A99718A-53B5-82A2-E582-B7B5E1E9E6D9}"/>
              </a:ext>
            </a:extLst>
          </p:cNvPr>
          <p:cNvSpPr>
            <a:spLocks noGrp="1"/>
          </p:cNvSpPr>
          <p:nvPr>
            <p:ph type="title"/>
          </p:nvPr>
        </p:nvSpPr>
        <p:spPr>
          <a:xfrm>
            <a:off x="615697" y="685805"/>
            <a:ext cx="6858000" cy="919089"/>
          </a:xfrm>
          <a:prstGeom prst="rect">
            <a:avLst/>
          </a:prstGeom>
        </p:spPr>
        <p:txBody>
          <a:bodyPr anchor="b">
            <a:noAutofit/>
          </a:bodyPr>
          <a:lstStyle/>
          <a:p>
            <a:r>
              <a:rPr lang="en-US" dirty="0"/>
              <a:t>Click to edit Master title style</a:t>
            </a:r>
          </a:p>
        </p:txBody>
      </p:sp>
      <p:sp>
        <p:nvSpPr>
          <p:cNvPr id="7" name="Content Placeholder 7">
            <a:extLst>
              <a:ext uri="{FF2B5EF4-FFF2-40B4-BE49-F238E27FC236}">
                <a16:creationId xmlns:a16="http://schemas.microsoft.com/office/drawing/2014/main" id="{3AD1E39C-735F-1F75-9337-EDCE2B424BAF}"/>
              </a:ext>
            </a:extLst>
          </p:cNvPr>
          <p:cNvSpPr>
            <a:spLocks noGrp="1"/>
          </p:cNvSpPr>
          <p:nvPr>
            <p:ph sz="quarter" idx="14"/>
          </p:nvPr>
        </p:nvSpPr>
        <p:spPr>
          <a:xfrm>
            <a:off x="609600"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C88CA274-D6D4-139F-1A72-F2C3684E4368}"/>
              </a:ext>
            </a:extLst>
          </p:cNvPr>
          <p:cNvCxnSpPr>
            <a:cxnSpLocks/>
          </p:cNvCxnSpPr>
          <p:nvPr userDrawn="1"/>
        </p:nvCxnSpPr>
        <p:spPr>
          <a:xfrm>
            <a:off x="714375"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Footer Placeholder 8">
            <a:extLst>
              <a:ext uri="{FF2B5EF4-FFF2-40B4-BE49-F238E27FC236}">
                <a16:creationId xmlns:a16="http://schemas.microsoft.com/office/drawing/2014/main" id="{5397D948-213E-C5B8-CCB3-226CD4CC5EED}"/>
              </a:ext>
            </a:extLst>
          </p:cNvPr>
          <p:cNvSpPr>
            <a:spLocks noGrp="1"/>
          </p:cNvSpPr>
          <p:nvPr>
            <p:ph type="ftr" sz="quarter" idx="16"/>
          </p:nvPr>
        </p:nvSpPr>
        <p:spPr>
          <a:xfrm>
            <a:off x="609600" y="6343955"/>
            <a:ext cx="3364903" cy="365125"/>
          </a:xfrm>
          <a:prstGeom prst="rect">
            <a:avLst/>
          </a:prstGeom>
        </p:spPr>
        <p:txBody>
          <a:bodyPr>
            <a:noAutofit/>
          </a:bodyPr>
          <a:lstStyle/>
          <a:p>
            <a:r>
              <a:rPr lang="en-US"/>
              <a:t>Sample Footer Text</a:t>
            </a:r>
          </a:p>
        </p:txBody>
      </p:sp>
      <p:sp>
        <p:nvSpPr>
          <p:cNvPr id="13" name="Date Placeholder 3">
            <a:extLst>
              <a:ext uri="{FF2B5EF4-FFF2-40B4-BE49-F238E27FC236}">
                <a16:creationId xmlns:a16="http://schemas.microsoft.com/office/drawing/2014/main" id="{AA11C22E-51FF-D73F-B8D3-C9D076083087}"/>
              </a:ext>
            </a:extLst>
          </p:cNvPr>
          <p:cNvSpPr>
            <a:spLocks noGrp="1"/>
          </p:cNvSpPr>
          <p:nvPr>
            <p:ph type="dt" sz="half" idx="15"/>
          </p:nvPr>
        </p:nvSpPr>
        <p:spPr>
          <a:xfrm>
            <a:off x="4922009" y="6343955"/>
            <a:ext cx="2060808" cy="365125"/>
          </a:xfrm>
          <a:prstGeom prst="rect">
            <a:avLst/>
          </a:prstGeom>
        </p:spPr>
        <p:txBody>
          <a:bodyPr>
            <a:noAutofit/>
          </a:bodyPr>
          <a:lstStyle/>
          <a:p>
            <a:r>
              <a:rPr lang="en-US"/>
              <a:t>20xx</a:t>
            </a:r>
          </a:p>
        </p:txBody>
      </p:sp>
      <p:sp>
        <p:nvSpPr>
          <p:cNvPr id="15" name="Slide Number Placeholder 9">
            <a:extLst>
              <a:ext uri="{FF2B5EF4-FFF2-40B4-BE49-F238E27FC236}">
                <a16:creationId xmlns:a16="http://schemas.microsoft.com/office/drawing/2014/main" id="{2A57B0BC-65E1-54C5-64F2-81779F24285C}"/>
              </a:ext>
            </a:extLst>
          </p:cNvPr>
          <p:cNvSpPr>
            <a:spLocks noGrp="1"/>
          </p:cNvSpPr>
          <p:nvPr>
            <p:ph type="sldNum" sz="quarter" idx="17"/>
          </p:nvPr>
        </p:nvSpPr>
        <p:spPr>
          <a:xfrm>
            <a:off x="7038392" y="6343955"/>
            <a:ext cx="429207" cy="365125"/>
          </a:xfrm>
          <a:prstGeom prst="rect">
            <a:avLst/>
          </a:prstGeom>
        </p:spPr>
        <p:txBody>
          <a:bodyPr>
            <a:noAutofit/>
          </a:bodyPr>
          <a:lstStyle/>
          <a:p>
            <a:fld id="{AEAA3239-9EA4-4A65-A281-97F994456D9F}" type="slidenum">
              <a:rPr lang="en-US" smtClean="0"/>
              <a:t>‹#›</a:t>
            </a:fld>
            <a:endParaRPr lang="en-US"/>
          </a:p>
        </p:txBody>
      </p:sp>
      <p:sp>
        <p:nvSpPr>
          <p:cNvPr id="5" name="Picture Placeholder 15">
            <a:extLst>
              <a:ext uri="{FF2B5EF4-FFF2-40B4-BE49-F238E27FC236}">
                <a16:creationId xmlns:a16="http://schemas.microsoft.com/office/drawing/2014/main" id="{1B018A5C-EF6B-7AB3-6E86-E1FF40B4E9A1}"/>
              </a:ext>
            </a:extLst>
          </p:cNvPr>
          <p:cNvSpPr>
            <a:spLocks noGrp="1"/>
          </p:cNvSpPr>
          <p:nvPr>
            <p:ph type="pic" sz="quarter" idx="18" hasCustomPrompt="1"/>
          </p:nvPr>
        </p:nvSpPr>
        <p:spPr>
          <a:xfrm>
            <a:off x="8361088" y="274320"/>
            <a:ext cx="3557016" cy="6309360"/>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009949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246C31-A056-2D2B-EB3A-8C1B01785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3" name="Title 1">
            <a:extLst>
              <a:ext uri="{FF2B5EF4-FFF2-40B4-BE49-F238E27FC236}">
                <a16:creationId xmlns:a16="http://schemas.microsoft.com/office/drawing/2014/main" id="{D7F4F31B-033B-01E7-065C-C1E9FF6C07F9}"/>
              </a:ext>
            </a:extLst>
          </p:cNvPr>
          <p:cNvSpPr>
            <a:spLocks noGrp="1"/>
          </p:cNvSpPr>
          <p:nvPr>
            <p:ph type="title"/>
          </p:nvPr>
        </p:nvSpPr>
        <p:spPr>
          <a:xfrm>
            <a:off x="3557014" y="709099"/>
            <a:ext cx="8019289" cy="891101"/>
          </a:xfrm>
          <a:prstGeom prst="rect">
            <a:avLst/>
          </a:prstGeom>
        </p:spPr>
        <p:txBody>
          <a:bodyPr anchor="b">
            <a:noAutofit/>
          </a:bodyPr>
          <a:lstStyle>
            <a:lvl1pPr>
              <a:defRPr sz="3200"/>
            </a:lvl1pPr>
          </a:lstStyle>
          <a:p>
            <a:r>
              <a:rPr lang="en-US" dirty="0"/>
              <a:t>Click to edit Master title style</a:t>
            </a:r>
          </a:p>
        </p:txBody>
      </p:sp>
      <p:sp>
        <p:nvSpPr>
          <p:cNvPr id="10" name="Picture Placeholder 15">
            <a:extLst>
              <a:ext uri="{FF2B5EF4-FFF2-40B4-BE49-F238E27FC236}">
                <a16:creationId xmlns:a16="http://schemas.microsoft.com/office/drawing/2014/main" id="{6DECEA09-BF69-1A41-377F-55B34707197E}"/>
              </a:ext>
            </a:extLst>
          </p:cNvPr>
          <p:cNvSpPr>
            <a:spLocks noGrp="1"/>
          </p:cNvSpPr>
          <p:nvPr>
            <p:ph type="pic" sz="quarter" idx="18" hasCustomPrompt="1"/>
          </p:nvPr>
        </p:nvSpPr>
        <p:spPr>
          <a:xfrm>
            <a:off x="269746" y="269622"/>
            <a:ext cx="2395728" cy="6309360"/>
          </a:xfrm>
          <a:blipFill>
            <a:blip r:embed="rId2">
              <a:alphaModFix amt="60000"/>
            </a:blip>
            <a:stretch>
              <a:fillRect/>
            </a:stretch>
          </a:blipFill>
        </p:spPr>
        <p:txBody>
          <a:bodyPr/>
          <a:lstStyle>
            <a:lvl1pPr>
              <a:defRPr/>
            </a:lvl1pPr>
          </a:lstStyle>
          <a:p>
            <a:r>
              <a:rPr lang="en-US" dirty="0"/>
              <a:t> </a:t>
            </a:r>
          </a:p>
        </p:txBody>
      </p:sp>
      <p:sp>
        <p:nvSpPr>
          <p:cNvPr id="12" name="Content Placeholder 7">
            <a:extLst>
              <a:ext uri="{FF2B5EF4-FFF2-40B4-BE49-F238E27FC236}">
                <a16:creationId xmlns:a16="http://schemas.microsoft.com/office/drawing/2014/main" id="{264E6032-E2DD-DC72-9E75-BAB830416F45}"/>
              </a:ext>
            </a:extLst>
          </p:cNvPr>
          <p:cNvSpPr>
            <a:spLocks noGrp="1"/>
          </p:cNvSpPr>
          <p:nvPr>
            <p:ph sz="quarter" idx="14"/>
          </p:nvPr>
        </p:nvSpPr>
        <p:spPr>
          <a:xfrm>
            <a:off x="3557014"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3557014" y="6343955"/>
            <a:ext cx="3422906"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noAutofit/>
          </a:bodyPr>
          <a:lstStyle/>
          <a:p>
            <a:r>
              <a:rPr lang="en-US"/>
              <a:t>20xx</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2" name="Straight Connector 1">
            <a:extLst>
              <a:ext uri="{FF2B5EF4-FFF2-40B4-BE49-F238E27FC236}">
                <a16:creationId xmlns:a16="http://schemas.microsoft.com/office/drawing/2014/main" id="{9727AEE3-AD29-F7D6-BFA0-59B889778837}"/>
              </a:ext>
            </a:extLst>
          </p:cNvPr>
          <p:cNvCxnSpPr>
            <a:cxnSpLocks/>
          </p:cNvCxnSpPr>
          <p:nvPr userDrawn="1"/>
        </p:nvCxnSpPr>
        <p:spPr>
          <a:xfrm>
            <a:off x="3661789"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18864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E81DF0F-1D08-CFC3-D336-6E69AD26CA81}"/>
              </a:ext>
            </a:extLst>
          </p:cNvPr>
          <p:cNvCxnSpPr>
            <a:cxnSpLocks/>
          </p:cNvCxnSpPr>
          <p:nvPr userDrawn="1"/>
        </p:nvCxnSpPr>
        <p:spPr>
          <a:xfrm>
            <a:off x="714375"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918502E-0DE9-66F0-120E-B9F9EDDBC2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52116"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4" name="Title 1">
            <a:extLst>
              <a:ext uri="{FF2B5EF4-FFF2-40B4-BE49-F238E27FC236}">
                <a16:creationId xmlns:a16="http://schemas.microsoft.com/office/drawing/2014/main" id="{2ADEEE89-7A53-BFD6-F854-BC4947CE2B58}"/>
              </a:ext>
            </a:extLst>
          </p:cNvPr>
          <p:cNvSpPr>
            <a:spLocks noGrp="1"/>
          </p:cNvSpPr>
          <p:nvPr>
            <p:ph type="title"/>
          </p:nvPr>
        </p:nvSpPr>
        <p:spPr>
          <a:xfrm>
            <a:off x="609600" y="709099"/>
            <a:ext cx="8019289" cy="891101"/>
          </a:xfrm>
          <a:prstGeom prst="rect">
            <a:avLst/>
          </a:prstGeom>
        </p:spPr>
        <p:txBody>
          <a:bodyPr anchor="b">
            <a:noAutofit/>
          </a:bodyPr>
          <a:lstStyle>
            <a:lvl1pPr>
              <a:defRPr sz="3200"/>
            </a:lvl1pPr>
          </a:lstStyle>
          <a:p>
            <a:r>
              <a:rPr lang="en-US" dirty="0"/>
              <a:t>Click to edit Master title style</a:t>
            </a:r>
          </a:p>
        </p:txBody>
      </p:sp>
      <p:sp>
        <p:nvSpPr>
          <p:cNvPr id="11" name="Content Placeholder 7">
            <a:extLst>
              <a:ext uri="{FF2B5EF4-FFF2-40B4-BE49-F238E27FC236}">
                <a16:creationId xmlns:a16="http://schemas.microsoft.com/office/drawing/2014/main" id="{8E4281B5-46C8-0290-9B6E-154BCEB2F9F1}"/>
              </a:ext>
            </a:extLst>
          </p:cNvPr>
          <p:cNvSpPr>
            <a:spLocks noGrp="1"/>
          </p:cNvSpPr>
          <p:nvPr>
            <p:ph sz="quarter" idx="14"/>
          </p:nvPr>
        </p:nvSpPr>
        <p:spPr>
          <a:xfrm>
            <a:off x="609600"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er Placeholder 3">
            <a:extLst>
              <a:ext uri="{FF2B5EF4-FFF2-40B4-BE49-F238E27FC236}">
                <a16:creationId xmlns:a16="http://schemas.microsoft.com/office/drawing/2014/main" id="{9CF2DB13-C77B-68E8-AA32-2A399E83A39F}"/>
              </a:ext>
            </a:extLst>
          </p:cNvPr>
          <p:cNvSpPr>
            <a:spLocks noGrp="1"/>
          </p:cNvSpPr>
          <p:nvPr>
            <p:ph type="ftr" sz="quarter" idx="16"/>
          </p:nvPr>
        </p:nvSpPr>
        <p:spPr>
          <a:xfrm>
            <a:off x="609600" y="6343955"/>
            <a:ext cx="3422906" cy="365125"/>
          </a:xfrm>
          <a:prstGeom prst="rect">
            <a:avLst/>
          </a:prstGeom>
        </p:spPr>
        <p:txBody>
          <a:bodyPr>
            <a:noAutofit/>
          </a:bodyPr>
          <a:lstStyle/>
          <a:p>
            <a:r>
              <a:rPr lang="en-US"/>
              <a:t>Sample Footer Text</a:t>
            </a:r>
          </a:p>
        </p:txBody>
      </p:sp>
      <p:sp>
        <p:nvSpPr>
          <p:cNvPr id="16" name="Date Placeholder 2">
            <a:extLst>
              <a:ext uri="{FF2B5EF4-FFF2-40B4-BE49-F238E27FC236}">
                <a16:creationId xmlns:a16="http://schemas.microsoft.com/office/drawing/2014/main" id="{723C7477-007B-AF5F-BF27-20DF2D11C11B}"/>
              </a:ext>
            </a:extLst>
          </p:cNvPr>
          <p:cNvSpPr>
            <a:spLocks noGrp="1"/>
          </p:cNvSpPr>
          <p:nvPr>
            <p:ph type="dt" sz="half" idx="15"/>
          </p:nvPr>
        </p:nvSpPr>
        <p:spPr>
          <a:xfrm>
            <a:off x="5998285" y="6343955"/>
            <a:ext cx="2150873" cy="365125"/>
          </a:xfrm>
          <a:prstGeom prst="rect">
            <a:avLst/>
          </a:prstGeom>
        </p:spPr>
        <p:txBody>
          <a:bodyPr>
            <a:noAutofit/>
          </a:bodyPr>
          <a:lstStyle/>
          <a:p>
            <a:r>
              <a:rPr lang="en-US"/>
              <a:t>20xx</a:t>
            </a:r>
          </a:p>
        </p:txBody>
      </p:sp>
      <p:sp>
        <p:nvSpPr>
          <p:cNvPr id="18" name="Slide Number Placeholder 8">
            <a:extLst>
              <a:ext uri="{FF2B5EF4-FFF2-40B4-BE49-F238E27FC236}">
                <a16:creationId xmlns:a16="http://schemas.microsoft.com/office/drawing/2014/main" id="{9F76A51B-A740-5EA5-477F-42182383C5FF}"/>
              </a:ext>
            </a:extLst>
          </p:cNvPr>
          <p:cNvSpPr>
            <a:spLocks noGrp="1"/>
          </p:cNvSpPr>
          <p:nvPr>
            <p:ph type="sldNum" sz="quarter" idx="17"/>
          </p:nvPr>
        </p:nvSpPr>
        <p:spPr>
          <a:xfrm>
            <a:off x="8199682" y="6343955"/>
            <a:ext cx="429207" cy="365125"/>
          </a:xfrm>
          <a:prstGeom prst="rect">
            <a:avLst/>
          </a:prstGeom>
        </p:spPr>
        <p:txBody>
          <a:bodyPr>
            <a:noAutofit/>
          </a:bodyPr>
          <a:lstStyle/>
          <a:p>
            <a:fld id="{AEAA3239-9EA4-4A65-A281-97F994456D9F}" type="slidenum">
              <a:rPr lang="en-US" smtClean="0"/>
              <a:t>‹#›</a:t>
            </a:fld>
            <a:endParaRPr lang="en-US"/>
          </a:p>
        </p:txBody>
      </p:sp>
      <p:sp>
        <p:nvSpPr>
          <p:cNvPr id="20" name="Picture Placeholder 15">
            <a:extLst>
              <a:ext uri="{FF2B5EF4-FFF2-40B4-BE49-F238E27FC236}">
                <a16:creationId xmlns:a16="http://schemas.microsoft.com/office/drawing/2014/main" id="{5FA75C2B-3307-6106-9020-5A6F5C28CE54}"/>
              </a:ext>
            </a:extLst>
          </p:cNvPr>
          <p:cNvSpPr>
            <a:spLocks noGrp="1"/>
          </p:cNvSpPr>
          <p:nvPr>
            <p:ph type="pic" sz="quarter" idx="18" hasCustomPrompt="1"/>
          </p:nvPr>
        </p:nvSpPr>
        <p:spPr>
          <a:xfrm>
            <a:off x="9521861" y="269622"/>
            <a:ext cx="2395728" cy="6309360"/>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8612010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1A88DE7-0F60-6168-9CA3-51F9168BA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75"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04302" y="685800"/>
            <a:ext cx="4572001" cy="895139"/>
          </a:xfrm>
          <a:prstGeom prst="rect">
            <a:avLst/>
          </a:prstGeom>
        </p:spPr>
        <p:txBody>
          <a:bodyPr anchor="b">
            <a:noAutofit/>
          </a:bodyPr>
          <a:lstStyle>
            <a:lvl1pPr>
              <a:defRPr sz="3200"/>
            </a:lvl1pPr>
          </a:lstStyle>
          <a:p>
            <a:r>
              <a:rPr lang="en-US" dirty="0"/>
              <a:t>Click to edit Master title style</a:t>
            </a:r>
          </a:p>
        </p:txBody>
      </p:sp>
      <p:sp>
        <p:nvSpPr>
          <p:cNvPr id="13" name="Picture Placeholder 15">
            <a:extLst>
              <a:ext uri="{FF2B5EF4-FFF2-40B4-BE49-F238E27FC236}">
                <a16:creationId xmlns:a16="http://schemas.microsoft.com/office/drawing/2014/main" id="{74F04492-82BE-6873-2EB5-D1F54A59D796}"/>
              </a:ext>
            </a:extLst>
          </p:cNvPr>
          <p:cNvSpPr>
            <a:spLocks noGrp="1"/>
          </p:cNvSpPr>
          <p:nvPr>
            <p:ph type="pic" sz="quarter" idx="18" hasCustomPrompt="1"/>
          </p:nvPr>
        </p:nvSpPr>
        <p:spPr>
          <a:xfrm>
            <a:off x="271445" y="274320"/>
            <a:ext cx="5852160" cy="6309360"/>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10400"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04302" y="6343955"/>
            <a:ext cx="2105099"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10" name="Straight Connector 9">
            <a:extLst>
              <a:ext uri="{FF2B5EF4-FFF2-40B4-BE49-F238E27FC236}">
                <a16:creationId xmlns:a16="http://schemas.microsoft.com/office/drawing/2014/main" id="{BC824679-0DD4-43C3-4580-78706496FBE2}"/>
              </a:ext>
            </a:extLst>
          </p:cNvPr>
          <p:cNvCxnSpPr>
            <a:cxnSpLocks/>
          </p:cNvCxnSpPr>
          <p:nvPr userDrawn="1"/>
        </p:nvCxnSpPr>
        <p:spPr>
          <a:xfrm>
            <a:off x="7099930" y="185727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43134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2192057-ED66-C8A5-B85E-40F2037C6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1200"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9B106E7D-3EDD-EA41-1839-6F135AE55491}"/>
              </a:ext>
            </a:extLst>
          </p:cNvPr>
          <p:cNvSpPr>
            <a:spLocks noGrp="1"/>
          </p:cNvSpPr>
          <p:nvPr>
            <p:ph type="title"/>
          </p:nvPr>
        </p:nvSpPr>
        <p:spPr>
          <a:xfrm>
            <a:off x="612649" y="685800"/>
            <a:ext cx="4572001" cy="895139"/>
          </a:xfrm>
          <a:prstGeom prst="rect">
            <a:avLst/>
          </a:prstGeom>
        </p:spPr>
        <p:txBody>
          <a:bodyPr anchor="b">
            <a:noAutofit/>
          </a:bodyPr>
          <a:lstStyle>
            <a:lvl1pPr>
              <a:defRPr sz="3200"/>
            </a:lvl1pPr>
          </a:lstStyle>
          <a:p>
            <a:r>
              <a:rPr lang="en-US"/>
              <a:t>Click to edit Master title style</a:t>
            </a:r>
          </a:p>
        </p:txBody>
      </p:sp>
      <p:sp>
        <p:nvSpPr>
          <p:cNvPr id="11" name="Content Placeholder 7">
            <a:extLst>
              <a:ext uri="{FF2B5EF4-FFF2-40B4-BE49-F238E27FC236}">
                <a16:creationId xmlns:a16="http://schemas.microsoft.com/office/drawing/2014/main" id="{42A4AC27-FC3B-F141-88F5-7282935954DD}"/>
              </a:ext>
            </a:extLst>
          </p:cNvPr>
          <p:cNvSpPr>
            <a:spLocks noGrp="1"/>
          </p:cNvSpPr>
          <p:nvPr>
            <p:ph sz="quarter" idx="14"/>
          </p:nvPr>
        </p:nvSpPr>
        <p:spPr>
          <a:xfrm>
            <a:off x="618747"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5">
            <a:extLst>
              <a:ext uri="{FF2B5EF4-FFF2-40B4-BE49-F238E27FC236}">
                <a16:creationId xmlns:a16="http://schemas.microsoft.com/office/drawing/2014/main" id="{79943DFD-7853-50DB-DFE8-2D0792CC1535}"/>
              </a:ext>
            </a:extLst>
          </p:cNvPr>
          <p:cNvSpPr>
            <a:spLocks noGrp="1"/>
          </p:cNvSpPr>
          <p:nvPr>
            <p:ph type="ftr" sz="quarter" idx="11"/>
          </p:nvPr>
        </p:nvSpPr>
        <p:spPr>
          <a:xfrm>
            <a:off x="612649" y="6343955"/>
            <a:ext cx="2105099"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3" name="Date Placeholder 4">
            <a:extLst>
              <a:ext uri="{FF2B5EF4-FFF2-40B4-BE49-F238E27FC236}">
                <a16:creationId xmlns:a16="http://schemas.microsoft.com/office/drawing/2014/main" id="{C5840587-9753-9826-EA98-7CF7F15308F0}"/>
              </a:ext>
            </a:extLst>
          </p:cNvPr>
          <p:cNvSpPr>
            <a:spLocks noGrp="1"/>
          </p:cNvSpPr>
          <p:nvPr>
            <p:ph type="dt" sz="half" idx="10"/>
          </p:nvPr>
        </p:nvSpPr>
        <p:spPr>
          <a:xfrm>
            <a:off x="2983414"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9" name="Slide Number Placeholder 6">
            <a:extLst>
              <a:ext uri="{FF2B5EF4-FFF2-40B4-BE49-F238E27FC236}">
                <a16:creationId xmlns:a16="http://schemas.microsoft.com/office/drawing/2014/main" id="{D3C41979-6374-97D1-3061-3AB9D9EB80CF}"/>
              </a:ext>
            </a:extLst>
          </p:cNvPr>
          <p:cNvSpPr>
            <a:spLocks noGrp="1"/>
          </p:cNvSpPr>
          <p:nvPr>
            <p:ph type="sldNum" sz="quarter" idx="12"/>
          </p:nvPr>
        </p:nvSpPr>
        <p:spPr>
          <a:xfrm>
            <a:off x="4755443"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14" name="Picture Placeholder 15">
            <a:extLst>
              <a:ext uri="{FF2B5EF4-FFF2-40B4-BE49-F238E27FC236}">
                <a16:creationId xmlns:a16="http://schemas.microsoft.com/office/drawing/2014/main" id="{48CB05E2-2306-9AA8-0977-833AD0146BEB}"/>
              </a:ext>
            </a:extLst>
          </p:cNvPr>
          <p:cNvSpPr>
            <a:spLocks noGrp="1"/>
          </p:cNvSpPr>
          <p:nvPr>
            <p:ph type="pic" sz="quarter" idx="18" hasCustomPrompt="1"/>
          </p:nvPr>
        </p:nvSpPr>
        <p:spPr>
          <a:xfrm>
            <a:off x="6065520" y="274320"/>
            <a:ext cx="5852160" cy="6309360"/>
          </a:xfrm>
          <a:blipFill>
            <a:blip r:embed="rId2">
              <a:alphaModFix amt="60000"/>
            </a:blip>
            <a:stretch>
              <a:fillRect/>
            </a:stretch>
          </a:blipFill>
        </p:spPr>
        <p:txBody>
          <a:bodyPr/>
          <a:lstStyle>
            <a:lvl1pPr>
              <a:defRPr/>
            </a:lvl1pPr>
          </a:lstStyle>
          <a:p>
            <a:r>
              <a:rPr lang="en-US" dirty="0"/>
              <a:t> </a:t>
            </a:r>
          </a:p>
        </p:txBody>
      </p:sp>
      <p:cxnSp>
        <p:nvCxnSpPr>
          <p:cNvPr id="2" name="Straight Connector 1">
            <a:extLst>
              <a:ext uri="{FF2B5EF4-FFF2-40B4-BE49-F238E27FC236}">
                <a16:creationId xmlns:a16="http://schemas.microsoft.com/office/drawing/2014/main" id="{B6796377-F057-555E-6D11-962F10D4E655}"/>
              </a:ext>
            </a:extLst>
          </p:cNvPr>
          <p:cNvCxnSpPr>
            <a:cxnSpLocks/>
          </p:cNvCxnSpPr>
          <p:nvPr userDrawn="1"/>
        </p:nvCxnSpPr>
        <p:spPr>
          <a:xfrm>
            <a:off x="714375" y="1857272"/>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58696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5C2E769-CE9C-F713-6844-D0DBB458CE18}"/>
              </a:ext>
            </a:extLst>
          </p:cNvPr>
          <p:cNvCxnSpPr>
            <a:cxnSpLocks/>
          </p:cNvCxnSpPr>
          <p:nvPr userDrawn="1"/>
        </p:nvCxnSpPr>
        <p:spPr>
          <a:xfrm>
            <a:off x="8029448"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EB2937D-47DC-BF81-9ACE-6E67A57245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3011DB78-8965-7609-C35E-80AF7F5B774C}"/>
              </a:ext>
            </a:extLst>
          </p:cNvPr>
          <p:cNvSpPr>
            <a:spLocks noGrp="1"/>
          </p:cNvSpPr>
          <p:nvPr>
            <p:ph type="title"/>
          </p:nvPr>
        </p:nvSpPr>
        <p:spPr>
          <a:xfrm>
            <a:off x="7924800" y="671136"/>
            <a:ext cx="3657474" cy="909797"/>
          </a:xfrm>
          <a:prstGeom prst="rect">
            <a:avLst/>
          </a:prstGeom>
        </p:spPr>
        <p:txBody>
          <a:bodyPr anchor="b">
            <a:noAutofit/>
          </a:bodyPr>
          <a:lstStyle>
            <a:lvl1pPr>
              <a:defRPr sz="3200"/>
            </a:lvl1pPr>
          </a:lstStyle>
          <a:p>
            <a:r>
              <a:rPr lang="en-US" dirty="0"/>
              <a:t>Click to edit Master title style</a:t>
            </a:r>
          </a:p>
        </p:txBody>
      </p:sp>
      <p:sp>
        <p:nvSpPr>
          <p:cNvPr id="16" name="Picture Placeholder 15">
            <a:extLst>
              <a:ext uri="{FF2B5EF4-FFF2-40B4-BE49-F238E27FC236}">
                <a16:creationId xmlns:a16="http://schemas.microsoft.com/office/drawing/2014/main" id="{E6A4CFA5-203B-9204-E7F5-11EF9CE3C387}"/>
              </a:ext>
            </a:extLst>
          </p:cNvPr>
          <p:cNvSpPr>
            <a:spLocks noGrp="1"/>
          </p:cNvSpPr>
          <p:nvPr>
            <p:ph type="pic" sz="quarter" idx="18" hasCustomPrompt="1"/>
          </p:nvPr>
        </p:nvSpPr>
        <p:spPr>
          <a:xfrm>
            <a:off x="272796" y="269622"/>
            <a:ext cx="6766560" cy="6309360"/>
          </a:xfrm>
          <a:blipFill>
            <a:blip r:embed="rId2">
              <a:alphaModFix amt="60000"/>
            </a:blip>
            <a:stretch>
              <a:fillRect/>
            </a:stretch>
          </a:blipFill>
        </p:spPr>
        <p:txBody>
          <a:bodyPr/>
          <a:lstStyle>
            <a:lvl1pPr>
              <a:defRPr/>
            </a:lvl1pPr>
          </a:lstStyle>
          <a:p>
            <a:r>
              <a:rPr lang="en-US" dirty="0"/>
              <a:t> </a:t>
            </a:r>
          </a:p>
        </p:txBody>
      </p:sp>
      <p:sp>
        <p:nvSpPr>
          <p:cNvPr id="7" name="Content Placeholder 7">
            <a:extLst>
              <a:ext uri="{FF2B5EF4-FFF2-40B4-BE49-F238E27FC236}">
                <a16:creationId xmlns:a16="http://schemas.microsoft.com/office/drawing/2014/main" id="{C241E3CA-9184-3359-07D1-2172C4BB2F46}"/>
              </a:ext>
            </a:extLst>
          </p:cNvPr>
          <p:cNvSpPr>
            <a:spLocks noGrp="1"/>
          </p:cNvSpPr>
          <p:nvPr>
            <p:ph sz="quarter" idx="14"/>
          </p:nvPr>
        </p:nvSpPr>
        <p:spPr>
          <a:xfrm>
            <a:off x="7924801" y="2133602"/>
            <a:ext cx="3657600" cy="205739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8">
            <a:extLst>
              <a:ext uri="{FF2B5EF4-FFF2-40B4-BE49-F238E27FC236}">
                <a16:creationId xmlns:a16="http://schemas.microsoft.com/office/drawing/2014/main" id="{3822FD9A-C9C0-E27F-705F-B30E4B512FDF}"/>
              </a:ext>
            </a:extLst>
          </p:cNvPr>
          <p:cNvSpPr>
            <a:spLocks noGrp="1"/>
          </p:cNvSpPr>
          <p:nvPr>
            <p:ph type="ftr" sz="quarter" idx="16"/>
          </p:nvPr>
        </p:nvSpPr>
        <p:spPr>
          <a:xfrm>
            <a:off x="7924800" y="6343955"/>
            <a:ext cx="1637337" cy="365125"/>
          </a:xfrm>
          <a:prstGeom prst="rect">
            <a:avLst/>
          </a:prstGeom>
        </p:spPr>
        <p:txBody>
          <a:bodyPr/>
          <a:lstStyle/>
          <a:p>
            <a:r>
              <a:rPr lang="en-US"/>
              <a:t>Sample Footer Text</a:t>
            </a:r>
          </a:p>
        </p:txBody>
      </p:sp>
      <p:sp>
        <p:nvSpPr>
          <p:cNvPr id="4" name="Date Placeholder 3">
            <a:extLst>
              <a:ext uri="{FF2B5EF4-FFF2-40B4-BE49-F238E27FC236}">
                <a16:creationId xmlns:a16="http://schemas.microsoft.com/office/drawing/2014/main" id="{497E974A-B754-DA38-ADA3-45911636DA7D}"/>
              </a:ext>
            </a:extLst>
          </p:cNvPr>
          <p:cNvSpPr>
            <a:spLocks noGrp="1"/>
          </p:cNvSpPr>
          <p:nvPr>
            <p:ph type="dt" sz="half" idx="15"/>
          </p:nvPr>
        </p:nvSpPr>
        <p:spPr>
          <a:xfrm>
            <a:off x="10174785" y="6343955"/>
            <a:ext cx="949766" cy="365125"/>
          </a:xfrm>
          <a:prstGeom prst="rect">
            <a:avLst/>
          </a:prstGeom>
        </p:spPr>
        <p:txBody>
          <a:bodyPr/>
          <a:lstStyle/>
          <a:p>
            <a:r>
              <a:rPr lang="en-US"/>
              <a:t>20xx</a:t>
            </a:r>
          </a:p>
        </p:txBody>
      </p:sp>
      <p:sp>
        <p:nvSpPr>
          <p:cNvPr id="14" name="Slide Number Placeholder 9">
            <a:extLst>
              <a:ext uri="{FF2B5EF4-FFF2-40B4-BE49-F238E27FC236}">
                <a16:creationId xmlns:a16="http://schemas.microsoft.com/office/drawing/2014/main" id="{38B0FACB-4CC5-0738-E059-C2E9D2B56C75}"/>
              </a:ext>
            </a:extLst>
          </p:cNvPr>
          <p:cNvSpPr>
            <a:spLocks noGrp="1"/>
          </p:cNvSpPr>
          <p:nvPr>
            <p:ph type="sldNum" sz="quarter" idx="17"/>
          </p:nvPr>
        </p:nvSpPr>
        <p:spPr>
          <a:xfrm>
            <a:off x="11153067"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170958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58D487-A1F1-683A-BAB0-CF458881A1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79848" y="0"/>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7" name="Title 1">
            <a:extLst>
              <a:ext uri="{FF2B5EF4-FFF2-40B4-BE49-F238E27FC236}">
                <a16:creationId xmlns:a16="http://schemas.microsoft.com/office/drawing/2014/main" id="{ACD7794F-E7D5-AAA7-1586-2916735DFAD0}"/>
              </a:ext>
            </a:extLst>
          </p:cNvPr>
          <p:cNvSpPr>
            <a:spLocks noGrp="1"/>
          </p:cNvSpPr>
          <p:nvPr>
            <p:ph type="title"/>
          </p:nvPr>
        </p:nvSpPr>
        <p:spPr>
          <a:xfrm>
            <a:off x="609600" y="671136"/>
            <a:ext cx="3657474" cy="909797"/>
          </a:xfrm>
          <a:prstGeom prst="rect">
            <a:avLst/>
          </a:prstGeom>
        </p:spPr>
        <p:txBody>
          <a:bodyPr anchor="b">
            <a:noAutofit/>
          </a:bodyPr>
          <a:lstStyle>
            <a:lvl1pPr>
              <a:defRPr sz="3200"/>
            </a:lvl1pPr>
          </a:lstStyle>
          <a:p>
            <a:r>
              <a:rPr lang="en-US" dirty="0"/>
              <a:t>Click to edit Master title style</a:t>
            </a:r>
          </a:p>
        </p:txBody>
      </p:sp>
      <p:sp>
        <p:nvSpPr>
          <p:cNvPr id="4" name="Content Placeholder 7">
            <a:extLst>
              <a:ext uri="{FF2B5EF4-FFF2-40B4-BE49-F238E27FC236}">
                <a16:creationId xmlns:a16="http://schemas.microsoft.com/office/drawing/2014/main" id="{060857C7-82E4-7465-780B-F61FDE2F4044}"/>
              </a:ext>
            </a:extLst>
          </p:cNvPr>
          <p:cNvSpPr>
            <a:spLocks noGrp="1"/>
          </p:cNvSpPr>
          <p:nvPr>
            <p:ph sz="quarter" idx="14"/>
          </p:nvPr>
        </p:nvSpPr>
        <p:spPr>
          <a:xfrm>
            <a:off x="609601" y="2133601"/>
            <a:ext cx="3657600" cy="2057400"/>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8">
            <a:extLst>
              <a:ext uri="{FF2B5EF4-FFF2-40B4-BE49-F238E27FC236}">
                <a16:creationId xmlns:a16="http://schemas.microsoft.com/office/drawing/2014/main" id="{F80C8C98-47A2-E988-3AE6-34783DFB0E00}"/>
              </a:ext>
            </a:extLst>
          </p:cNvPr>
          <p:cNvSpPr>
            <a:spLocks noGrp="1"/>
          </p:cNvSpPr>
          <p:nvPr>
            <p:ph type="ftr" sz="quarter" idx="16"/>
          </p:nvPr>
        </p:nvSpPr>
        <p:spPr>
          <a:xfrm>
            <a:off x="609600" y="6343955"/>
            <a:ext cx="1637337" cy="365125"/>
          </a:xfrm>
          <a:prstGeom prst="rect">
            <a:avLst/>
          </a:prstGeom>
        </p:spPr>
        <p:txBody>
          <a:bodyPr/>
          <a:lstStyle/>
          <a:p>
            <a:r>
              <a:rPr lang="en-US"/>
              <a:t>Sample Footer Text</a:t>
            </a:r>
          </a:p>
        </p:txBody>
      </p:sp>
      <p:sp>
        <p:nvSpPr>
          <p:cNvPr id="15" name="Date Placeholder 3">
            <a:extLst>
              <a:ext uri="{FF2B5EF4-FFF2-40B4-BE49-F238E27FC236}">
                <a16:creationId xmlns:a16="http://schemas.microsoft.com/office/drawing/2014/main" id="{06918495-7937-AB95-AE9B-E73858FCDCCB}"/>
              </a:ext>
            </a:extLst>
          </p:cNvPr>
          <p:cNvSpPr>
            <a:spLocks noGrp="1"/>
          </p:cNvSpPr>
          <p:nvPr>
            <p:ph type="dt" sz="half" idx="15"/>
          </p:nvPr>
        </p:nvSpPr>
        <p:spPr>
          <a:xfrm>
            <a:off x="2888101" y="6343955"/>
            <a:ext cx="949766" cy="365125"/>
          </a:xfrm>
          <a:prstGeom prst="rect">
            <a:avLst/>
          </a:prstGeom>
        </p:spPr>
        <p:txBody>
          <a:bodyPr/>
          <a:lstStyle/>
          <a:p>
            <a:r>
              <a:rPr lang="en-US"/>
              <a:t>20xx</a:t>
            </a:r>
          </a:p>
        </p:txBody>
      </p:sp>
      <p:sp>
        <p:nvSpPr>
          <p:cNvPr id="16" name="Slide Number Placeholder 9">
            <a:extLst>
              <a:ext uri="{FF2B5EF4-FFF2-40B4-BE49-F238E27FC236}">
                <a16:creationId xmlns:a16="http://schemas.microsoft.com/office/drawing/2014/main" id="{C1F54C04-CA0C-C7FC-EA6D-307BB54375F0}"/>
              </a:ext>
            </a:extLst>
          </p:cNvPr>
          <p:cNvSpPr>
            <a:spLocks noGrp="1"/>
          </p:cNvSpPr>
          <p:nvPr>
            <p:ph type="sldNum" sz="quarter" idx="17"/>
          </p:nvPr>
        </p:nvSpPr>
        <p:spPr>
          <a:xfrm>
            <a:off x="3837867" y="6343955"/>
            <a:ext cx="429207" cy="365125"/>
          </a:xfrm>
          <a:prstGeom prst="rect">
            <a:avLst/>
          </a:prstGeom>
        </p:spPr>
        <p:txBody>
          <a:bodyPr/>
          <a:lstStyle/>
          <a:p>
            <a:fld id="{AEAA3239-9EA4-4A65-A281-97F994456D9F}" type="slidenum">
              <a:rPr lang="en-US" smtClean="0"/>
              <a:t>‹#›</a:t>
            </a:fld>
            <a:endParaRPr lang="en-US"/>
          </a:p>
        </p:txBody>
      </p:sp>
      <p:sp>
        <p:nvSpPr>
          <p:cNvPr id="6" name="Picture Placeholder 15">
            <a:extLst>
              <a:ext uri="{FF2B5EF4-FFF2-40B4-BE49-F238E27FC236}">
                <a16:creationId xmlns:a16="http://schemas.microsoft.com/office/drawing/2014/main" id="{7CFA71BB-777B-7E69-94EC-F6787A89A6E6}"/>
              </a:ext>
            </a:extLst>
          </p:cNvPr>
          <p:cNvSpPr>
            <a:spLocks noGrp="1"/>
          </p:cNvSpPr>
          <p:nvPr>
            <p:ph type="pic" sz="quarter" idx="19" hasCustomPrompt="1"/>
          </p:nvPr>
        </p:nvSpPr>
        <p:spPr>
          <a:xfrm>
            <a:off x="5152644" y="274320"/>
            <a:ext cx="6766560" cy="6309360"/>
          </a:xfrm>
          <a:blipFill>
            <a:blip r:embed="rId2">
              <a:alphaModFix amt="60000"/>
            </a:blip>
            <a:stretch>
              <a:fillRect/>
            </a:stretch>
          </a:blipFill>
        </p:spPr>
        <p:txBody>
          <a:bodyPr/>
          <a:lstStyle>
            <a:lvl1pPr>
              <a:defRPr/>
            </a:lvl1pPr>
          </a:lstStyle>
          <a:p>
            <a:r>
              <a:rPr lang="en-US" dirty="0"/>
              <a:t> </a:t>
            </a:r>
          </a:p>
        </p:txBody>
      </p:sp>
      <p:cxnSp>
        <p:nvCxnSpPr>
          <p:cNvPr id="10" name="Straight Connector 9">
            <a:extLst>
              <a:ext uri="{FF2B5EF4-FFF2-40B4-BE49-F238E27FC236}">
                <a16:creationId xmlns:a16="http://schemas.microsoft.com/office/drawing/2014/main" id="{5C9694AE-FEB4-9B39-47B8-87A023695B5F}"/>
              </a:ext>
            </a:extLst>
          </p:cNvPr>
          <p:cNvCxnSpPr>
            <a:cxnSpLocks/>
          </p:cNvCxnSpPr>
          <p:nvPr userDrawn="1"/>
        </p:nvCxnSpPr>
        <p:spPr>
          <a:xfrm>
            <a:off x="714375"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3291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5D45617-3FAE-4E81-40AD-B8D3BE8E8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8"/>
            <a:ext cx="2749218" cy="1804827"/>
          </a:xfrm>
          <a:prstGeom prst="rect">
            <a:avLst/>
          </a:prstGeom>
        </p:spPr>
        <p:txBody>
          <a:bodyPr anchor="b">
            <a:noAutofit/>
          </a:bodyPr>
          <a:lstStyle/>
          <a:p>
            <a:r>
              <a:rPr lang="en-US" dirty="0"/>
              <a:t>Click to edit Master title style</a:t>
            </a:r>
          </a:p>
        </p:txBody>
      </p:sp>
      <p:sp>
        <p:nvSpPr>
          <p:cNvPr id="14" name="Picture Placeholder 13">
            <a:extLst>
              <a:ext uri="{FF2B5EF4-FFF2-40B4-BE49-F238E27FC236}">
                <a16:creationId xmlns:a16="http://schemas.microsoft.com/office/drawing/2014/main" id="{24F57C26-948D-3FE2-92DA-246D40F41964}"/>
              </a:ext>
            </a:extLst>
          </p:cNvPr>
          <p:cNvSpPr>
            <a:spLocks noGrp="1"/>
          </p:cNvSpPr>
          <p:nvPr>
            <p:ph type="pic" sz="quarter" idx="15" hasCustomPrompt="1"/>
          </p:nvPr>
        </p:nvSpPr>
        <p:spPr>
          <a:xfrm>
            <a:off x="272796" y="269622"/>
            <a:ext cx="7680960" cy="6309360"/>
          </a:xfrm>
          <a:blipFill>
            <a:blip r:embed="rId2">
              <a:alphaModFix amt="60000"/>
            </a:blip>
            <a:stretch>
              <a:fillRect/>
            </a:stretch>
          </a:blipFill>
        </p:spPr>
        <p:txBody>
          <a:bodyPr/>
          <a:lstStyle>
            <a:lvl1pPr>
              <a:defRPr/>
            </a:lvl1pPr>
          </a:lstStyle>
          <a:p>
            <a:r>
              <a:rPr lang="en-US" dirty="0"/>
              <a:t> </a:t>
            </a:r>
          </a:p>
        </p:txBody>
      </p:sp>
      <p:sp>
        <p:nvSpPr>
          <p:cNvPr id="9" name="Content Placeholder 7">
            <a:extLst>
              <a:ext uri="{FF2B5EF4-FFF2-40B4-BE49-F238E27FC236}">
                <a16:creationId xmlns:a16="http://schemas.microsoft.com/office/drawing/2014/main" id="{2A3C8EAC-492E-1D2B-97C8-8A7308054588}"/>
              </a:ext>
            </a:extLst>
          </p:cNvPr>
          <p:cNvSpPr>
            <a:spLocks noGrp="1"/>
          </p:cNvSpPr>
          <p:nvPr>
            <p:ph sz="quarter" idx="16"/>
          </p:nvPr>
        </p:nvSpPr>
        <p:spPr>
          <a:xfrm>
            <a:off x="88392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62064"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76704"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39152"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cxnSp>
        <p:nvCxnSpPr>
          <p:cNvPr id="13" name="Straight Connector 12">
            <a:extLst>
              <a:ext uri="{FF2B5EF4-FFF2-40B4-BE49-F238E27FC236}">
                <a16:creationId xmlns:a16="http://schemas.microsoft.com/office/drawing/2014/main" id="{AC757DBD-64FF-E8CF-5B53-1EF6808C8918}"/>
              </a:ext>
            </a:extLst>
          </p:cNvPr>
          <p:cNvCxnSpPr>
            <a:cxnSpLocks/>
          </p:cNvCxnSpPr>
          <p:nvPr userDrawn="1"/>
        </p:nvCxnSpPr>
        <p:spPr>
          <a:xfrm>
            <a:off x="89439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72115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3AC31A53-5AD8-A443-D12C-F30129B4F766}"/>
              </a:ext>
            </a:extLst>
          </p:cNvPr>
          <p:cNvCxnSpPr>
            <a:cxnSpLocks/>
          </p:cNvCxnSpPr>
          <p:nvPr userDrawn="1"/>
        </p:nvCxnSpPr>
        <p:spPr>
          <a:xfrm>
            <a:off x="7143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B186E7E-5BAD-AF3D-FBBE-17817921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0703"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29F8BB2D-A7E5-DBED-DD20-974C9BE9F2C6}"/>
              </a:ext>
            </a:extLst>
          </p:cNvPr>
          <p:cNvSpPr>
            <a:spLocks noGrp="1"/>
          </p:cNvSpPr>
          <p:nvPr>
            <p:ph type="title"/>
          </p:nvPr>
        </p:nvSpPr>
        <p:spPr>
          <a:xfrm>
            <a:off x="609600" y="685808"/>
            <a:ext cx="2749218" cy="1804827"/>
          </a:xfrm>
          <a:prstGeom prst="rect">
            <a:avLst/>
          </a:prstGeom>
        </p:spPr>
        <p:txBody>
          <a:bodyPr anchor="b">
            <a:noAutofit/>
          </a:bodyPr>
          <a:lstStyle/>
          <a:p>
            <a:r>
              <a:rPr lang="en-US"/>
              <a:t>Click to edit Master title style</a:t>
            </a:r>
          </a:p>
        </p:txBody>
      </p:sp>
      <p:sp>
        <p:nvSpPr>
          <p:cNvPr id="30" name="Content Placeholder 7">
            <a:extLst>
              <a:ext uri="{FF2B5EF4-FFF2-40B4-BE49-F238E27FC236}">
                <a16:creationId xmlns:a16="http://schemas.microsoft.com/office/drawing/2014/main" id="{76BCE583-5400-574C-6116-EFC25C5C41F2}"/>
              </a:ext>
            </a:extLst>
          </p:cNvPr>
          <p:cNvSpPr>
            <a:spLocks noGrp="1"/>
          </p:cNvSpPr>
          <p:nvPr>
            <p:ph sz="quarter" idx="14"/>
          </p:nvPr>
        </p:nvSpPr>
        <p:spPr>
          <a:xfrm>
            <a:off x="6096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5">
            <a:extLst>
              <a:ext uri="{FF2B5EF4-FFF2-40B4-BE49-F238E27FC236}">
                <a16:creationId xmlns:a16="http://schemas.microsoft.com/office/drawing/2014/main" id="{EBFDA9C1-7EB7-7B39-28EA-264DE42E317B}"/>
              </a:ext>
            </a:extLst>
          </p:cNvPr>
          <p:cNvSpPr>
            <a:spLocks noGrp="1"/>
          </p:cNvSpPr>
          <p:nvPr>
            <p:ph type="ftr" sz="quarter" idx="11"/>
          </p:nvPr>
        </p:nvSpPr>
        <p:spPr>
          <a:xfrm>
            <a:off x="633567"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10" name="Date Placeholder 4">
            <a:extLst>
              <a:ext uri="{FF2B5EF4-FFF2-40B4-BE49-F238E27FC236}">
                <a16:creationId xmlns:a16="http://schemas.microsoft.com/office/drawing/2014/main" id="{E3A43207-F6CC-A357-E839-73384BA5E1A8}"/>
              </a:ext>
            </a:extLst>
          </p:cNvPr>
          <p:cNvSpPr>
            <a:spLocks noGrp="1"/>
          </p:cNvSpPr>
          <p:nvPr>
            <p:ph type="dt" sz="half" idx="10"/>
          </p:nvPr>
        </p:nvSpPr>
        <p:spPr>
          <a:xfrm>
            <a:off x="2048207"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13" name="Slide Number Placeholder 6">
            <a:extLst>
              <a:ext uri="{FF2B5EF4-FFF2-40B4-BE49-F238E27FC236}">
                <a16:creationId xmlns:a16="http://schemas.microsoft.com/office/drawing/2014/main" id="{B0A25FC7-86D1-3925-E290-26CF68DB5232}"/>
              </a:ext>
            </a:extLst>
          </p:cNvPr>
          <p:cNvSpPr>
            <a:spLocks noGrp="1"/>
          </p:cNvSpPr>
          <p:nvPr>
            <p:ph type="sldNum" sz="quarter" idx="12"/>
          </p:nvPr>
        </p:nvSpPr>
        <p:spPr>
          <a:xfrm>
            <a:off x="2910655"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25" name="Picture Placeholder 13">
            <a:extLst>
              <a:ext uri="{FF2B5EF4-FFF2-40B4-BE49-F238E27FC236}">
                <a16:creationId xmlns:a16="http://schemas.microsoft.com/office/drawing/2014/main" id="{98B25542-4AC6-A316-6C17-7D2226A56805}"/>
              </a:ext>
            </a:extLst>
          </p:cNvPr>
          <p:cNvSpPr>
            <a:spLocks noGrp="1"/>
          </p:cNvSpPr>
          <p:nvPr>
            <p:ph type="pic" sz="quarter" idx="15" hasCustomPrompt="1"/>
          </p:nvPr>
        </p:nvSpPr>
        <p:spPr>
          <a:xfrm>
            <a:off x="4243499" y="269622"/>
            <a:ext cx="7680960" cy="6309360"/>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5515126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7F7D08-392D-7E73-0486-E68DA575A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4996"/>
            <a:ext cx="12192001" cy="425978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859868"/>
            <a:ext cx="3635475" cy="1159932"/>
          </a:xfrm>
          <a:prstGeom prst="rect">
            <a:avLst/>
          </a:prstGeom>
        </p:spPr>
        <p:txBody>
          <a:bodyPr anchor="ctr">
            <a:noAutofit/>
          </a:bodyPr>
          <a:lstStyle>
            <a:lvl1pPr>
              <a:defRPr sz="3200"/>
            </a:lvl1pPr>
          </a:lstStyle>
          <a:p>
            <a:r>
              <a:rPr lang="en-US" dirty="0"/>
              <a:t>Click to edit Master title style</a:t>
            </a:r>
          </a:p>
        </p:txBody>
      </p:sp>
      <p:sp>
        <p:nvSpPr>
          <p:cNvPr id="12" name="Picture Placeholder 23">
            <a:extLst>
              <a:ext uri="{FF2B5EF4-FFF2-40B4-BE49-F238E27FC236}">
                <a16:creationId xmlns:a16="http://schemas.microsoft.com/office/drawing/2014/main" id="{4E35383E-CE2A-008E-E1E8-2E0B728D0F92}"/>
              </a:ext>
            </a:extLst>
          </p:cNvPr>
          <p:cNvSpPr>
            <a:spLocks noGrp="1"/>
          </p:cNvSpPr>
          <p:nvPr>
            <p:ph type="pic" sz="quarter" idx="15" hasCustomPrompt="1"/>
          </p:nvPr>
        </p:nvSpPr>
        <p:spPr>
          <a:xfrm>
            <a:off x="275842" y="277993"/>
            <a:ext cx="11640312" cy="3712464"/>
          </a:xfrm>
          <a:blipFill>
            <a:blip r:embed="rId2">
              <a:alphaModFix amt="60000"/>
            </a:blip>
            <a:stretch>
              <a:fillRect/>
            </a:stretch>
          </a:blipFill>
        </p:spPr>
        <p:txBody>
          <a:bodyPr/>
          <a:lstStyle>
            <a:lvl1pPr>
              <a:defRPr/>
            </a:lvl1pPr>
          </a:lstStyle>
          <a:p>
            <a:r>
              <a:rPr lang="en-US" dirty="0"/>
              <a:t> </a:t>
            </a:r>
          </a:p>
        </p:txBody>
      </p:sp>
      <p:cxnSp>
        <p:nvCxnSpPr>
          <p:cNvPr id="4" name="Straight Connector 3">
            <a:extLst>
              <a:ext uri="{FF2B5EF4-FFF2-40B4-BE49-F238E27FC236}">
                <a16:creationId xmlns:a16="http://schemas.microsoft.com/office/drawing/2014/main" id="{B90D005D-712B-494B-56DF-924DDF482030}"/>
              </a:ext>
            </a:extLst>
          </p:cNvPr>
          <p:cNvCxnSpPr>
            <a:cxnSpLocks/>
          </p:cNvCxnSpPr>
          <p:nvPr/>
        </p:nvCxnSpPr>
        <p:spPr>
          <a:xfrm rot="16200000" flipH="1">
            <a:off x="4221480" y="5439835"/>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43480" y="4859868"/>
            <a:ext cx="6804335" cy="1159932"/>
          </a:xfrm>
        </p:spPr>
        <p:txBody>
          <a:bodyPr vert="horz" lIns="91440" tIns="45720" rIns="91440" bIns="45720" rtlCol="0" anchor="ctr">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727697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FC57C7-558E-E972-FC3D-33EA5AE15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0"/>
            <a:ext cx="12192001" cy="31242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62138"/>
            <a:ext cx="3044954" cy="2291441"/>
          </a:xfrm>
          <a:prstGeom prst="rect">
            <a:avLst/>
          </a:prstGeom>
        </p:spPr>
        <p:txBody>
          <a:bodyPr anchor="t">
            <a:noAutofit/>
          </a:bodyPr>
          <a:lstStyle>
            <a:lvl1pPr>
              <a:defRPr sz="3200"/>
            </a:lvl1pPr>
          </a:lstStyle>
          <a:p>
            <a:r>
              <a:rPr lang="en-US" dirty="0"/>
              <a:t>Click to edit Master title style</a:t>
            </a:r>
          </a:p>
        </p:txBody>
      </p:sp>
      <p:sp>
        <p:nvSpPr>
          <p:cNvPr id="12" name="Picture Placeholder 23">
            <a:extLst>
              <a:ext uri="{FF2B5EF4-FFF2-40B4-BE49-F238E27FC236}">
                <a16:creationId xmlns:a16="http://schemas.microsoft.com/office/drawing/2014/main" id="{129E37EC-D646-B8F8-28A4-78B2F3C0ED1A}"/>
              </a:ext>
            </a:extLst>
          </p:cNvPr>
          <p:cNvSpPr>
            <a:spLocks noGrp="1"/>
          </p:cNvSpPr>
          <p:nvPr>
            <p:ph type="pic" sz="quarter" idx="15" hasCustomPrompt="1"/>
          </p:nvPr>
        </p:nvSpPr>
        <p:spPr>
          <a:xfrm>
            <a:off x="275842" y="272796"/>
            <a:ext cx="11640312" cy="2578608"/>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62137"/>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315290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8C59FCA-4A79-A2FA-6580-49E46A3E6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3733800"/>
            <a:ext cx="12192001" cy="3127248"/>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4" name="Title 1">
            <a:extLst>
              <a:ext uri="{FF2B5EF4-FFF2-40B4-BE49-F238E27FC236}">
                <a16:creationId xmlns:a16="http://schemas.microsoft.com/office/drawing/2014/main" id="{08939F2A-119D-9DB2-839A-5279FDC03B78}"/>
              </a:ext>
            </a:extLst>
          </p:cNvPr>
          <p:cNvSpPr>
            <a:spLocks noGrp="1"/>
          </p:cNvSpPr>
          <p:nvPr>
            <p:ph type="title"/>
          </p:nvPr>
        </p:nvSpPr>
        <p:spPr>
          <a:xfrm>
            <a:off x="612646" y="798095"/>
            <a:ext cx="3044954" cy="2291441"/>
          </a:xfrm>
          <a:prstGeom prst="rect">
            <a:avLst/>
          </a:prstGeom>
        </p:spPr>
        <p:txBody>
          <a:bodyPr anchor="t">
            <a:noAutofit/>
          </a:bodyPr>
          <a:lstStyle>
            <a:lvl1pPr>
              <a:defRPr sz="3200"/>
            </a:lvl1pPr>
          </a:lstStyle>
          <a:p>
            <a:r>
              <a:rPr lang="en-US" dirty="0"/>
              <a:t>Click to edit Master title style</a:t>
            </a:r>
          </a:p>
        </p:txBody>
      </p:sp>
      <p:sp>
        <p:nvSpPr>
          <p:cNvPr id="5" name="Content Placeholder 7">
            <a:extLst>
              <a:ext uri="{FF2B5EF4-FFF2-40B4-BE49-F238E27FC236}">
                <a16:creationId xmlns:a16="http://schemas.microsoft.com/office/drawing/2014/main" id="{2A6D404D-0656-13AC-E54B-1B2AF72DA212}"/>
              </a:ext>
            </a:extLst>
          </p:cNvPr>
          <p:cNvSpPr>
            <a:spLocks noGrp="1"/>
          </p:cNvSpPr>
          <p:nvPr>
            <p:ph sz="quarter" idx="14"/>
          </p:nvPr>
        </p:nvSpPr>
        <p:spPr>
          <a:xfrm>
            <a:off x="4122370" y="798094"/>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Date Placeholder 4">
            <a:extLst>
              <a:ext uri="{FF2B5EF4-FFF2-40B4-BE49-F238E27FC236}">
                <a16:creationId xmlns:a16="http://schemas.microsoft.com/office/drawing/2014/main" id="{8460894B-FE88-D983-F7F5-A84B72F3C467}"/>
              </a:ext>
            </a:extLst>
          </p:cNvPr>
          <p:cNvSpPr>
            <a:spLocks noGrp="1"/>
          </p:cNvSpPr>
          <p:nvPr>
            <p:ph type="dt" sz="half" idx="10"/>
          </p:nvPr>
        </p:nvSpPr>
        <p:spPr>
          <a:xfrm>
            <a:off x="612647" y="3295955"/>
            <a:ext cx="2202644" cy="365125"/>
          </a:xfrm>
          <a:prstGeom prst="rect">
            <a:avLst/>
          </a:prstGeom>
        </p:spPr>
        <p:txBody>
          <a:bodyPr/>
          <a:lstStyle/>
          <a:p>
            <a:r>
              <a:rPr lang="en-US"/>
              <a:t>20xx</a:t>
            </a:r>
          </a:p>
        </p:txBody>
      </p:sp>
      <p:sp>
        <p:nvSpPr>
          <p:cNvPr id="34" name="Footer Placeholder 5">
            <a:extLst>
              <a:ext uri="{FF2B5EF4-FFF2-40B4-BE49-F238E27FC236}">
                <a16:creationId xmlns:a16="http://schemas.microsoft.com/office/drawing/2014/main" id="{64575FAD-3BCD-7A5B-92C1-37F78686E8D1}"/>
              </a:ext>
            </a:extLst>
          </p:cNvPr>
          <p:cNvSpPr>
            <a:spLocks noGrp="1"/>
          </p:cNvSpPr>
          <p:nvPr>
            <p:ph type="ftr" sz="quarter" idx="11"/>
          </p:nvPr>
        </p:nvSpPr>
        <p:spPr>
          <a:xfrm>
            <a:off x="4693298" y="3295955"/>
            <a:ext cx="2805405" cy="365125"/>
          </a:xfrm>
          <a:prstGeom prst="rect">
            <a:avLst/>
          </a:prstGeom>
        </p:spPr>
        <p:txBody>
          <a:bodyPr/>
          <a:lstStyle/>
          <a:p>
            <a:r>
              <a:rPr lang="en-US"/>
              <a:t>Sample Footer Text</a:t>
            </a:r>
          </a:p>
        </p:txBody>
      </p:sp>
      <p:sp>
        <p:nvSpPr>
          <p:cNvPr id="35" name="Slide Number Placeholder 6">
            <a:extLst>
              <a:ext uri="{FF2B5EF4-FFF2-40B4-BE49-F238E27FC236}">
                <a16:creationId xmlns:a16="http://schemas.microsoft.com/office/drawing/2014/main" id="{7997EEDC-D1C0-066F-E485-FE93F79A4AB0}"/>
              </a:ext>
            </a:extLst>
          </p:cNvPr>
          <p:cNvSpPr>
            <a:spLocks noGrp="1"/>
          </p:cNvSpPr>
          <p:nvPr>
            <p:ph type="sldNum" sz="quarter" idx="12"/>
          </p:nvPr>
        </p:nvSpPr>
        <p:spPr>
          <a:xfrm>
            <a:off x="11147096" y="3295955"/>
            <a:ext cx="429207" cy="365125"/>
          </a:xfrm>
          <a:prstGeom prst="rect">
            <a:avLst/>
          </a:prstGeom>
        </p:spPr>
        <p:txBody>
          <a:bodyPr/>
          <a:lstStyle/>
          <a:p>
            <a:fld id="{AEAA3239-9EA4-4A65-A281-97F994456D9F}" type="slidenum">
              <a:rPr lang="en-US" smtClean="0"/>
              <a:t>‹#›</a:t>
            </a:fld>
            <a:endParaRPr lang="en-US"/>
          </a:p>
        </p:txBody>
      </p:sp>
      <p:sp>
        <p:nvSpPr>
          <p:cNvPr id="24" name="Picture Placeholder 23">
            <a:extLst>
              <a:ext uri="{FF2B5EF4-FFF2-40B4-BE49-F238E27FC236}">
                <a16:creationId xmlns:a16="http://schemas.microsoft.com/office/drawing/2014/main" id="{AB21FF36-BD72-F91E-1B19-764F89FF709B}"/>
              </a:ext>
            </a:extLst>
          </p:cNvPr>
          <p:cNvSpPr>
            <a:spLocks noGrp="1"/>
          </p:cNvSpPr>
          <p:nvPr>
            <p:ph type="pic" sz="quarter" idx="15" hasCustomPrompt="1"/>
          </p:nvPr>
        </p:nvSpPr>
        <p:spPr>
          <a:xfrm>
            <a:off x="275842" y="4008120"/>
            <a:ext cx="11640312" cy="2578608"/>
          </a:xfrm>
          <a:blipFill>
            <a:blip r:embed="rId2">
              <a:alphaModFix amt="6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7773561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B54C44A-A2E0-68DD-0C63-6448965DF7BB}"/>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CA5B575-5CE1-A472-F5EF-784B83927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5848" y="2181821"/>
            <a:ext cx="4407408"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467DFEA6-9362-A6DE-501A-DE01BA9E8E6D}"/>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dirty="0"/>
              <a:t>Click to edit Master title style</a:t>
            </a:r>
          </a:p>
        </p:txBody>
      </p:sp>
      <p:sp>
        <p:nvSpPr>
          <p:cNvPr id="14" name="Content Placeholder 7">
            <a:extLst>
              <a:ext uri="{FF2B5EF4-FFF2-40B4-BE49-F238E27FC236}">
                <a16:creationId xmlns:a16="http://schemas.microsoft.com/office/drawing/2014/main" id="{A0577F22-3FDE-BBCC-550E-988B3C31CB15}"/>
              </a:ext>
            </a:extLst>
          </p:cNvPr>
          <p:cNvSpPr>
            <a:spLocks noGrp="1"/>
          </p:cNvSpPr>
          <p:nvPr>
            <p:ph sz="quarter" idx="14"/>
          </p:nvPr>
        </p:nvSpPr>
        <p:spPr>
          <a:xfrm>
            <a:off x="612646"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23">
            <a:extLst>
              <a:ext uri="{FF2B5EF4-FFF2-40B4-BE49-F238E27FC236}">
                <a16:creationId xmlns:a16="http://schemas.microsoft.com/office/drawing/2014/main" id="{2AEC6A7B-DD19-0A7B-1268-1D51DDEF329E}"/>
              </a:ext>
            </a:extLst>
          </p:cNvPr>
          <p:cNvSpPr>
            <a:spLocks noGrp="1"/>
          </p:cNvSpPr>
          <p:nvPr>
            <p:ph type="pic" sz="quarter" idx="18" hasCustomPrompt="1"/>
          </p:nvPr>
        </p:nvSpPr>
        <p:spPr>
          <a:xfrm>
            <a:off x="7440168" y="2478717"/>
            <a:ext cx="3858768" cy="3419856"/>
          </a:xfrm>
          <a:blipFill>
            <a:blip r:embed="rId2">
              <a:alphaModFix amt="60000"/>
            </a:blip>
            <a:stretch>
              <a:fillRect/>
            </a:stretch>
          </a:blipFill>
        </p:spPr>
        <p:txBody>
          <a:bodyPr/>
          <a:lstStyle>
            <a:lvl1pPr>
              <a:defRPr/>
            </a:lvl1pPr>
          </a:lstStyle>
          <a:p>
            <a:r>
              <a:rPr lang="en-US" dirty="0"/>
              <a:t> </a:t>
            </a:r>
          </a:p>
        </p:txBody>
      </p:sp>
      <p:sp>
        <p:nvSpPr>
          <p:cNvPr id="7" name="Date Placeholder 4">
            <a:extLst>
              <a:ext uri="{FF2B5EF4-FFF2-40B4-BE49-F238E27FC236}">
                <a16:creationId xmlns:a16="http://schemas.microsoft.com/office/drawing/2014/main" id="{B9E95395-D89E-0043-F426-2BB8FB0FDAC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1" name="Footer Placeholder 5">
            <a:extLst>
              <a:ext uri="{FF2B5EF4-FFF2-40B4-BE49-F238E27FC236}">
                <a16:creationId xmlns:a16="http://schemas.microsoft.com/office/drawing/2014/main" id="{A91BF2A0-1C9B-2FC0-B3D8-1FE0B288994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3" name="Slide Number Placeholder 6">
            <a:extLst>
              <a:ext uri="{FF2B5EF4-FFF2-40B4-BE49-F238E27FC236}">
                <a16:creationId xmlns:a16="http://schemas.microsoft.com/office/drawing/2014/main" id="{DC39D989-0E8D-4F7C-51E7-FE5743D404E4}"/>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7376707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FCE1F90-615F-9F95-B9AB-58D4A69578F5}"/>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064172E-92BD-EBA7-48F4-D1248DC72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31024" y="2181821"/>
            <a:ext cx="6442232"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5" name="Title 1">
            <a:extLst>
              <a:ext uri="{FF2B5EF4-FFF2-40B4-BE49-F238E27FC236}">
                <a16:creationId xmlns:a16="http://schemas.microsoft.com/office/drawing/2014/main" id="{B0FDB523-462A-5591-99AE-C3C29FACD139}"/>
              </a:ext>
            </a:extLst>
          </p:cNvPr>
          <p:cNvSpPr>
            <a:spLocks noGrp="1"/>
          </p:cNvSpPr>
          <p:nvPr>
            <p:ph type="title"/>
          </p:nvPr>
        </p:nvSpPr>
        <p:spPr>
          <a:xfrm>
            <a:off x="612647" y="709099"/>
            <a:ext cx="3912880" cy="891101"/>
          </a:xfrm>
          <a:prstGeom prst="rect">
            <a:avLst/>
          </a:prstGeom>
        </p:spPr>
        <p:txBody>
          <a:bodyPr anchor="b">
            <a:no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205106"/>
            <a:ext cx="3912880" cy="3967073"/>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23">
            <a:extLst>
              <a:ext uri="{FF2B5EF4-FFF2-40B4-BE49-F238E27FC236}">
                <a16:creationId xmlns:a16="http://schemas.microsoft.com/office/drawing/2014/main" id="{43BD8E09-1E6C-A8B9-C809-7F1D27D0FD6A}"/>
              </a:ext>
            </a:extLst>
          </p:cNvPr>
          <p:cNvSpPr>
            <a:spLocks noGrp="1"/>
          </p:cNvSpPr>
          <p:nvPr>
            <p:ph type="pic" sz="quarter" idx="18" hasCustomPrompt="1"/>
          </p:nvPr>
        </p:nvSpPr>
        <p:spPr>
          <a:xfrm>
            <a:off x="5403200" y="2478717"/>
            <a:ext cx="5897880" cy="3419856"/>
          </a:xfrm>
          <a:blipFill>
            <a:blip r:embed="rId2">
              <a:alphaModFix amt="6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7554292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CF6E978-0239-0091-232E-1AFEC0C5F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181821"/>
            <a:ext cx="4304620"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99D44447-F033-C9CE-67C6-019549965081}"/>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dirty="0"/>
              <a:t>Click to edit Master title style</a:t>
            </a:r>
          </a:p>
        </p:txBody>
      </p:sp>
      <p:sp>
        <p:nvSpPr>
          <p:cNvPr id="11" name="Picture Placeholder 23">
            <a:extLst>
              <a:ext uri="{FF2B5EF4-FFF2-40B4-BE49-F238E27FC236}">
                <a16:creationId xmlns:a16="http://schemas.microsoft.com/office/drawing/2014/main" id="{2635C552-0ED9-A459-F18A-3CDED20E5BE3}"/>
              </a:ext>
            </a:extLst>
          </p:cNvPr>
          <p:cNvSpPr>
            <a:spLocks noGrp="1"/>
          </p:cNvSpPr>
          <p:nvPr>
            <p:ph type="pic" sz="quarter" idx="18" hasCustomPrompt="1"/>
          </p:nvPr>
        </p:nvSpPr>
        <p:spPr>
          <a:xfrm>
            <a:off x="987593" y="2455432"/>
            <a:ext cx="3758184" cy="3419856"/>
          </a:xfrm>
          <a:blipFill>
            <a:blip r:embed="rId2">
              <a:alphaModFix amt="60000"/>
            </a:blip>
            <a:stretch>
              <a:fillRect/>
            </a:stretch>
          </a:blipFill>
        </p:spPr>
        <p:txBody>
          <a:bodyPr/>
          <a:lstStyle>
            <a:lvl1pPr>
              <a:defRPr/>
            </a:lvl1pPr>
          </a:lstStyle>
          <a:p>
            <a:r>
              <a:rPr lang="en-US" dirty="0"/>
              <a:t> </a:t>
            </a:r>
          </a:p>
        </p:txBody>
      </p:sp>
      <p:sp>
        <p:nvSpPr>
          <p:cNvPr id="12" name="Content Placeholder 7">
            <a:extLst>
              <a:ext uri="{FF2B5EF4-FFF2-40B4-BE49-F238E27FC236}">
                <a16:creationId xmlns:a16="http://schemas.microsoft.com/office/drawing/2014/main" id="{9488295D-6787-D840-9DD4-495F1F086107}"/>
              </a:ext>
            </a:extLst>
          </p:cNvPr>
          <p:cNvSpPr>
            <a:spLocks noGrp="1"/>
          </p:cNvSpPr>
          <p:nvPr>
            <p:ph sz="quarter" idx="14"/>
          </p:nvPr>
        </p:nvSpPr>
        <p:spPr>
          <a:xfrm>
            <a:off x="5635749"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4">
            <a:extLst>
              <a:ext uri="{FF2B5EF4-FFF2-40B4-BE49-F238E27FC236}">
                <a16:creationId xmlns:a16="http://schemas.microsoft.com/office/drawing/2014/main" id="{44C833D8-E0E9-C749-0443-2B06F6DE03FC}"/>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5" name="Footer Placeholder 5">
            <a:extLst>
              <a:ext uri="{FF2B5EF4-FFF2-40B4-BE49-F238E27FC236}">
                <a16:creationId xmlns:a16="http://schemas.microsoft.com/office/drawing/2014/main" id="{ACAE9DFF-C773-D714-0C09-80240DE19FAF}"/>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6" name="Slide Number Placeholder 6">
            <a:extLst>
              <a:ext uri="{FF2B5EF4-FFF2-40B4-BE49-F238E27FC236}">
                <a16:creationId xmlns:a16="http://schemas.microsoft.com/office/drawing/2014/main" id="{339D6C62-B024-DF78-9414-D350E282202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4696798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E966A3D-9E5F-3C1B-B9EC-73F3340D5D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4768976"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C502CF0E-9C51-830C-CEDE-80A5D47BD90C}"/>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dirty="0"/>
              <a:t>Click to edit Master title style</a:t>
            </a:r>
          </a:p>
        </p:txBody>
      </p:sp>
      <p:sp>
        <p:nvSpPr>
          <p:cNvPr id="12" name="Picture Placeholder 11">
            <a:extLst>
              <a:ext uri="{FF2B5EF4-FFF2-40B4-BE49-F238E27FC236}">
                <a16:creationId xmlns:a16="http://schemas.microsoft.com/office/drawing/2014/main" id="{64BAD4E0-57C4-108C-9E27-5EAD1A833249}"/>
              </a:ext>
            </a:extLst>
          </p:cNvPr>
          <p:cNvSpPr>
            <a:spLocks noGrp="1"/>
          </p:cNvSpPr>
          <p:nvPr>
            <p:ph type="pic" sz="quarter" idx="15" hasCustomPrompt="1"/>
          </p:nvPr>
        </p:nvSpPr>
        <p:spPr>
          <a:xfrm>
            <a:off x="986599" y="2480792"/>
            <a:ext cx="4224528" cy="3392424"/>
          </a:xfrm>
          <a:blipFill>
            <a:blip r:embed="rId2">
              <a:alphaModFix amt="60000"/>
            </a:blip>
            <a:stretch>
              <a:fillRect/>
            </a:stretch>
          </a:blipFill>
        </p:spPr>
        <p:txBody>
          <a:bodyPr/>
          <a:lstStyle>
            <a:lvl1pPr>
              <a:defRPr/>
            </a:lvl1pPr>
          </a:lstStyle>
          <a:p>
            <a:r>
              <a:rPr lang="en-US" dirty="0"/>
              <a:t> </a:t>
            </a:r>
          </a:p>
        </p:txBody>
      </p:sp>
      <p:sp>
        <p:nvSpPr>
          <p:cNvPr id="3" name="Content Placeholder 7">
            <a:extLst>
              <a:ext uri="{FF2B5EF4-FFF2-40B4-BE49-F238E27FC236}">
                <a16:creationId xmlns:a16="http://schemas.microsoft.com/office/drawing/2014/main" id="{982AE6CE-D2D4-2329-86C0-F9C45831470E}"/>
              </a:ext>
            </a:extLst>
          </p:cNvPr>
          <p:cNvSpPr>
            <a:spLocks noGrp="1"/>
          </p:cNvSpPr>
          <p:nvPr>
            <p:ph sz="quarter" idx="14"/>
          </p:nvPr>
        </p:nvSpPr>
        <p:spPr>
          <a:xfrm>
            <a:off x="6095999" y="732155"/>
            <a:ext cx="5486401" cy="5405377"/>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9322134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5B3841-4258-5EBB-78B0-8DBB8BA82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3854577"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0" name="Title 1">
            <a:extLst>
              <a:ext uri="{FF2B5EF4-FFF2-40B4-BE49-F238E27FC236}">
                <a16:creationId xmlns:a16="http://schemas.microsoft.com/office/drawing/2014/main" id="{B6A14BD6-3E7F-C8A6-3ED2-DC935EEEEEE0}"/>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dirty="0"/>
              <a:t>Click to edit Master title style</a:t>
            </a:r>
          </a:p>
        </p:txBody>
      </p:sp>
      <p:sp>
        <p:nvSpPr>
          <p:cNvPr id="14" name="Picture Placeholder 13">
            <a:extLst>
              <a:ext uri="{FF2B5EF4-FFF2-40B4-BE49-F238E27FC236}">
                <a16:creationId xmlns:a16="http://schemas.microsoft.com/office/drawing/2014/main" id="{21767FCA-DB6F-605F-8C30-6399DF325E09}"/>
              </a:ext>
            </a:extLst>
          </p:cNvPr>
          <p:cNvSpPr>
            <a:spLocks noGrp="1"/>
          </p:cNvSpPr>
          <p:nvPr>
            <p:ph type="pic" sz="quarter" idx="15" hasCustomPrompt="1"/>
          </p:nvPr>
        </p:nvSpPr>
        <p:spPr>
          <a:xfrm>
            <a:off x="988695" y="2480792"/>
            <a:ext cx="3310128" cy="3392424"/>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81600" y="709098"/>
            <a:ext cx="6394704" cy="5439805"/>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2681779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3C60B43-3F02-3807-6E46-2B1B4C989A3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10" name="Rectangle 9">
              <a:extLst>
                <a:ext uri="{FF2B5EF4-FFF2-40B4-BE49-F238E27FC236}">
                  <a16:creationId xmlns:a16="http://schemas.microsoft.com/office/drawing/2014/main" id="{DF27A944-872A-E8C8-8FC2-88B5F89140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70AFD51-4B4D-0743-F50D-5DA14EC3395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2" name="Group 11">
                <a:extLst>
                  <a:ext uri="{FF2B5EF4-FFF2-40B4-BE49-F238E27FC236}">
                    <a16:creationId xmlns:a16="http://schemas.microsoft.com/office/drawing/2014/main" id="{E0878CA7-F6BC-3D54-9B31-0D36C99C9C9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7" name="Freeform 68">
                  <a:extLst>
                    <a:ext uri="{FF2B5EF4-FFF2-40B4-BE49-F238E27FC236}">
                      <a16:creationId xmlns:a16="http://schemas.microsoft.com/office/drawing/2014/main" id="{70D6BE5D-D14F-F86C-1B5D-DF11BCBBBF2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0B935B11-11F9-F9FC-984C-B97E8C740D6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BE8CD0AC-752A-36C8-B3D7-C2498B3605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3" name="Group 12">
                <a:extLst>
                  <a:ext uri="{FF2B5EF4-FFF2-40B4-BE49-F238E27FC236}">
                    <a16:creationId xmlns:a16="http://schemas.microsoft.com/office/drawing/2014/main" id="{61EB58C7-3472-9645-303A-C65C14123F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4" name="Freeform 68">
                  <a:extLst>
                    <a:ext uri="{FF2B5EF4-FFF2-40B4-BE49-F238E27FC236}">
                      <a16:creationId xmlns:a16="http://schemas.microsoft.com/office/drawing/2014/main" id="{A6A0616B-8873-18F1-6B0F-49D27CB1CF1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2415C0C-C484-F133-E62B-AF2C09A1A3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9AC31EC2-05CF-F921-C115-C93D2D5D3C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20" name="Group 19">
            <a:extLst>
              <a:ext uri="{FF2B5EF4-FFF2-40B4-BE49-F238E27FC236}">
                <a16:creationId xmlns:a16="http://schemas.microsoft.com/office/drawing/2014/main" id="{2DB1D249-E32E-CA54-2B0E-07373055B0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4987925" y="5634038"/>
            <a:ext cx="2216150" cy="1177924"/>
            <a:chOff x="4987925" y="2840038"/>
            <a:chExt cx="2216150" cy="1177924"/>
          </a:xfrm>
        </p:grpSpPr>
        <p:sp>
          <p:nvSpPr>
            <p:cNvPr id="21" name="Rectangle 20">
              <a:extLst>
                <a:ext uri="{FF2B5EF4-FFF2-40B4-BE49-F238E27FC236}">
                  <a16:creationId xmlns:a16="http://schemas.microsoft.com/office/drawing/2014/main" id="{3151709B-660C-1490-E355-0D6EFA8B23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F9006C11-A305-CB26-F3C9-F793404FAFE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3" name="Group 22">
                <a:extLst>
                  <a:ext uri="{FF2B5EF4-FFF2-40B4-BE49-F238E27FC236}">
                    <a16:creationId xmlns:a16="http://schemas.microsoft.com/office/drawing/2014/main" id="{62141B28-A487-DAF4-07D7-398EEC73292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8" name="Freeform 68">
                  <a:extLst>
                    <a:ext uri="{FF2B5EF4-FFF2-40B4-BE49-F238E27FC236}">
                      <a16:creationId xmlns:a16="http://schemas.microsoft.com/office/drawing/2014/main" id="{08544E82-7C10-6056-96F9-890D203187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B3767EA-BEDF-6F5A-3F2A-63110758F7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Line 70">
                  <a:extLst>
                    <a:ext uri="{FF2B5EF4-FFF2-40B4-BE49-F238E27FC236}">
                      <a16:creationId xmlns:a16="http://schemas.microsoft.com/office/drawing/2014/main" id="{894D12DF-C2FB-ECB1-D126-DE70BD1389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4" name="Group 23">
                <a:extLst>
                  <a:ext uri="{FF2B5EF4-FFF2-40B4-BE49-F238E27FC236}">
                    <a16:creationId xmlns:a16="http://schemas.microsoft.com/office/drawing/2014/main" id="{EB321FA9-CD00-E340-DF3A-DF2F6056D2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5" name="Freeform 68">
                  <a:extLst>
                    <a:ext uri="{FF2B5EF4-FFF2-40B4-BE49-F238E27FC236}">
                      <a16:creationId xmlns:a16="http://schemas.microsoft.com/office/drawing/2014/main" id="{7F442571-8A8E-F056-8120-0A7166739E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69">
                  <a:extLst>
                    <a:ext uri="{FF2B5EF4-FFF2-40B4-BE49-F238E27FC236}">
                      <a16:creationId xmlns:a16="http://schemas.microsoft.com/office/drawing/2014/main" id="{90B1B727-221D-4181-A364-D5B709E701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Line 70">
                  <a:extLst>
                    <a:ext uri="{FF2B5EF4-FFF2-40B4-BE49-F238E27FC236}">
                      <a16:creationId xmlns:a16="http://schemas.microsoft.com/office/drawing/2014/main" id="{675BA8D2-1FF0-72E0-6BB5-84E882FF72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6" name="Title 1">
            <a:extLst>
              <a:ext uri="{FF2B5EF4-FFF2-40B4-BE49-F238E27FC236}">
                <a16:creationId xmlns:a16="http://schemas.microsoft.com/office/drawing/2014/main" id="{A180BF33-C99D-1A4A-5974-7053CE7E7482}"/>
              </a:ext>
            </a:extLst>
          </p:cNvPr>
          <p:cNvSpPr>
            <a:spLocks noGrp="1"/>
          </p:cNvSpPr>
          <p:nvPr>
            <p:ph type="title"/>
          </p:nvPr>
        </p:nvSpPr>
        <p:spPr>
          <a:xfrm>
            <a:off x="1524001" y="4893732"/>
            <a:ext cx="9144000" cy="822013"/>
          </a:xfrm>
          <a:prstGeom prst="rect">
            <a:avLst/>
          </a:prstGeom>
        </p:spPr>
        <p:txBody>
          <a:bodyPr anchor="t">
            <a:noAutofit/>
          </a:bodyPr>
          <a:lstStyle>
            <a:lvl1pPr algn="ctr">
              <a:lnSpc>
                <a:spcPct val="110000"/>
              </a:lnSpc>
              <a:defRPr sz="1800" b="0" i="0">
                <a:solidFill>
                  <a:schemeClr val="bg1">
                    <a:lumMod val="75000"/>
                    <a:lumOff val="25000"/>
                  </a:schemeClr>
                </a:solidFill>
                <a:latin typeface="+mn-lt"/>
              </a:defRPr>
            </a:lvl1pPr>
          </a:lstStyle>
          <a:p>
            <a:r>
              <a:rPr lang="en-US" dirty="0"/>
              <a:t>Click to edit Master title style</a:t>
            </a:r>
          </a:p>
        </p:txBody>
      </p:sp>
      <p:sp>
        <p:nvSpPr>
          <p:cNvPr id="8" name="Content Placeholder 6">
            <a:extLst>
              <a:ext uri="{FF2B5EF4-FFF2-40B4-BE49-F238E27FC236}">
                <a16:creationId xmlns:a16="http://schemas.microsoft.com/office/drawing/2014/main" id="{63DD70A9-B50E-61D0-C634-34E20A3D422B}"/>
              </a:ext>
            </a:extLst>
          </p:cNvPr>
          <p:cNvSpPr>
            <a:spLocks noGrp="1"/>
          </p:cNvSpPr>
          <p:nvPr>
            <p:ph sz="quarter" idx="13" hasCustomPrompt="1"/>
          </p:nvPr>
        </p:nvSpPr>
        <p:spPr>
          <a:xfrm>
            <a:off x="1524001" y="1107047"/>
            <a:ext cx="9144000" cy="3660809"/>
          </a:xfrm>
        </p:spPr>
        <p:txBody>
          <a:bodyPr anchor="b">
            <a:noAutofit/>
          </a:bodyPr>
          <a:lstStyle>
            <a:lvl1pPr marL="0" indent="0" algn="ctr">
              <a:lnSpc>
                <a:spcPct val="90000"/>
              </a:lnSpc>
              <a:buNone/>
              <a:defRPr sz="23000" b="0">
                <a:solidFill>
                  <a:schemeClr val="bg1">
                    <a:lumMod val="75000"/>
                    <a:lumOff val="25000"/>
                  </a:schemeClr>
                </a:solidFill>
                <a:latin typeface="+mj-lt"/>
                <a:ea typeface="Batang" panose="02030600000101010101" pitchFamily="18" charset="-127"/>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229600"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8477309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46C6E13-5F92-0B54-E552-A8E8EA32109D}"/>
              </a:ext>
            </a:extLst>
          </p:cNvPr>
          <p:cNvGrpSpPr/>
          <p:nvPr/>
        </p:nvGrpSpPr>
        <p:grpSpPr>
          <a:xfrm flipH="1">
            <a:off x="8353425" y="531607"/>
            <a:ext cx="3838575" cy="6520778"/>
            <a:chOff x="192855" y="531607"/>
            <a:chExt cx="3838575" cy="6520778"/>
          </a:xfrm>
        </p:grpSpPr>
        <p:grpSp>
          <p:nvGrpSpPr>
            <p:cNvPr id="8" name="Group 7">
              <a:extLst>
                <a:ext uri="{FF2B5EF4-FFF2-40B4-BE49-F238E27FC236}">
                  <a16:creationId xmlns:a16="http://schemas.microsoft.com/office/drawing/2014/main" id="{581DD79D-1CEE-4719-00FE-4FD53EA315E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2" name="Freeform 64">
                <a:extLst>
                  <a:ext uri="{FF2B5EF4-FFF2-40B4-BE49-F238E27FC236}">
                    <a16:creationId xmlns:a16="http://schemas.microsoft.com/office/drawing/2014/main" id="{63458FA5-D071-3A46-EB12-8B6C8D6396A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81">
                <a:extLst>
                  <a:ext uri="{FF2B5EF4-FFF2-40B4-BE49-F238E27FC236}">
                    <a16:creationId xmlns:a16="http://schemas.microsoft.com/office/drawing/2014/main" id="{4DD1D754-B9F5-6269-D3E0-3703961659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61">
                <a:extLst>
                  <a:ext uri="{FF2B5EF4-FFF2-40B4-BE49-F238E27FC236}">
                    <a16:creationId xmlns:a16="http://schemas.microsoft.com/office/drawing/2014/main" id="{F3A3D4E7-3A71-4AB8-FB08-8CEDD527A7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34">
                <a:extLst>
                  <a:ext uri="{FF2B5EF4-FFF2-40B4-BE49-F238E27FC236}">
                    <a16:creationId xmlns:a16="http://schemas.microsoft.com/office/drawing/2014/main" id="{497067EC-F598-B7C7-88F4-2F57F6D874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4">
                <a:extLst>
                  <a:ext uri="{FF2B5EF4-FFF2-40B4-BE49-F238E27FC236}">
                    <a16:creationId xmlns:a16="http://schemas.microsoft.com/office/drawing/2014/main" id="{1A115B41-BE53-1781-C3A0-8F7DBB6CF7F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87">
                <a:extLst>
                  <a:ext uri="{FF2B5EF4-FFF2-40B4-BE49-F238E27FC236}">
                    <a16:creationId xmlns:a16="http://schemas.microsoft.com/office/drawing/2014/main" id="{AD9F9AC4-59AA-3FED-EB58-ABCC8422A5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0">
                <a:extLst>
                  <a:ext uri="{FF2B5EF4-FFF2-40B4-BE49-F238E27FC236}">
                    <a16:creationId xmlns:a16="http://schemas.microsoft.com/office/drawing/2014/main" id="{5C39FA36-DD8A-A8AF-995B-FEB1B81928A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59">
                <a:extLst>
                  <a:ext uri="{FF2B5EF4-FFF2-40B4-BE49-F238E27FC236}">
                    <a16:creationId xmlns:a16="http://schemas.microsoft.com/office/drawing/2014/main" id="{0435A07F-ABFF-DBCD-9D6E-B060E78839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2">
                <a:extLst>
                  <a:ext uri="{FF2B5EF4-FFF2-40B4-BE49-F238E27FC236}">
                    <a16:creationId xmlns:a16="http://schemas.microsoft.com/office/drawing/2014/main" id="{F61ED471-E9B3-E6FF-4DA3-8663BAB6BB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65">
                <a:extLst>
                  <a:ext uri="{FF2B5EF4-FFF2-40B4-BE49-F238E27FC236}">
                    <a16:creationId xmlns:a16="http://schemas.microsoft.com/office/drawing/2014/main" id="{66D48908-5C19-CE7C-FB3B-E55D124BE81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79">
                <a:extLst>
                  <a:ext uri="{FF2B5EF4-FFF2-40B4-BE49-F238E27FC236}">
                    <a16:creationId xmlns:a16="http://schemas.microsoft.com/office/drawing/2014/main" id="{9EBA239B-B2C2-C1D7-42F7-BB50522E1C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2">
                <a:extLst>
                  <a:ext uri="{FF2B5EF4-FFF2-40B4-BE49-F238E27FC236}">
                    <a16:creationId xmlns:a16="http://schemas.microsoft.com/office/drawing/2014/main" id="{7311065F-4C49-B37C-B6F2-EF021666B0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85">
                <a:extLst>
                  <a:ext uri="{FF2B5EF4-FFF2-40B4-BE49-F238E27FC236}">
                    <a16:creationId xmlns:a16="http://schemas.microsoft.com/office/drawing/2014/main" id="{EADE6C0A-9B31-463A-DC31-450FBFB0EA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44">
                <a:extLst>
                  <a:ext uri="{FF2B5EF4-FFF2-40B4-BE49-F238E27FC236}">
                    <a16:creationId xmlns:a16="http://schemas.microsoft.com/office/drawing/2014/main" id="{715F916F-BDD7-938C-7F9F-15FA32E2E2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6" name="Group 45">
                <a:extLst>
                  <a:ext uri="{FF2B5EF4-FFF2-40B4-BE49-F238E27FC236}">
                    <a16:creationId xmlns:a16="http://schemas.microsoft.com/office/drawing/2014/main" id="{A17F0837-6401-508D-9D16-AC64526C93F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7" name="Line 63">
                  <a:extLst>
                    <a:ext uri="{FF2B5EF4-FFF2-40B4-BE49-F238E27FC236}">
                      <a16:creationId xmlns:a16="http://schemas.microsoft.com/office/drawing/2014/main" id="{201E24E4-9DA0-20F2-7AE3-5DA927CDF4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6">
                  <a:extLst>
                    <a:ext uri="{FF2B5EF4-FFF2-40B4-BE49-F238E27FC236}">
                      <a16:creationId xmlns:a16="http://schemas.microsoft.com/office/drawing/2014/main" id="{F0D81B78-2590-5FE2-3E72-AED10BB9C81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67">
                  <a:extLst>
                    <a:ext uri="{FF2B5EF4-FFF2-40B4-BE49-F238E27FC236}">
                      <a16:creationId xmlns:a16="http://schemas.microsoft.com/office/drawing/2014/main" id="{1B0E3C51-648E-EED1-D8E4-5C1A83A793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0">
                  <a:extLst>
                    <a:ext uri="{FF2B5EF4-FFF2-40B4-BE49-F238E27FC236}">
                      <a16:creationId xmlns:a16="http://schemas.microsoft.com/office/drawing/2014/main" id="{B63F0A42-E73B-9C27-C8AC-5862ECD9A9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3">
                  <a:extLst>
                    <a:ext uri="{FF2B5EF4-FFF2-40B4-BE49-F238E27FC236}">
                      <a16:creationId xmlns:a16="http://schemas.microsoft.com/office/drawing/2014/main" id="{CFD7B0F1-6021-5D68-851A-183A3606E5C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6">
                  <a:extLst>
                    <a:ext uri="{FF2B5EF4-FFF2-40B4-BE49-F238E27FC236}">
                      <a16:creationId xmlns:a16="http://schemas.microsoft.com/office/drawing/2014/main" id="{E63766C1-D1F5-CD70-020F-548E199476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Line 89">
                  <a:extLst>
                    <a:ext uri="{FF2B5EF4-FFF2-40B4-BE49-F238E27FC236}">
                      <a16:creationId xmlns:a16="http://schemas.microsoft.com/office/drawing/2014/main" id="{9A7C8B71-FD3E-CF93-F909-DC78EB1BFE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2A83BBBA-0866-8DA7-4C6B-39E5341383F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10" name="Freeform 64">
                <a:extLst>
                  <a:ext uri="{FF2B5EF4-FFF2-40B4-BE49-F238E27FC236}">
                    <a16:creationId xmlns:a16="http://schemas.microsoft.com/office/drawing/2014/main" id="{55F21049-C8CB-1413-A3F0-41A22AF2A7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81">
                <a:extLst>
                  <a:ext uri="{FF2B5EF4-FFF2-40B4-BE49-F238E27FC236}">
                    <a16:creationId xmlns:a16="http://schemas.microsoft.com/office/drawing/2014/main" id="{173F64F1-9A9D-BC7E-B0A0-971F0F0F14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1">
                <a:extLst>
                  <a:ext uri="{FF2B5EF4-FFF2-40B4-BE49-F238E27FC236}">
                    <a16:creationId xmlns:a16="http://schemas.microsoft.com/office/drawing/2014/main" id="{B25A2E7D-3D32-4BB9-A01F-1F77476D5EA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78">
                <a:extLst>
                  <a:ext uri="{FF2B5EF4-FFF2-40B4-BE49-F238E27FC236}">
                    <a16:creationId xmlns:a16="http://schemas.microsoft.com/office/drawing/2014/main" id="{BD1373BC-8861-74A9-F90B-6D147FAB44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4">
                <a:extLst>
                  <a:ext uri="{FF2B5EF4-FFF2-40B4-BE49-F238E27FC236}">
                    <a16:creationId xmlns:a16="http://schemas.microsoft.com/office/drawing/2014/main" id="{1D0F6C7E-8186-9BA9-C089-F165E186A2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87">
                <a:extLst>
                  <a:ext uri="{FF2B5EF4-FFF2-40B4-BE49-F238E27FC236}">
                    <a16:creationId xmlns:a16="http://schemas.microsoft.com/office/drawing/2014/main" id="{359F8A83-D46B-F8FF-DC7C-3C04DCA8FF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0">
                <a:extLst>
                  <a:ext uri="{FF2B5EF4-FFF2-40B4-BE49-F238E27FC236}">
                    <a16:creationId xmlns:a16="http://schemas.microsoft.com/office/drawing/2014/main" id="{BFC83E63-6FC3-C31E-98CE-21843812F0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59">
                <a:extLst>
                  <a:ext uri="{FF2B5EF4-FFF2-40B4-BE49-F238E27FC236}">
                    <a16:creationId xmlns:a16="http://schemas.microsoft.com/office/drawing/2014/main" id="{302ABA44-3B57-F469-6C04-F66BDA7AE5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2">
                <a:extLst>
                  <a:ext uri="{FF2B5EF4-FFF2-40B4-BE49-F238E27FC236}">
                    <a16:creationId xmlns:a16="http://schemas.microsoft.com/office/drawing/2014/main" id="{7AEBB6FD-54FE-C7DA-9A26-50A06339E4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65">
                <a:extLst>
                  <a:ext uri="{FF2B5EF4-FFF2-40B4-BE49-F238E27FC236}">
                    <a16:creationId xmlns:a16="http://schemas.microsoft.com/office/drawing/2014/main" id="{5E33358E-58C6-D35A-1278-C81907C997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79">
                <a:extLst>
                  <a:ext uri="{FF2B5EF4-FFF2-40B4-BE49-F238E27FC236}">
                    <a16:creationId xmlns:a16="http://schemas.microsoft.com/office/drawing/2014/main" id="{03A5740E-D7E5-68C0-948E-9724E0ACF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2">
                <a:extLst>
                  <a:ext uri="{FF2B5EF4-FFF2-40B4-BE49-F238E27FC236}">
                    <a16:creationId xmlns:a16="http://schemas.microsoft.com/office/drawing/2014/main" id="{8AB4DD54-E3B5-6D41-1243-6F2D21CD99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5">
                <a:extLst>
                  <a:ext uri="{FF2B5EF4-FFF2-40B4-BE49-F238E27FC236}">
                    <a16:creationId xmlns:a16="http://schemas.microsoft.com/office/drawing/2014/main" id="{2A94B732-4A98-2F5C-F80B-6BBDB47064F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88">
                <a:extLst>
                  <a:ext uri="{FF2B5EF4-FFF2-40B4-BE49-F238E27FC236}">
                    <a16:creationId xmlns:a16="http://schemas.microsoft.com/office/drawing/2014/main" id="{DF1D8441-3705-CC80-FE5F-2A09989AA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4" name="Group 23">
                <a:extLst>
                  <a:ext uri="{FF2B5EF4-FFF2-40B4-BE49-F238E27FC236}">
                    <a16:creationId xmlns:a16="http://schemas.microsoft.com/office/drawing/2014/main" id="{8F71A31A-59B3-9162-371C-C01A729D0C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5" name="Line 63">
                  <a:extLst>
                    <a:ext uri="{FF2B5EF4-FFF2-40B4-BE49-F238E27FC236}">
                      <a16:creationId xmlns:a16="http://schemas.microsoft.com/office/drawing/2014/main" id="{7CCBE56E-A31B-4C75-DC85-F53147C4D0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6">
                  <a:extLst>
                    <a:ext uri="{FF2B5EF4-FFF2-40B4-BE49-F238E27FC236}">
                      <a16:creationId xmlns:a16="http://schemas.microsoft.com/office/drawing/2014/main" id="{296ACE92-E4E8-3DA8-53B5-B4C1E3A8D2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67">
                  <a:extLst>
                    <a:ext uri="{FF2B5EF4-FFF2-40B4-BE49-F238E27FC236}">
                      <a16:creationId xmlns:a16="http://schemas.microsoft.com/office/drawing/2014/main" id="{7B0613D4-F0E5-89E7-9C18-8CFA239DF1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0">
                  <a:extLst>
                    <a:ext uri="{FF2B5EF4-FFF2-40B4-BE49-F238E27FC236}">
                      <a16:creationId xmlns:a16="http://schemas.microsoft.com/office/drawing/2014/main" id="{E622BCC5-94CF-3347-DA0D-7358D5BAEC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3">
                  <a:extLst>
                    <a:ext uri="{FF2B5EF4-FFF2-40B4-BE49-F238E27FC236}">
                      <a16:creationId xmlns:a16="http://schemas.microsoft.com/office/drawing/2014/main" id="{7A92BD29-9001-7192-3FC5-2BD68F7AF26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6">
                  <a:extLst>
                    <a:ext uri="{FF2B5EF4-FFF2-40B4-BE49-F238E27FC236}">
                      <a16:creationId xmlns:a16="http://schemas.microsoft.com/office/drawing/2014/main" id="{538F5771-4928-1E01-FE11-700BA53138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Line 89">
                  <a:extLst>
                    <a:ext uri="{FF2B5EF4-FFF2-40B4-BE49-F238E27FC236}">
                      <a16:creationId xmlns:a16="http://schemas.microsoft.com/office/drawing/2014/main" id="{7DCEABB5-FF34-2744-FB43-A0CE5EE8EB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54" name="Content Placeholder 53">
            <a:extLst>
              <a:ext uri="{FF2B5EF4-FFF2-40B4-BE49-F238E27FC236}">
                <a16:creationId xmlns:a16="http://schemas.microsoft.com/office/drawing/2014/main" id="{8FCCC77F-6C47-D9CF-D034-6C88D17987B1}"/>
              </a:ext>
            </a:extLst>
          </p:cNvPr>
          <p:cNvSpPr>
            <a:spLocks noGrp="1"/>
          </p:cNvSpPr>
          <p:nvPr>
            <p:ph sz="quarter" idx="16" hasCustomPrompt="1"/>
          </p:nvPr>
        </p:nvSpPr>
        <p:spPr>
          <a:xfrm>
            <a:off x="595313" y="660400"/>
            <a:ext cx="7821612" cy="4119563"/>
          </a:xfrm>
        </p:spPr>
        <p:txBody>
          <a:bodyPr anchor="b"/>
          <a:lstStyle>
            <a:lvl1pPr>
              <a:defRPr sz="23200">
                <a:solidFill>
                  <a:schemeClr val="tx1">
                    <a:lumMod val="75000"/>
                    <a:lumOff val="2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7953518" y="6343955"/>
            <a:ext cx="429207" cy="365125"/>
          </a:xfrm>
          <a:prstGeom prst="rect">
            <a:avLst/>
          </a:prstGeom>
        </p:spPr>
        <p:txBody>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62" name="Title 61">
            <a:extLst>
              <a:ext uri="{FF2B5EF4-FFF2-40B4-BE49-F238E27FC236}">
                <a16:creationId xmlns:a16="http://schemas.microsoft.com/office/drawing/2014/main" id="{AB82C1FD-F89F-A137-0472-2D6FEB286781}"/>
              </a:ext>
            </a:extLst>
          </p:cNvPr>
          <p:cNvSpPr>
            <a:spLocks noGrp="1"/>
          </p:cNvSpPr>
          <p:nvPr>
            <p:ph type="title"/>
          </p:nvPr>
        </p:nvSpPr>
        <p:spPr>
          <a:xfrm>
            <a:off x="612648" y="4900730"/>
            <a:ext cx="7786687" cy="1097839"/>
          </a:xfrm>
        </p:spPr>
        <p:txBody>
          <a:bodyPr anchor="t"/>
          <a:lstStyle>
            <a:lvl1pPr>
              <a:lnSpc>
                <a:spcPct val="100000"/>
              </a:lnSpc>
              <a:defRPr sz="1800">
                <a:solidFill>
                  <a:schemeClr val="tx1">
                    <a:lumMod val="75000"/>
                    <a:lumOff val="25000"/>
                  </a:schemeClr>
                </a:solidFill>
                <a:latin typeface="+mn-lt"/>
              </a:defRPr>
            </a:lvl1pPr>
          </a:lstStyle>
          <a:p>
            <a:r>
              <a:rPr lang="en-US"/>
              <a:t>Click to edit Master title style</a:t>
            </a:r>
          </a:p>
        </p:txBody>
      </p:sp>
    </p:spTree>
    <p:extLst>
      <p:ext uri="{BB962C8B-B14F-4D97-AF65-F5344CB8AC3E}">
        <p14:creationId xmlns:p14="http://schemas.microsoft.com/office/powerpoint/2010/main" val="36553323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77752CF-4BA1-3C90-9F5C-CDB8AA18E744}"/>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99E24818-6F19-BE8F-6603-A7DA9C66BC86}"/>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F057B91-4F38-726D-D0A5-CAFBB0F15B2E}"/>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FF13D6C9-742D-8DE0-0722-3F9455E0A479}"/>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DD4B8E7C-D15D-34D3-2F19-CE7E119866E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531A04BA-1034-8C2D-7B4F-FFE2FEEBF2C1}"/>
              </a:ext>
            </a:extLst>
          </p:cNvPr>
          <p:cNvGrpSpPr/>
          <p:nvPr/>
        </p:nvGrpSpPr>
        <p:grpSpPr>
          <a:xfrm>
            <a:off x="1079500" y="649304"/>
            <a:ext cx="698051" cy="1372591"/>
            <a:chOff x="1079500" y="649304"/>
            <a:chExt cx="698051" cy="1372591"/>
          </a:xfrm>
        </p:grpSpPr>
        <p:sp>
          <p:nvSpPr>
            <p:cNvPr id="13" name="Oval 12">
              <a:extLst>
                <a:ext uri="{FF2B5EF4-FFF2-40B4-BE49-F238E27FC236}">
                  <a16:creationId xmlns:a16="http://schemas.microsoft.com/office/drawing/2014/main" id="{D7573B03-A5C8-6F68-19F8-A605A3FFFA0A}"/>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4" name="Group 13">
              <a:extLst>
                <a:ext uri="{FF2B5EF4-FFF2-40B4-BE49-F238E27FC236}">
                  <a16:creationId xmlns:a16="http://schemas.microsoft.com/office/drawing/2014/main" id="{099CAF66-0082-3FFF-4237-037ECC53BBE7}"/>
                </a:ext>
              </a:extLst>
            </p:cNvPr>
            <p:cNvGrpSpPr/>
            <p:nvPr/>
          </p:nvGrpSpPr>
          <p:grpSpPr>
            <a:xfrm rot="10800000">
              <a:off x="1079500" y="952167"/>
              <a:ext cx="641184" cy="1069728"/>
              <a:chOff x="6484111" y="2967038"/>
              <a:chExt cx="641184" cy="1069728"/>
            </a:xfrm>
          </p:grpSpPr>
          <p:grpSp>
            <p:nvGrpSpPr>
              <p:cNvPr id="15" name="Group 14">
                <a:extLst>
                  <a:ext uri="{FF2B5EF4-FFF2-40B4-BE49-F238E27FC236}">
                    <a16:creationId xmlns:a16="http://schemas.microsoft.com/office/drawing/2014/main" id="{EC8C6674-8594-E6D0-B843-E6B1BC872E42}"/>
                  </a:ext>
                </a:extLst>
              </p:cNvPr>
              <p:cNvGrpSpPr/>
              <p:nvPr/>
            </p:nvGrpSpPr>
            <p:grpSpPr>
              <a:xfrm>
                <a:off x="6808136" y="2967038"/>
                <a:ext cx="317159" cy="932400"/>
                <a:chOff x="6808136" y="2967038"/>
                <a:chExt cx="317159" cy="932400"/>
              </a:xfrm>
            </p:grpSpPr>
            <p:sp>
              <p:nvSpPr>
                <p:cNvPr id="20" name="Freeform 68">
                  <a:extLst>
                    <a:ext uri="{FF2B5EF4-FFF2-40B4-BE49-F238E27FC236}">
                      <a16:creationId xmlns:a16="http://schemas.microsoft.com/office/drawing/2014/main" id="{A4B74803-AB06-F0B5-CAF3-164628FA3D6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472E58AB-3D73-FE3B-8E9C-C0905E195A9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Line 70">
                  <a:extLst>
                    <a:ext uri="{FF2B5EF4-FFF2-40B4-BE49-F238E27FC236}">
                      <a16:creationId xmlns:a16="http://schemas.microsoft.com/office/drawing/2014/main" id="{8F097B18-FA06-126F-3A35-26C99428075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6" name="Group 15">
                <a:extLst>
                  <a:ext uri="{FF2B5EF4-FFF2-40B4-BE49-F238E27FC236}">
                    <a16:creationId xmlns:a16="http://schemas.microsoft.com/office/drawing/2014/main" id="{8BC258A3-BB98-9C50-05A6-F4E1338502D3}"/>
                  </a:ext>
                </a:extLst>
              </p:cNvPr>
              <p:cNvGrpSpPr/>
              <p:nvPr/>
            </p:nvGrpSpPr>
            <p:grpSpPr>
              <a:xfrm rot="18900000" flipH="1">
                <a:off x="6484111" y="3104366"/>
                <a:ext cx="317159" cy="932400"/>
                <a:chOff x="6808136" y="2967038"/>
                <a:chExt cx="317159" cy="932400"/>
              </a:xfrm>
            </p:grpSpPr>
            <p:sp>
              <p:nvSpPr>
                <p:cNvPr id="17" name="Freeform 68">
                  <a:extLst>
                    <a:ext uri="{FF2B5EF4-FFF2-40B4-BE49-F238E27FC236}">
                      <a16:creationId xmlns:a16="http://schemas.microsoft.com/office/drawing/2014/main" id="{276FDCAB-5D59-FEE2-A415-A5948BAEC4DC}"/>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E3DF5097-6886-8ADE-885A-24C0B21C7D42}"/>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5D3400C4-73B6-95B3-1831-80DC32487EEE}"/>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5" name="Title 1">
            <a:extLst>
              <a:ext uri="{FF2B5EF4-FFF2-40B4-BE49-F238E27FC236}">
                <a16:creationId xmlns:a16="http://schemas.microsoft.com/office/drawing/2014/main" id="{D49EFEB0-E2EA-5928-A8E0-4E3586048C61}"/>
              </a:ext>
            </a:extLst>
          </p:cNvPr>
          <p:cNvSpPr>
            <a:spLocks noGrp="1"/>
          </p:cNvSpPr>
          <p:nvPr>
            <p:ph type="title"/>
          </p:nvPr>
        </p:nvSpPr>
        <p:spPr>
          <a:xfrm>
            <a:off x="2208895" y="4893732"/>
            <a:ext cx="7774211" cy="1097280"/>
          </a:xfrm>
          <a:prstGeom prst="rect">
            <a:avLst/>
          </a:prstGeom>
        </p:spPr>
        <p:txBody>
          <a:bodyPr anchor="t">
            <a:noAutofit/>
          </a:bodyPr>
          <a:lstStyle>
            <a:lvl1pPr algn="ctr">
              <a:lnSpc>
                <a:spcPct val="110000"/>
              </a:lnSpc>
              <a:defRPr sz="1800" b="0" i="0">
                <a:solidFill>
                  <a:schemeClr val="tx1">
                    <a:lumMod val="65000"/>
                    <a:lumOff val="35000"/>
                  </a:schemeClr>
                </a:solidFill>
                <a:latin typeface="+mn-lt"/>
              </a:defRPr>
            </a:lvl1pPr>
          </a:lstStyle>
          <a:p>
            <a:r>
              <a:rPr lang="en-US" dirty="0"/>
              <a:t>Click to edit Master title style</a:t>
            </a:r>
          </a:p>
        </p:txBody>
      </p:sp>
      <p:sp>
        <p:nvSpPr>
          <p:cNvPr id="26" name="Content Placeholder 6">
            <a:extLst>
              <a:ext uri="{FF2B5EF4-FFF2-40B4-BE49-F238E27FC236}">
                <a16:creationId xmlns:a16="http://schemas.microsoft.com/office/drawing/2014/main" id="{0152DD09-AB61-4F4C-9E1A-13373B0C0F6A}"/>
              </a:ext>
            </a:extLst>
          </p:cNvPr>
          <p:cNvSpPr>
            <a:spLocks noGrp="1"/>
          </p:cNvSpPr>
          <p:nvPr>
            <p:ph sz="quarter" idx="13" hasCustomPrompt="1"/>
          </p:nvPr>
        </p:nvSpPr>
        <p:spPr>
          <a:xfrm>
            <a:off x="2208895" y="685801"/>
            <a:ext cx="7774211" cy="4082056"/>
          </a:xfrm>
        </p:spPr>
        <p:txBody>
          <a:bodyPr anchor="b">
            <a:noAutofit/>
          </a:bodyPr>
          <a:lstStyle>
            <a:lvl1pPr marL="0" indent="0" algn="ctr">
              <a:lnSpc>
                <a:spcPct val="90000"/>
              </a:lnSpc>
              <a:buNone/>
              <a:defRPr sz="23000" b="0">
                <a:solidFill>
                  <a:schemeClr val="tx1">
                    <a:lumMod val="75000"/>
                    <a:lumOff val="25000"/>
                  </a:schemeClr>
                </a:solidFill>
                <a:latin typeface="+mj-lt"/>
                <a:ea typeface="Batang" panose="02030600000101010101" pitchFamily="18" charset="-127"/>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46644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2"/>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948CB83-964B-888F-78FF-AACD6099F73A}"/>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70C17E4C-DCC6-2046-B2E1-D1E0332600F0}"/>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9C58AF8-D1AE-E262-2941-EECB2D418E11}"/>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2F5AE8CC-0485-3842-29F8-DB900BDA6A6B}"/>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79EAF4E3-F1D3-E6D6-FE15-A6142C1ED9AE}"/>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952" cy="914400"/>
          </a:xfrm>
          <a:prstGeom prst="rect">
            <a:avLst/>
          </a:prstGeom>
        </p:spPr>
        <p:txBody>
          <a:bodyPr>
            <a:noAutofit/>
          </a:bodyPr>
          <a:lstStyle>
            <a:lvl1pPr>
              <a:defRPr>
                <a:solidFill>
                  <a:schemeClr val="bg1">
                    <a:lumMod val="75000"/>
                    <a:lumOff val="25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9144000" cy="5486399"/>
          </a:xfrm>
        </p:spPr>
        <p:txBody>
          <a:bodyPr anchor="t">
            <a:noAutofit/>
          </a:bodyPr>
          <a:lstStyle>
            <a:lvl1pPr marL="0" indent="0">
              <a:lnSpc>
                <a:spcPct val="90000"/>
              </a:lnSpc>
              <a:buNone/>
              <a:defRPr sz="5000" b="0" cap="all" baseline="0">
                <a:solidFill>
                  <a:schemeClr val="bg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bg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bg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bg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bg1">
                    <a:lumMod val="75000"/>
                    <a:lumOff val="25000"/>
                  </a:schemeClr>
                </a:solidFill>
                <a:latin typeface="+mj-lt"/>
                <a:ea typeface="Batang" panose="02030600000101010101" pitchFamily="18" charset="-127"/>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2719884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bg2"/>
        </a:solidFill>
        <a:effectLst/>
      </p:bgPr>
    </p:bg>
    <p:spTree>
      <p:nvGrpSpPr>
        <p:cNvPr id="1" name=""/>
        <p:cNvGrpSpPr/>
        <p:nvPr/>
      </p:nvGrpSpPr>
      <p:grpSpPr>
        <a:xfrm>
          <a:off x="0" y="0"/>
          <a:ext cx="0" cy="0"/>
          <a:chOff x="0" y="0"/>
          <a:chExt cx="0" cy="0"/>
        </a:xfrm>
      </p:grpSpPr>
      <p:grpSp>
        <p:nvGrpSpPr>
          <p:cNvPr id="101" name="Group 100">
            <a:extLst>
              <a:ext uri="{FF2B5EF4-FFF2-40B4-BE49-F238E27FC236}">
                <a16:creationId xmlns:a16="http://schemas.microsoft.com/office/drawing/2014/main" id="{E21DD9B6-52E0-7169-7976-70CDEAC828D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102" name="Group 101">
              <a:extLst>
                <a:ext uri="{FF2B5EF4-FFF2-40B4-BE49-F238E27FC236}">
                  <a16:creationId xmlns:a16="http://schemas.microsoft.com/office/drawing/2014/main" id="{B03227F6-7039-B94F-5997-1E17787AFC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06" name="Straight Connector 105">
                <a:extLst>
                  <a:ext uri="{FF2B5EF4-FFF2-40B4-BE49-F238E27FC236}">
                    <a16:creationId xmlns:a16="http://schemas.microsoft.com/office/drawing/2014/main" id="{558E3E8E-104E-EA41-08BF-5E318159E5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75B027AC-13FC-39C1-D473-0A3B1455E03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8" name="Rectangle 30">
                <a:extLst>
                  <a:ext uri="{FF2B5EF4-FFF2-40B4-BE49-F238E27FC236}">
                    <a16:creationId xmlns:a16="http://schemas.microsoft.com/office/drawing/2014/main" id="{B71D1F97-BF2F-7148-AB61-48B42BC257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30">
                <a:extLst>
                  <a:ext uri="{FF2B5EF4-FFF2-40B4-BE49-F238E27FC236}">
                    <a16:creationId xmlns:a16="http://schemas.microsoft.com/office/drawing/2014/main" id="{85AF10AC-3AF6-1059-BD35-B708FF8A83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a:extLst>
                <a:ext uri="{FF2B5EF4-FFF2-40B4-BE49-F238E27FC236}">
                  <a16:creationId xmlns:a16="http://schemas.microsoft.com/office/drawing/2014/main" id="{13FE67EB-BA30-8EDC-4BF6-4558CC75E4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4" name="Freeform: Shape 141">
                <a:extLst>
                  <a:ext uri="{FF2B5EF4-FFF2-40B4-BE49-F238E27FC236}">
                    <a16:creationId xmlns:a16="http://schemas.microsoft.com/office/drawing/2014/main" id="{D710C972-B401-AED7-77AF-04633FE1C9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05" name="Freeform: Shape 142">
                <a:extLst>
                  <a:ext uri="{FF2B5EF4-FFF2-40B4-BE49-F238E27FC236}">
                    <a16:creationId xmlns:a16="http://schemas.microsoft.com/office/drawing/2014/main" id="{0E8234D7-B4D9-A716-9C7B-C53935A5AD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8226552" cy="914400"/>
          </a:xfrm>
          <a:prstGeom prst="rect">
            <a:avLst/>
          </a:prstGeom>
        </p:spPr>
        <p:txBody>
          <a:bodyPr>
            <a:noAutofit/>
          </a:bodyPr>
          <a:lstStyle>
            <a:lvl1pPr>
              <a:defRPr>
                <a:solidFill>
                  <a:schemeClr val="tx1">
                    <a:lumMod val="75000"/>
                    <a:lumOff val="25000"/>
                  </a:schemeClr>
                </a:solidFill>
                <a:latin typeface="+mj-lt"/>
              </a:defRPr>
            </a:lvl1pPr>
          </a:lstStyle>
          <a:p>
            <a:r>
              <a:rPr lang="en-US" dirty="0"/>
              <a:t>Click to edit Master title style</a:t>
            </a:r>
          </a:p>
        </p:txBody>
      </p:sp>
      <p:sp>
        <p:nvSpPr>
          <p:cNvPr id="6" name="Content Placeholder 6">
            <a:extLst>
              <a:ext uri="{FF2B5EF4-FFF2-40B4-BE49-F238E27FC236}">
                <a16:creationId xmlns:a16="http://schemas.microsoft.com/office/drawing/2014/main" id="{FC17A020-D6A3-77F7-85C7-53BE80D9026D}"/>
              </a:ext>
            </a:extLst>
          </p:cNvPr>
          <p:cNvSpPr>
            <a:spLocks noGrp="1"/>
          </p:cNvSpPr>
          <p:nvPr>
            <p:ph sz="quarter" idx="13" hasCustomPrompt="1"/>
          </p:nvPr>
        </p:nvSpPr>
        <p:spPr>
          <a:xfrm>
            <a:off x="609600" y="685800"/>
            <a:ext cx="8229600" cy="5486399"/>
          </a:xfrm>
        </p:spPr>
        <p:txBody>
          <a:bodyPr anchor="ctr">
            <a:noAutofit/>
          </a:bodyPr>
          <a:lstStyle>
            <a:lvl1pPr marL="0" indent="0">
              <a:lnSpc>
                <a:spcPct val="90000"/>
              </a:lnSpc>
              <a:buNone/>
              <a:defRPr sz="5000" b="0" cap="all" baseline="0">
                <a:solidFill>
                  <a:schemeClr val="tx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tx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tx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tx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tx1">
                    <a:lumMod val="75000"/>
                    <a:lumOff val="25000"/>
                  </a:schemeClr>
                </a:solidFill>
                <a:latin typeface="+mj-lt"/>
                <a:ea typeface="Batang" panose="02030600000101010101" pitchFamily="18" charset="-127"/>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751178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62BAAD8-5E23-403F-8F97-DCFB134B81A8}"/>
              </a:ext>
            </a:extLst>
          </p:cNvPr>
          <p:cNvGrpSpPr/>
          <p:nvPr/>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78DB782-5204-DE67-F9A0-4A906680A49F}"/>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9" name="Group 8">
              <a:extLst>
                <a:ext uri="{FF2B5EF4-FFF2-40B4-BE49-F238E27FC236}">
                  <a16:creationId xmlns:a16="http://schemas.microsoft.com/office/drawing/2014/main" id="{9E76D249-95D9-CBEC-64CA-3FDC7A1CE75D}"/>
                </a:ext>
              </a:extLst>
            </p:cNvPr>
            <p:cNvGrpSpPr/>
            <p:nvPr/>
          </p:nvGrpSpPr>
          <p:grpSpPr>
            <a:xfrm rot="10800000">
              <a:off x="1079500" y="952167"/>
              <a:ext cx="641184" cy="1069728"/>
              <a:chOff x="6484111" y="2967038"/>
              <a:chExt cx="641184" cy="1069728"/>
            </a:xfrm>
          </p:grpSpPr>
          <p:grpSp>
            <p:nvGrpSpPr>
              <p:cNvPr id="10" name="Group 9">
                <a:extLst>
                  <a:ext uri="{FF2B5EF4-FFF2-40B4-BE49-F238E27FC236}">
                    <a16:creationId xmlns:a16="http://schemas.microsoft.com/office/drawing/2014/main" id="{D99002E3-B8F9-2383-6644-7A34CD978308}"/>
                  </a:ext>
                </a:extLst>
              </p:cNvPr>
              <p:cNvGrpSpPr/>
              <p:nvPr/>
            </p:nvGrpSpPr>
            <p:grpSpPr>
              <a:xfrm>
                <a:off x="6808136" y="2967038"/>
                <a:ext cx="317159" cy="932400"/>
                <a:chOff x="6808136" y="2967038"/>
                <a:chExt cx="317159" cy="932400"/>
              </a:xfrm>
            </p:grpSpPr>
            <p:sp>
              <p:nvSpPr>
                <p:cNvPr id="15" name="Freeform 68">
                  <a:extLst>
                    <a:ext uri="{FF2B5EF4-FFF2-40B4-BE49-F238E27FC236}">
                      <a16:creationId xmlns:a16="http://schemas.microsoft.com/office/drawing/2014/main" id="{2ECA2663-32CE-943D-6756-F1FBDD98A6DD}"/>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F1D89AC-FE53-59CC-9C9A-D5095FCF28F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97AE4A79-7C94-350A-D123-528B8EE9361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7156A5-D641-1556-B542-155C3BCD690B}"/>
                  </a:ext>
                </a:extLst>
              </p:cNvPr>
              <p:cNvGrpSpPr/>
              <p:nvPr/>
            </p:nvGrpSpPr>
            <p:grpSpPr>
              <a:xfrm rot="18900000" flipH="1">
                <a:off x="6484111" y="3104366"/>
                <a:ext cx="317159" cy="932400"/>
                <a:chOff x="6808136" y="2967038"/>
                <a:chExt cx="317159" cy="932400"/>
              </a:xfrm>
            </p:grpSpPr>
            <p:sp>
              <p:nvSpPr>
                <p:cNvPr id="12" name="Freeform 68">
                  <a:extLst>
                    <a:ext uri="{FF2B5EF4-FFF2-40B4-BE49-F238E27FC236}">
                      <a16:creationId xmlns:a16="http://schemas.microsoft.com/office/drawing/2014/main" id="{9DD821AB-1AFD-00AE-F5AC-072FA2831CC5}"/>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B44CFD51-7AA3-6464-ABAC-BCABA0E25597}"/>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3F6E13E8-6620-20F1-EFC9-DCAC2774FBC8}"/>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107" cy="914400"/>
          </a:xfrm>
          <a:prstGeom prst="rect">
            <a:avLst/>
          </a:prstGeom>
        </p:spPr>
        <p:txBody>
          <a:bodyPr>
            <a:noAutofit/>
          </a:bodyPr>
          <a:lstStyle/>
          <a:p>
            <a:r>
              <a:rPr lang="en-US"/>
              <a:t>Click to edit Master title style</a:t>
            </a:r>
          </a:p>
        </p:txBody>
      </p:sp>
      <p:sp>
        <p:nvSpPr>
          <p:cNvPr id="20" name="Content Placeholder 19">
            <a:extLst>
              <a:ext uri="{FF2B5EF4-FFF2-40B4-BE49-F238E27FC236}">
                <a16:creationId xmlns:a16="http://schemas.microsoft.com/office/drawing/2014/main" id="{9C628F80-5DEA-8C31-B904-3BC56FDFF696}"/>
              </a:ext>
            </a:extLst>
          </p:cNvPr>
          <p:cNvSpPr>
            <a:spLocks noGrp="1"/>
          </p:cNvSpPr>
          <p:nvPr>
            <p:ph sz="quarter" idx="14" hasCustomPrompt="1"/>
          </p:nvPr>
        </p:nvSpPr>
        <p:spPr>
          <a:xfrm>
            <a:off x="612775" y="650875"/>
            <a:ext cx="9139238" cy="5521325"/>
          </a:xfrm>
        </p:spPr>
        <p:txBody>
          <a:bodyPr anchor="b"/>
          <a:lstStyle>
            <a:lvl1pPr>
              <a:lnSpc>
                <a:spcPct val="90000"/>
              </a:lnSpc>
              <a:defRPr sz="5000" cap="all" baseline="0">
                <a:solidFill>
                  <a:schemeClr val="tx1">
                    <a:lumMod val="75000"/>
                    <a:lumOff val="25000"/>
                  </a:schemeClr>
                </a:solidFill>
                <a:latin typeface="+mj-lt"/>
              </a:defRPr>
            </a:lvl1pPr>
            <a:lvl2pPr>
              <a:lnSpc>
                <a:spcPct val="90000"/>
              </a:lnSpc>
              <a:defRPr sz="5000" cap="all" baseline="0">
                <a:solidFill>
                  <a:schemeClr val="tx1">
                    <a:lumMod val="75000"/>
                    <a:lumOff val="25000"/>
                  </a:schemeClr>
                </a:solidFill>
                <a:latin typeface="+mj-lt"/>
              </a:defRPr>
            </a:lvl2pPr>
            <a:lvl3pPr>
              <a:lnSpc>
                <a:spcPct val="90000"/>
              </a:lnSpc>
              <a:defRPr sz="5000" cap="all" baseline="0">
                <a:solidFill>
                  <a:schemeClr val="tx1">
                    <a:lumMod val="75000"/>
                    <a:lumOff val="25000"/>
                  </a:schemeClr>
                </a:solidFill>
                <a:latin typeface="+mj-lt"/>
              </a:defRPr>
            </a:lvl3pPr>
            <a:lvl4pPr>
              <a:lnSpc>
                <a:spcPct val="90000"/>
              </a:lnSpc>
              <a:defRPr sz="5000" cap="all" baseline="0">
                <a:solidFill>
                  <a:schemeClr val="tx1">
                    <a:lumMod val="75000"/>
                    <a:lumOff val="25000"/>
                  </a:schemeClr>
                </a:solidFill>
                <a:latin typeface="+mj-lt"/>
              </a:defRPr>
            </a:lvl4pPr>
            <a:lvl5pPr>
              <a:lnSpc>
                <a:spcPct val="90000"/>
              </a:lnSpc>
              <a:defRPr sz="5000" cap="all" baseline="0">
                <a:solidFill>
                  <a:schemeClr val="tx1">
                    <a:lumMod val="75000"/>
                    <a:lumOff val="25000"/>
                  </a:schemeClr>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1543796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30FA8BD-104F-B62D-9686-170237442A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8" name="Rectangle 7">
              <a:extLst>
                <a:ext uri="{FF2B5EF4-FFF2-40B4-BE49-F238E27FC236}">
                  <a16:creationId xmlns:a16="http://schemas.microsoft.com/office/drawing/2014/main" id="{68ED83C9-BFC9-A791-3662-CB404216CED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2AC42635-B2C5-71D2-D5BF-7BB171F5997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8DB8B70-A837-784C-BE01-7662C397EFB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5" name="Freeform 68">
                  <a:extLst>
                    <a:ext uri="{FF2B5EF4-FFF2-40B4-BE49-F238E27FC236}">
                      <a16:creationId xmlns:a16="http://schemas.microsoft.com/office/drawing/2014/main" id="{D944038A-4F94-C29A-5020-589829E2C3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A018A91-4BC0-5B20-4336-EE7FA90F21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4920CAFD-E512-4531-1169-ED481576AB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E3CA6F-C175-A73F-2E44-C039243F5AD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2" name="Freeform 68">
                  <a:extLst>
                    <a:ext uri="{FF2B5EF4-FFF2-40B4-BE49-F238E27FC236}">
                      <a16:creationId xmlns:a16="http://schemas.microsoft.com/office/drawing/2014/main" id="{2803DC2E-CE34-806E-D2CE-9F0121A4C3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A6A7E506-4934-4A00-8743-D201E56C20B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6D4C5F55-56C0-223F-9074-8C8EA50BA5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169920" y="4617355"/>
            <a:ext cx="5852160" cy="1545333"/>
          </a:xfrm>
          <a:prstGeom prst="rect">
            <a:avLst/>
          </a:prstGeom>
        </p:spPr>
        <p:txBody>
          <a:bodyPr anchor="ctr">
            <a:noAutofit/>
          </a:bodyPr>
          <a:lstStyle>
            <a:lvl1pPr algn="ctr">
              <a:lnSpc>
                <a:spcPct val="120000"/>
              </a:lnSpc>
              <a:defRPr sz="1800" b="0" i="0" spc="0">
                <a:solidFill>
                  <a:schemeClr val="tx1">
                    <a:lumMod val="65000"/>
                    <a:lumOff val="35000"/>
                  </a:schemeClr>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2925456"/>
          </a:xfrm>
        </p:spPr>
        <p:txBody>
          <a:bodyPr anchor="b">
            <a:noAutofit/>
          </a:bodyPr>
          <a:lstStyle>
            <a:lvl1pPr marL="164592" indent="-164592" algn="ctr">
              <a:lnSpc>
                <a:spcPct val="90000"/>
              </a:lnSpc>
              <a:spcBef>
                <a:spcPts val="0"/>
              </a:spcBef>
              <a:buNone/>
              <a:defRPr sz="4000" cap="all" baseline="0">
                <a:solidFill>
                  <a:schemeClr val="tx1">
                    <a:lumMod val="75000"/>
                    <a:lumOff val="25000"/>
                  </a:schemeClr>
                </a:solidFill>
                <a:latin typeface="+mj-lt"/>
                <a:ea typeface="Batang" panose="02030600000101010101" pitchFamily="18" charset="-127"/>
              </a:defRPr>
            </a:lvl1pPr>
          </a:lstStyle>
          <a:p>
            <a:pPr lvl="0"/>
            <a:r>
              <a:rPr lang="en-US" dirty="0"/>
              <a:t>Click to add Quote</a:t>
            </a:r>
          </a:p>
        </p:txBody>
      </p:sp>
      <p:cxnSp>
        <p:nvCxnSpPr>
          <p:cNvPr id="20" name="Straight Connector 19">
            <a:extLst>
              <a:ext uri="{FF2B5EF4-FFF2-40B4-BE49-F238E27FC236}">
                <a16:creationId xmlns:a16="http://schemas.microsoft.com/office/drawing/2014/main" id="{CDB58263-7B3B-44AD-A3FB-5F78690F9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365765"/>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224012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tx2"/>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A4D7B3C-E2E2-A99D-707D-4A29E0F78A04}"/>
              </a:ext>
            </a:extLst>
          </p:cNvPr>
          <p:cNvGrpSpPr/>
          <p:nvPr/>
        </p:nvGrpSpPr>
        <p:grpSpPr>
          <a:xfrm flipH="1">
            <a:off x="9740417" y="457964"/>
            <a:ext cx="2227875" cy="5970551"/>
            <a:chOff x="9740417" y="457964"/>
            <a:chExt cx="2227875" cy="5970551"/>
          </a:xfrm>
        </p:grpSpPr>
        <p:grpSp>
          <p:nvGrpSpPr>
            <p:cNvPr id="14" name="Group 13">
              <a:extLst>
                <a:ext uri="{FF2B5EF4-FFF2-40B4-BE49-F238E27FC236}">
                  <a16:creationId xmlns:a16="http://schemas.microsoft.com/office/drawing/2014/main" id="{039081ED-1E4D-835D-7830-219AA69ADBE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30" name="Group 29">
                <a:extLst>
                  <a:ext uri="{FF2B5EF4-FFF2-40B4-BE49-F238E27FC236}">
                    <a16:creationId xmlns:a16="http://schemas.microsoft.com/office/drawing/2014/main" id="{87482348-118F-172A-CEC2-0BE109082A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6" name="Group 35">
                  <a:extLst>
                    <a:ext uri="{FF2B5EF4-FFF2-40B4-BE49-F238E27FC236}">
                      <a16:creationId xmlns:a16="http://schemas.microsoft.com/office/drawing/2014/main" id="{E24D7200-718C-1F03-6154-C121CE065B0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40" name="Straight Connector 39">
                    <a:extLst>
                      <a:ext uri="{FF2B5EF4-FFF2-40B4-BE49-F238E27FC236}">
                        <a16:creationId xmlns:a16="http://schemas.microsoft.com/office/drawing/2014/main" id="{92B64D78-7934-3FE5-87D9-F3A7D5D6AD6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A497D00-6369-FB97-B6F8-5A6E5F82321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2" name="Rectangle 30">
                    <a:extLst>
                      <a:ext uri="{FF2B5EF4-FFF2-40B4-BE49-F238E27FC236}">
                        <a16:creationId xmlns:a16="http://schemas.microsoft.com/office/drawing/2014/main" id="{E7E05EA8-E3B5-A489-7929-069B330E97B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0">
                    <a:extLst>
                      <a:ext uri="{FF2B5EF4-FFF2-40B4-BE49-F238E27FC236}">
                        <a16:creationId xmlns:a16="http://schemas.microsoft.com/office/drawing/2014/main" id="{1B76326D-6549-36D1-8925-974843D03D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1F73DD90-9C8D-3260-09BF-779734AD5C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8" name="Freeform: Shape 57">
                    <a:extLst>
                      <a:ext uri="{FF2B5EF4-FFF2-40B4-BE49-F238E27FC236}">
                        <a16:creationId xmlns:a16="http://schemas.microsoft.com/office/drawing/2014/main" id="{507ED09C-B71C-F301-CEBB-E4EAA116F4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9" name="Freeform: Shape 58">
                    <a:extLst>
                      <a:ext uri="{FF2B5EF4-FFF2-40B4-BE49-F238E27FC236}">
                        <a16:creationId xmlns:a16="http://schemas.microsoft.com/office/drawing/2014/main" id="{D0C5B0BC-51DA-81B3-9A19-E6FFDEC1B35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31" name="Group 30">
                <a:extLst>
                  <a:ext uri="{FF2B5EF4-FFF2-40B4-BE49-F238E27FC236}">
                    <a16:creationId xmlns:a16="http://schemas.microsoft.com/office/drawing/2014/main" id="{1F07DBFE-AC52-8CE2-60C8-996345985A3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32" name="Group 31">
                  <a:extLst>
                    <a:ext uri="{FF2B5EF4-FFF2-40B4-BE49-F238E27FC236}">
                      <a16:creationId xmlns:a16="http://schemas.microsoft.com/office/drawing/2014/main" id="{440BB012-2594-ED3D-1998-F8EFE65C0B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34" name="Freeform 68">
                    <a:extLst>
                      <a:ext uri="{FF2B5EF4-FFF2-40B4-BE49-F238E27FC236}">
                        <a16:creationId xmlns:a16="http://schemas.microsoft.com/office/drawing/2014/main" id="{2DE4023E-BC6D-AEE3-5769-908F1479B5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9">
                    <a:extLst>
                      <a:ext uri="{FF2B5EF4-FFF2-40B4-BE49-F238E27FC236}">
                        <a16:creationId xmlns:a16="http://schemas.microsoft.com/office/drawing/2014/main" id="{4806FFCC-55BD-F38B-78DA-C107F8CF77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33" name="Line 70">
                  <a:extLst>
                    <a:ext uri="{FF2B5EF4-FFF2-40B4-BE49-F238E27FC236}">
                      <a16:creationId xmlns:a16="http://schemas.microsoft.com/office/drawing/2014/main" id="{09587BBE-7BD5-0A5E-5711-CE564167CC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5" name="Group 14">
              <a:extLst>
                <a:ext uri="{FF2B5EF4-FFF2-40B4-BE49-F238E27FC236}">
                  <a16:creationId xmlns:a16="http://schemas.microsoft.com/office/drawing/2014/main" id="{AF9AFC1F-1EB3-9F87-5CDF-AE004E08D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6" name="Group 15">
                <a:extLst>
                  <a:ext uri="{FF2B5EF4-FFF2-40B4-BE49-F238E27FC236}">
                    <a16:creationId xmlns:a16="http://schemas.microsoft.com/office/drawing/2014/main" id="{48F2309A-4B72-CD70-792D-23EAFFDE6F8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6627476C-BCF0-6A4D-02A4-526DFA603B5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9D5AF189-B5B9-C29D-8E3E-EC8702F3676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62D464E-7CBA-A8C2-96A1-F54CBF232F8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C9030B14-7F34-518E-7149-0A4306370A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DCB4D896-DA64-0F12-3CA5-6161AB90C82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FB57B90-2476-D0DF-2C8B-7611AD6C9F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41">
                    <a:extLst>
                      <a:ext uri="{FF2B5EF4-FFF2-40B4-BE49-F238E27FC236}">
                        <a16:creationId xmlns:a16="http://schemas.microsoft.com/office/drawing/2014/main" id="{7F897B26-F7D8-0C81-447C-6942C7C6D0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142">
                    <a:extLst>
                      <a:ext uri="{FF2B5EF4-FFF2-40B4-BE49-F238E27FC236}">
                        <a16:creationId xmlns:a16="http://schemas.microsoft.com/office/drawing/2014/main" id="{7BEC136A-9A82-57FB-E919-71BEDCF9DED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7924E014-70E2-35E1-4035-AFE4CB40E46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8" name="Group 17">
                  <a:extLst>
                    <a:ext uri="{FF2B5EF4-FFF2-40B4-BE49-F238E27FC236}">
                      <a16:creationId xmlns:a16="http://schemas.microsoft.com/office/drawing/2014/main" id="{D9F05B2C-AB75-E3C7-905F-DDFB7661C93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4B2D29E0-A432-9BF7-4563-DA72650266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9FB0CA3B-A554-C7C6-489F-00CE622B0EB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BE41ACB0-DD9C-5E88-F826-C4E99E1F03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0" name="Title 9">
            <a:extLst>
              <a:ext uri="{FF2B5EF4-FFF2-40B4-BE49-F238E27FC236}">
                <a16:creationId xmlns:a16="http://schemas.microsoft.com/office/drawing/2014/main" id="{318DE55C-A74B-5D17-1D99-57F2DD93F3BB}"/>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bg1">
                    <a:lumMod val="75000"/>
                    <a:lumOff val="25000"/>
                  </a:schemeClr>
                </a:solidFill>
                <a:latin typeface="+mn-lt"/>
              </a:defRPr>
            </a:lvl1pPr>
          </a:lstStyle>
          <a:p>
            <a:r>
              <a:rPr lang="en-US" dirty="0"/>
              <a:t>Quote Author</a:t>
            </a:r>
          </a:p>
        </p:txBody>
      </p:sp>
      <p:sp>
        <p:nvSpPr>
          <p:cNvPr id="9" name="Content Placeholder 8">
            <a:extLst>
              <a:ext uri="{FF2B5EF4-FFF2-40B4-BE49-F238E27FC236}">
                <a16:creationId xmlns:a16="http://schemas.microsoft.com/office/drawing/2014/main" id="{E1BDC543-8F6B-6FBD-5568-8A52A08A7430}"/>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bg1">
                    <a:lumMod val="75000"/>
                    <a:lumOff val="25000"/>
                  </a:schemeClr>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8409992"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256379703"/>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67AE449-03BC-35B0-AEC3-D45692970205}"/>
              </a:ext>
            </a:extLst>
          </p:cNvPr>
          <p:cNvGrpSpPr/>
          <p:nvPr userDrawn="1"/>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08CF3E6-E425-C72A-B625-CFCF163D32A5}"/>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20" name="Group 19">
              <a:extLst>
                <a:ext uri="{FF2B5EF4-FFF2-40B4-BE49-F238E27FC236}">
                  <a16:creationId xmlns:a16="http://schemas.microsoft.com/office/drawing/2014/main" id="{45CB0A9B-08FF-70E7-543A-C060A982F2CF}"/>
                </a:ext>
              </a:extLst>
            </p:cNvPr>
            <p:cNvGrpSpPr/>
            <p:nvPr/>
          </p:nvGrpSpPr>
          <p:grpSpPr>
            <a:xfrm rot="10800000">
              <a:off x="1079500" y="952167"/>
              <a:ext cx="641184" cy="1069728"/>
              <a:chOff x="6484111" y="2967038"/>
              <a:chExt cx="641184" cy="1069728"/>
            </a:xfrm>
          </p:grpSpPr>
          <p:grpSp>
            <p:nvGrpSpPr>
              <p:cNvPr id="21" name="Group 20">
                <a:extLst>
                  <a:ext uri="{FF2B5EF4-FFF2-40B4-BE49-F238E27FC236}">
                    <a16:creationId xmlns:a16="http://schemas.microsoft.com/office/drawing/2014/main" id="{145CACDA-2DE0-21D6-B8DB-F9BC62E49AF7}"/>
                  </a:ext>
                </a:extLst>
              </p:cNvPr>
              <p:cNvGrpSpPr/>
              <p:nvPr/>
            </p:nvGrpSpPr>
            <p:grpSpPr>
              <a:xfrm>
                <a:off x="6808136" y="2967038"/>
                <a:ext cx="317159" cy="932400"/>
                <a:chOff x="6808136" y="2967038"/>
                <a:chExt cx="317159" cy="932400"/>
              </a:xfrm>
            </p:grpSpPr>
            <p:sp>
              <p:nvSpPr>
                <p:cNvPr id="26" name="Freeform 68">
                  <a:extLst>
                    <a:ext uri="{FF2B5EF4-FFF2-40B4-BE49-F238E27FC236}">
                      <a16:creationId xmlns:a16="http://schemas.microsoft.com/office/drawing/2014/main" id="{11B46CF9-4D52-6D2F-6FEA-67C5FD728C54}"/>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69">
                  <a:extLst>
                    <a:ext uri="{FF2B5EF4-FFF2-40B4-BE49-F238E27FC236}">
                      <a16:creationId xmlns:a16="http://schemas.microsoft.com/office/drawing/2014/main" id="{E3F7DC37-85A3-8DBC-5517-FC5DDD800D2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Line 70">
                  <a:extLst>
                    <a:ext uri="{FF2B5EF4-FFF2-40B4-BE49-F238E27FC236}">
                      <a16:creationId xmlns:a16="http://schemas.microsoft.com/office/drawing/2014/main" id="{FE216884-0A7A-4FBD-E4AC-20BA199D8706}"/>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2" name="Group 21">
                <a:extLst>
                  <a:ext uri="{FF2B5EF4-FFF2-40B4-BE49-F238E27FC236}">
                    <a16:creationId xmlns:a16="http://schemas.microsoft.com/office/drawing/2014/main" id="{3930D45B-64C3-F88B-4F01-D0155582FAA1}"/>
                  </a:ext>
                </a:extLst>
              </p:cNvPr>
              <p:cNvGrpSpPr/>
              <p:nvPr/>
            </p:nvGrpSpPr>
            <p:grpSpPr>
              <a:xfrm rot="18900000" flipH="1">
                <a:off x="6484111" y="3104366"/>
                <a:ext cx="317159" cy="932400"/>
                <a:chOff x="6808136" y="2967038"/>
                <a:chExt cx="317159" cy="932400"/>
              </a:xfrm>
            </p:grpSpPr>
            <p:sp>
              <p:nvSpPr>
                <p:cNvPr id="23" name="Freeform 68">
                  <a:extLst>
                    <a:ext uri="{FF2B5EF4-FFF2-40B4-BE49-F238E27FC236}">
                      <a16:creationId xmlns:a16="http://schemas.microsoft.com/office/drawing/2014/main" id="{154D7DF8-2B62-B394-8B97-0C34D9539D31}"/>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302D7518-34D2-F390-F337-D7BFE83E8D7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68A249B2-F6A7-C4B8-ABD8-196C683EDA4D}"/>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1" name="Title 9">
            <a:extLst>
              <a:ext uri="{FF2B5EF4-FFF2-40B4-BE49-F238E27FC236}">
                <a16:creationId xmlns:a16="http://schemas.microsoft.com/office/drawing/2014/main" id="{5998F931-A369-4286-5D28-0D0CED7BC240}"/>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tx1">
                    <a:lumMod val="75000"/>
                    <a:lumOff val="25000"/>
                  </a:schemeClr>
                </a:solidFill>
                <a:latin typeface="+mn-lt"/>
              </a:defRPr>
            </a:lvl1pPr>
          </a:lstStyle>
          <a:p>
            <a:r>
              <a:rPr lang="en-US" dirty="0"/>
              <a:t>Quote Author</a:t>
            </a:r>
          </a:p>
        </p:txBody>
      </p:sp>
      <p:sp>
        <p:nvSpPr>
          <p:cNvPr id="8" name="Content Placeholder 8">
            <a:extLst>
              <a:ext uri="{FF2B5EF4-FFF2-40B4-BE49-F238E27FC236}">
                <a16:creationId xmlns:a16="http://schemas.microsoft.com/office/drawing/2014/main" id="{D3ED1498-0FE4-6EE1-2592-BE169CAAD957}"/>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tx1">
                    <a:lumMod val="75000"/>
                    <a:lumOff val="25000"/>
                  </a:schemeClr>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328994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1037"/>
            <a:ext cx="10963655" cy="919162"/>
          </a:xfrm>
          <a:prstGeom prst="rect">
            <a:avLst/>
          </a:prstGeom>
        </p:spPr>
        <p:txBody>
          <a:bodyPr anchor="b">
            <a:noAutofit/>
          </a:bodyPr>
          <a:lstStyle/>
          <a:p>
            <a:r>
              <a:rPr lang="en-US" dirty="0"/>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1065" y="1825625"/>
            <a:ext cx="5075237" cy="435133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6888996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13C3CA2-C6C0-82E2-7C81-4006F6A44BAF}"/>
              </a:ext>
            </a:extLst>
          </p:cNvPr>
          <p:cNvSpPr>
            <a:spLocks noGrp="1"/>
          </p:cNvSpPr>
          <p:nvPr>
            <p:ph type="title"/>
          </p:nvPr>
        </p:nvSpPr>
        <p:spPr>
          <a:xfrm>
            <a:off x="612647" y="676656"/>
            <a:ext cx="10963655" cy="919163"/>
          </a:xfrm>
          <a:prstGeom prst="rect">
            <a:avLst/>
          </a:prstGeom>
        </p:spPr>
        <p:txBody>
          <a:bodyPr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700" y="1685735"/>
            <a:ext cx="5074602"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64"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66511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903FFA5-BEAF-26BB-1ECD-2D735E8BD7DD}"/>
              </a:ext>
            </a:extLst>
          </p:cNvPr>
          <p:cNvSpPr>
            <a:spLocks noGrp="1"/>
          </p:cNvSpPr>
          <p:nvPr>
            <p:ph type="title"/>
          </p:nvPr>
        </p:nvSpPr>
        <p:spPr>
          <a:xfrm>
            <a:off x="612647" y="681036"/>
            <a:ext cx="10963655" cy="919163"/>
          </a:xfrm>
          <a:prstGeom prst="rect">
            <a:avLst/>
          </a:prstGeo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3601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8402291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C1B688C-63E7-2BFF-102C-4E3B1DCC94C7}"/>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375B801E-7C84-0C81-3226-862EED76EB2C}"/>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dirty="0"/>
              <a:t>Click to edit Master title style</a:t>
            </a:r>
          </a:p>
        </p:txBody>
      </p:sp>
      <p:sp>
        <p:nvSpPr>
          <p:cNvPr id="13" name="Text Placeholder 3">
            <a:extLst>
              <a:ext uri="{FF2B5EF4-FFF2-40B4-BE49-F238E27FC236}">
                <a16:creationId xmlns:a16="http://schemas.microsoft.com/office/drawing/2014/main" id="{6C0B5703-D4E0-53FF-A33C-315D4E49C99E}"/>
              </a:ext>
            </a:extLst>
          </p:cNvPr>
          <p:cNvSpPr>
            <a:spLocks noGrp="1"/>
          </p:cNvSpPr>
          <p:nvPr>
            <p:ph type="body" sz="half" idx="2"/>
          </p:nvPr>
        </p:nvSpPr>
        <p:spPr>
          <a:xfrm>
            <a:off x="612648" y="3046191"/>
            <a:ext cx="3654552" cy="3126009"/>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393366" cy="5486400"/>
          </a:xfrm>
        </p:spPr>
        <p:txBody>
          <a:bodyPr vert="horz" lIns="91440" tIns="45720" rIns="91440" bIns="45720" rtlCol="0" anchor="b">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958069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119A23E-A7C2-F4A1-F34A-78CDAAE39652}"/>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6E523965-95D5-2048-A337-42CF57714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81600" y="685800"/>
            <a:ext cx="6394703" cy="54864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046191"/>
            <a:ext cx="3654552" cy="3126009"/>
          </a:xfrm>
        </p:spPr>
        <p:txBody>
          <a:bodyPr anchor="t">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Picture Placeholder 13">
            <a:extLst>
              <a:ext uri="{FF2B5EF4-FFF2-40B4-BE49-F238E27FC236}">
                <a16:creationId xmlns:a16="http://schemas.microsoft.com/office/drawing/2014/main" id="{F5C634D1-455E-26F8-956F-445295F9C740}"/>
              </a:ext>
            </a:extLst>
          </p:cNvPr>
          <p:cNvSpPr>
            <a:spLocks noGrp="1"/>
          </p:cNvSpPr>
          <p:nvPr>
            <p:ph type="pic" sz="quarter" idx="15" hasCustomPrompt="1"/>
          </p:nvPr>
        </p:nvSpPr>
        <p:spPr>
          <a:xfrm>
            <a:off x="5457443" y="960120"/>
            <a:ext cx="5843016" cy="4937760"/>
          </a:xfrm>
          <a:blipFill>
            <a:blip r:embed="rId2">
              <a:alphaModFix amt="60000"/>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666360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2"/>
            <a:ext cx="9146080" cy="2250780"/>
          </a:xfrm>
          <a:prstGeom prst="rect">
            <a:avLst/>
          </a:prstGeom>
        </p:spPr>
        <p:txBody>
          <a:bodyPr anchor="b">
            <a:noAutofit/>
          </a:bodyPr>
          <a:lstStyle>
            <a:lvl1pPr>
              <a:defRPr sz="4000">
                <a:solidFill>
                  <a:schemeClr val="tx1">
                    <a:lumMod val="75000"/>
                    <a:lumOff val="25000"/>
                  </a:schemeClr>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9145953"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3" name="Straight Connector 2">
            <a:extLst>
              <a:ext uri="{FF2B5EF4-FFF2-40B4-BE49-F238E27FC236}">
                <a16:creationId xmlns:a16="http://schemas.microsoft.com/office/drawing/2014/main" id="{93A21DAF-0680-3109-32D1-F2152B86C712}"/>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1AC9AAAA-FF68-58B0-6AD3-81DAA78B9D79}"/>
              </a:ext>
            </a:extLst>
          </p:cNvPr>
          <p:cNvGrpSpPr/>
          <p:nvPr userDrawn="1"/>
        </p:nvGrpSpPr>
        <p:grpSpPr>
          <a:xfrm flipH="1">
            <a:off x="10414450" y="651327"/>
            <a:ext cx="698051" cy="1372591"/>
            <a:chOff x="1079500" y="649304"/>
            <a:chExt cx="698051" cy="1372591"/>
          </a:xfrm>
        </p:grpSpPr>
        <p:sp>
          <p:nvSpPr>
            <p:cNvPr id="9" name="Oval 8">
              <a:extLst>
                <a:ext uri="{FF2B5EF4-FFF2-40B4-BE49-F238E27FC236}">
                  <a16:creationId xmlns:a16="http://schemas.microsoft.com/office/drawing/2014/main" id="{59B2EA1E-B452-6BA4-E61C-1E0C336E7707}"/>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0" name="Group 9">
              <a:extLst>
                <a:ext uri="{FF2B5EF4-FFF2-40B4-BE49-F238E27FC236}">
                  <a16:creationId xmlns:a16="http://schemas.microsoft.com/office/drawing/2014/main" id="{0DDB7CD0-2D95-5BC6-ABC1-BC54BD6C4008}"/>
                </a:ext>
              </a:extLst>
            </p:cNvPr>
            <p:cNvGrpSpPr/>
            <p:nvPr/>
          </p:nvGrpSpPr>
          <p:grpSpPr>
            <a:xfrm rot="10800000">
              <a:off x="1079500" y="952167"/>
              <a:ext cx="641184" cy="1069728"/>
              <a:chOff x="6484111" y="2967038"/>
              <a:chExt cx="641184" cy="1069728"/>
            </a:xfrm>
          </p:grpSpPr>
          <p:grpSp>
            <p:nvGrpSpPr>
              <p:cNvPr id="11" name="Group 10">
                <a:extLst>
                  <a:ext uri="{FF2B5EF4-FFF2-40B4-BE49-F238E27FC236}">
                    <a16:creationId xmlns:a16="http://schemas.microsoft.com/office/drawing/2014/main" id="{23D6FAD6-E7B1-971D-C962-F317FFDDF1A3}"/>
                  </a:ext>
                </a:extLst>
              </p:cNvPr>
              <p:cNvGrpSpPr/>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FEFA5D29-9BA3-B2B0-658F-41E3FAAA39F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F580CDFE-3C7E-D23E-EAA5-DD38817443A3}"/>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Line 70">
                  <a:extLst>
                    <a:ext uri="{FF2B5EF4-FFF2-40B4-BE49-F238E27FC236}">
                      <a16:creationId xmlns:a16="http://schemas.microsoft.com/office/drawing/2014/main" id="{667E0D1B-7B9B-7A39-6166-7AFCC9386B1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EA8D3FD9-9675-FFF0-644E-B5C1A1ECE835}"/>
                  </a:ext>
                </a:extLst>
              </p:cNvPr>
              <p:cNvGrpSpPr/>
              <p:nvPr/>
            </p:nvGrpSpPr>
            <p:grpSpPr>
              <a:xfrm rot="18900000" flipH="1">
                <a:off x="6484111" y="3104366"/>
                <a:ext cx="317159" cy="932400"/>
                <a:chOff x="6808136" y="2967038"/>
                <a:chExt cx="317159" cy="932400"/>
              </a:xfrm>
            </p:grpSpPr>
            <p:sp>
              <p:nvSpPr>
                <p:cNvPr id="13" name="Freeform 68">
                  <a:extLst>
                    <a:ext uri="{FF2B5EF4-FFF2-40B4-BE49-F238E27FC236}">
                      <a16:creationId xmlns:a16="http://schemas.microsoft.com/office/drawing/2014/main" id="{82ABA779-0915-5846-DFC5-5E96B4A9723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75B608AC-7F9B-F6BF-06DF-231BBDA3AFE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2D2E2887-1666-122F-B8DA-A4C029AAA7A2}"/>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220569987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2898B5F-AB7B-74C1-BF81-2EBBA277CB0A}"/>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5AD13E4-C736-C4D0-3329-881CFA91CCF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9D7712BC-206D-B1BF-26E4-F924E900D1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B4DD0FA9-35AD-B9CB-6A43-73FB16AA4B5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B34DDA94-22F2-1094-2D3C-DBDC0C363AF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5A45A38-9585-93BE-7D81-140D05F385E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A3E11012-B90B-F52F-7684-926CA336E9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BE5AA1E3-A11C-0373-1D61-D0A9FE4617E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1D63B7A-DDB4-2C0B-1728-0D718F9E394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0E2BC7D-E4BD-1454-C098-E5EDE26963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B661F348-951D-D355-FE18-B5392C718B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58E45DB4-7A7F-E7F2-6CCB-5E6213440C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2D224138-06E2-E0AF-DE3A-E57A3358CB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1AC57F7-CE8B-F99B-0F9A-7BEE21F865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BCF0D402-7FE4-9FAC-4BC6-9DD325D1BC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05FDF64-168D-467A-6A78-2FA456716E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F8D64388-EE11-3AC7-CE32-5F667F63F5A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4A27A44E-F151-2A8C-9338-9747085C3E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20BD2E44-9A02-DE19-97AB-DCFC7164C97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942C6307-1DD8-4291-5F56-1C701B3F131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AF2483-2C50-41D9-2806-86B3EA8B52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493CF191-5DDA-8462-AE83-CA01EB942E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B16DA0CF-99DB-5B26-15CE-7A5C3FF5B5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969A3741-69D5-4A00-BE22-77B52FF20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CEB8C9BA-7217-3FF0-0000-F75245E697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2EBBFD8B-2D36-E329-EB66-AF3287A585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D06447F1-9BEC-3B87-BB32-191FA43AF03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9C5EF3DE-B07E-D485-E31C-3594D9BC207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D3AFEFF8-8B08-9A6A-2ABC-B7AC1E804B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11E6C5C-E6C0-1635-8A8E-18A6C9AC44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A3E77BF5-0B00-BE87-3AF1-AC7557C235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38" name="Title 1">
            <a:extLst>
              <a:ext uri="{FF2B5EF4-FFF2-40B4-BE49-F238E27FC236}">
                <a16:creationId xmlns:a16="http://schemas.microsoft.com/office/drawing/2014/main" id="{ABDBC601-EF17-43ED-E11A-47AF443F0459}"/>
              </a:ext>
            </a:extLst>
          </p:cNvPr>
          <p:cNvSpPr>
            <a:spLocks noGrp="1"/>
          </p:cNvSpPr>
          <p:nvPr>
            <p:ph type="title"/>
          </p:nvPr>
        </p:nvSpPr>
        <p:spPr>
          <a:xfrm>
            <a:off x="612648" y="685802"/>
            <a:ext cx="8226552" cy="2250780"/>
          </a:xfrm>
          <a:prstGeom prst="rect">
            <a:avLst/>
          </a:prstGeom>
        </p:spPr>
        <p:txBody>
          <a:bodyPr anchor="b">
            <a:noAutofit/>
          </a:bodyPr>
          <a:lstStyle>
            <a:lvl1pPr>
              <a:defRPr sz="4000">
                <a:solidFill>
                  <a:schemeClr val="tx1">
                    <a:lumMod val="75000"/>
                    <a:lumOff val="25000"/>
                  </a:schemeClr>
                </a:solidFill>
              </a:defRPr>
            </a:lvl1pPr>
          </a:lstStyle>
          <a:p>
            <a:r>
              <a:rPr lang="en-US" dirty="0"/>
              <a:t>Click to edit Master title style</a:t>
            </a:r>
          </a:p>
        </p:txBody>
      </p:sp>
      <p:sp>
        <p:nvSpPr>
          <p:cNvPr id="39" name="Content Placeholder 7">
            <a:extLst>
              <a:ext uri="{FF2B5EF4-FFF2-40B4-BE49-F238E27FC236}">
                <a16:creationId xmlns:a16="http://schemas.microsoft.com/office/drawing/2014/main" id="{0FA9591D-3E3F-856B-F084-D47E87FA27B8}"/>
              </a:ext>
            </a:extLst>
          </p:cNvPr>
          <p:cNvSpPr>
            <a:spLocks noGrp="1"/>
          </p:cNvSpPr>
          <p:nvPr>
            <p:ph sz="quarter" idx="13"/>
          </p:nvPr>
        </p:nvSpPr>
        <p:spPr>
          <a:xfrm>
            <a:off x="612775" y="3429000"/>
            <a:ext cx="8226437"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409993"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2" name="Straight Connector 1">
            <a:extLst>
              <a:ext uri="{FF2B5EF4-FFF2-40B4-BE49-F238E27FC236}">
                <a16:creationId xmlns:a16="http://schemas.microsoft.com/office/drawing/2014/main" id="{4456575F-43CC-E7A8-7305-3C73B4FC75BD}"/>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76246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800"/>
            <a:ext cx="10963655" cy="801222"/>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29786"/>
            <a:ext cx="10963656" cy="4542414"/>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343955"/>
            <a:ext cx="2202644" cy="365125"/>
          </a:xfrm>
          <a:prstGeom prst="rect">
            <a:avLst/>
          </a:prstGeom>
        </p:spPr>
        <p:txBody>
          <a:bodyPr vert="horz" lIns="91440" tIns="45720" rIns="91440" bIns="45720" rtlCol="0" anchor="ctr">
            <a:noAutofit/>
          </a:bodyPr>
          <a:lstStyle>
            <a:lvl1pPr algn="l" rtl="0">
              <a:defRPr sz="1000" b="0" i="0" cap="all" baseline="0">
                <a:solidFill>
                  <a:schemeClr val="tx1">
                    <a:lumMod val="65000"/>
                    <a:lumOff val="35000"/>
                  </a:schemeClr>
                </a:solidFill>
                <a:latin typeface="+mn-lt"/>
              </a:defRPr>
            </a:lvl1pPr>
          </a:lstStyle>
          <a:p>
            <a:r>
              <a:rPr lang="en-US"/>
              <a:t>20xx	</a:t>
            </a:r>
            <a:endParaRPr lang="en-US" dirty="0"/>
          </a:p>
        </p:txBody>
      </p:sp>
      <p:sp>
        <p:nvSpPr>
          <p:cNvPr id="7" name="Footer Placeholder 6">
            <a:extLst>
              <a:ext uri="{FF2B5EF4-FFF2-40B4-BE49-F238E27FC236}">
                <a16:creationId xmlns:a16="http://schemas.microsoft.com/office/drawing/2014/main" id="{2AF5E0EC-34DA-2393-A02C-AF21DBB18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rtl="0">
              <a:defRPr sz="1200" b="0" i="0" cap="all" spc="300" baseline="0">
                <a:solidFill>
                  <a:schemeClr val="tx1">
                    <a:lumMod val="65000"/>
                    <a:lumOff val="3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Autofit/>
          </a:bodyPr>
          <a:lstStyle>
            <a:lvl1pPr algn="r" rtl="0">
              <a:defRPr sz="1000" b="0" i="0" cap="all" baseline="0">
                <a:solidFill>
                  <a:schemeClr val="tx1">
                    <a:lumMod val="65000"/>
                    <a:lumOff val="35000"/>
                  </a:schemeClr>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17197501"/>
      </p:ext>
    </p:extLst>
  </p:cSld>
  <p:clrMap bg1="lt1" tx1="dk1" bg2="lt2" tx2="dk2" accent1="accent1" accent2="accent2" accent3="accent3" accent4="accent4" accent5="accent5" accent6="accent6" hlink="hlink" folHlink="folHlink"/>
  <p:sldLayoutIdLst>
    <p:sldLayoutId id="2147484168" r:id="rId1"/>
    <p:sldLayoutId id="2147484164" r:id="rId2"/>
    <p:sldLayoutId id="2147484169" r:id="rId3"/>
    <p:sldLayoutId id="2147484170" r:id="rId4"/>
    <p:sldLayoutId id="2147484163" r:id="rId5"/>
    <p:sldLayoutId id="2147484165" r:id="rId6"/>
    <p:sldLayoutId id="2147484166" r:id="rId7"/>
    <p:sldLayoutId id="2147484167" r:id="rId8"/>
    <p:sldLayoutId id="2147484171" r:id="rId9"/>
    <p:sldLayoutId id="2147484172" r:id="rId10"/>
    <p:sldLayoutId id="2147484173" r:id="rId11"/>
    <p:sldLayoutId id="2147484174" r:id="rId12"/>
    <p:sldLayoutId id="2147484175" r:id="rId13"/>
    <p:sldLayoutId id="2147484176" r:id="rId14"/>
    <p:sldLayoutId id="2147484177" r:id="rId15"/>
    <p:sldLayoutId id="2147484178" r:id="rId16"/>
    <p:sldLayoutId id="2147484179" r:id="rId17"/>
    <p:sldLayoutId id="2147484180" r:id="rId18"/>
    <p:sldLayoutId id="2147484181" r:id="rId19"/>
    <p:sldLayoutId id="2147484182" r:id="rId20"/>
    <p:sldLayoutId id="2147484183" r:id="rId21"/>
    <p:sldLayoutId id="2147484184" r:id="rId22"/>
    <p:sldLayoutId id="2147484185" r:id="rId23"/>
    <p:sldLayoutId id="2147484186" r:id="rId24"/>
    <p:sldLayoutId id="2147484187" r:id="rId25"/>
    <p:sldLayoutId id="2147484188" r:id="rId26"/>
    <p:sldLayoutId id="2147484189" r:id="rId27"/>
    <p:sldLayoutId id="2147484190" r:id="rId28"/>
    <p:sldLayoutId id="2147484191" r:id="rId29"/>
    <p:sldLayoutId id="2147484192" r:id="rId30"/>
    <p:sldLayoutId id="2147484193" r:id="rId31"/>
    <p:sldLayoutId id="2147484194" r:id="rId32"/>
    <p:sldLayoutId id="2147484195" r:id="rId33"/>
    <p:sldLayoutId id="2147484196" r:id="rId34"/>
    <p:sldLayoutId id="2147484197" r:id="rId35"/>
    <p:sldLayoutId id="2147484198" r:id="rId36"/>
    <p:sldLayoutId id="2147484199" r:id="rId37"/>
    <p:sldLayoutId id="2147484200" r:id="rId38"/>
    <p:sldLayoutId id="2147484201" r:id="rId39"/>
    <p:sldLayoutId id="2147484202" r:id="rId40"/>
    <p:sldLayoutId id="2147484203" r:id="rId41"/>
    <p:sldLayoutId id="2147484216" r:id="rId42"/>
    <p:sldLayoutId id="2147484205" r:id="rId43"/>
    <p:sldLayoutId id="2147484206" r:id="rId44"/>
    <p:sldLayoutId id="2147484207" r:id="rId45"/>
    <p:sldLayoutId id="2147484208" r:id="rId46"/>
    <p:sldLayoutId id="2147484209" r:id="rId47"/>
    <p:sldLayoutId id="2147484210" r:id="rId48"/>
    <p:sldLayoutId id="2147484211" r:id="rId49"/>
    <p:sldLayoutId id="2147484212" r:id="rId50"/>
    <p:sldLayoutId id="2147484213" r:id="rId51"/>
    <p:sldLayoutId id="2147484214" r:id="rId52"/>
    <p:sldLayoutId id="2147484215" r:id="rId53"/>
  </p:sldLayoutIdLst>
  <p:hf sldNum="0" hdr="0" ftr="0" dt="0"/>
  <p:txStyles>
    <p:titleStyle>
      <a:lvl1pPr algn="l" defTabSz="914400" rtl="0" eaLnBrk="1" latinLnBrk="0" hangingPunct="1">
        <a:lnSpc>
          <a:spcPct val="80000"/>
        </a:lnSpc>
        <a:spcBef>
          <a:spcPct val="0"/>
        </a:spcBef>
        <a:buNone/>
        <a:defRPr sz="3200" b="0" kern="1200" cap="all" spc="0" baseline="0">
          <a:solidFill>
            <a:schemeClr val="tx1">
              <a:lumMod val="75000"/>
              <a:lumOff val="25000"/>
            </a:schemeClr>
          </a:solidFill>
          <a:latin typeface="+mj-lt"/>
          <a:ea typeface="Batang" panose="02030600000101010101" pitchFamily="18" charset="-127"/>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800" b="0" i="0" kern="1200">
          <a:solidFill>
            <a:schemeClr val="tx1">
              <a:lumMod val="65000"/>
              <a:lumOff val="35000"/>
            </a:schemeClr>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600" b="0" i="0" kern="1200">
          <a:solidFill>
            <a:schemeClr val="tx1">
              <a:lumMod val="65000"/>
              <a:lumOff val="35000"/>
            </a:schemeClr>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5" orient="horz" pos="2160">
          <p15:clr>
            <a:srgbClr val="F26B43"/>
          </p15:clr>
        </p15:guide>
        <p15:guide id="36" pos="3840">
          <p15:clr>
            <a:srgbClr val="F26B43"/>
          </p15:clr>
        </p15:guide>
        <p15:guide id="37" pos="7296">
          <p15:clr>
            <a:srgbClr val="F26B43"/>
          </p15:clr>
        </p15:guide>
        <p15:guide id="38"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4802C-5F66-A575-EB83-B78E0AFC8C5B}"/>
              </a:ext>
            </a:extLst>
          </p:cNvPr>
          <p:cNvSpPr>
            <a:spLocks noGrp="1"/>
          </p:cNvSpPr>
          <p:nvPr>
            <p:ph type="ctrTitle"/>
          </p:nvPr>
        </p:nvSpPr>
        <p:spPr>
          <a:xfrm>
            <a:off x="609600" y="2154268"/>
            <a:ext cx="4856348" cy="1731932"/>
          </a:xfrm>
        </p:spPr>
        <p:txBody>
          <a:bodyPr anchor="b">
            <a:normAutofit/>
          </a:bodyPr>
          <a:lstStyle/>
          <a:p>
            <a:r>
              <a:rPr lang="en-US" sz="2500"/>
              <a:t>Foot Traffic and Dwell Time Trends at Office Supply Stores During the Remote Work Shift</a:t>
            </a:r>
          </a:p>
        </p:txBody>
      </p:sp>
      <p:sp>
        <p:nvSpPr>
          <p:cNvPr id="3" name="Subtitle 2">
            <a:extLst>
              <a:ext uri="{FF2B5EF4-FFF2-40B4-BE49-F238E27FC236}">
                <a16:creationId xmlns:a16="http://schemas.microsoft.com/office/drawing/2014/main" id="{848369BC-825C-73C8-629E-648BC597FBAA}"/>
              </a:ext>
            </a:extLst>
          </p:cNvPr>
          <p:cNvSpPr>
            <a:spLocks noGrp="1"/>
          </p:cNvSpPr>
          <p:nvPr>
            <p:ph type="subTitle" idx="1"/>
          </p:nvPr>
        </p:nvSpPr>
        <p:spPr>
          <a:xfrm>
            <a:off x="609600" y="4142852"/>
            <a:ext cx="4856348" cy="2029344"/>
          </a:xfrm>
        </p:spPr>
        <p:txBody>
          <a:bodyPr>
            <a:normAutofit/>
          </a:bodyPr>
          <a:lstStyle/>
          <a:p>
            <a:r>
              <a:rPr lang="en-US"/>
              <a:t>Analyzing customer patterns amid work-from-home changes</a:t>
            </a:r>
          </a:p>
        </p:txBody>
      </p:sp>
      <p:pic>
        <p:nvPicPr>
          <p:cNvPr id="4" name="Picture 3" descr="Woman inspecting dress">
            <a:extLst>
              <a:ext uri="{FF2B5EF4-FFF2-40B4-BE49-F238E27FC236}">
                <a16:creationId xmlns:a16="http://schemas.microsoft.com/office/drawing/2014/main" id="{CEDCAB66-C3E7-466F-85C4-196101AF6C63}"/>
              </a:ext>
            </a:extLst>
          </p:cNvPr>
          <p:cNvPicPr>
            <a:picLocks noChangeAspect="1"/>
          </p:cNvPicPr>
          <p:nvPr/>
        </p:nvPicPr>
        <p:blipFill>
          <a:blip r:embed="rId3"/>
          <a:srcRect l="15393" r="26643" b="1"/>
          <a:stretch>
            <a:fillRect/>
          </a:stretch>
        </p:blipFill>
        <p:spPr>
          <a:xfrm>
            <a:off x="6366168" y="233172"/>
            <a:ext cx="5550408" cy="6391656"/>
          </a:xfrm>
          <a:prstGeom prst="rect">
            <a:avLst/>
          </a:prstGeom>
          <a:noFill/>
        </p:spPr>
      </p:pic>
    </p:spTree>
    <p:extLst>
      <p:ext uri="{BB962C8B-B14F-4D97-AF65-F5344CB8AC3E}">
        <p14:creationId xmlns:p14="http://schemas.microsoft.com/office/powerpoint/2010/main" val="2500237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D316A-B7D9-B031-1712-B533C6C20BAF}"/>
              </a:ext>
            </a:extLst>
          </p:cNvPr>
          <p:cNvSpPr>
            <a:spLocks noGrp="1"/>
          </p:cNvSpPr>
          <p:nvPr>
            <p:ph type="ctrTitle"/>
          </p:nvPr>
        </p:nvSpPr>
        <p:spPr>
          <a:xfrm>
            <a:off x="612648" y="1417671"/>
            <a:ext cx="7909560" cy="4754529"/>
          </a:xfrm>
        </p:spPr>
        <p:txBody>
          <a:bodyPr anchor="b">
            <a:normAutofit/>
          </a:bodyPr>
          <a:lstStyle/>
          <a:p>
            <a:r>
              <a:rPr lang="en-US"/>
              <a:t>Research Questions &amp; Context</a:t>
            </a:r>
          </a:p>
        </p:txBody>
      </p:sp>
    </p:spTree>
    <p:extLst>
      <p:ext uri="{BB962C8B-B14F-4D97-AF65-F5344CB8AC3E}">
        <p14:creationId xmlns:p14="http://schemas.microsoft.com/office/powerpoint/2010/main" val="4201477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1E98B-89B8-30FF-A777-BDEE410ACD4C}"/>
              </a:ext>
            </a:extLst>
          </p:cNvPr>
          <p:cNvSpPr>
            <a:spLocks noGrp="1"/>
          </p:cNvSpPr>
          <p:nvPr>
            <p:ph type="title"/>
          </p:nvPr>
        </p:nvSpPr>
        <p:spPr>
          <a:xfrm>
            <a:off x="609600" y="709099"/>
            <a:ext cx="8019289" cy="891101"/>
          </a:xfrm>
        </p:spPr>
        <p:txBody>
          <a:bodyPr anchor="b">
            <a:normAutofit/>
          </a:bodyPr>
          <a:lstStyle/>
          <a:p>
            <a:r>
              <a:rPr lang="en-US"/>
              <a:t>Foot Traffic Trends and Demographic Influences</a:t>
            </a:r>
          </a:p>
        </p:txBody>
      </p:sp>
      <p:sp>
        <p:nvSpPr>
          <p:cNvPr id="4" name="Content Placeholder 3">
            <a:extLst>
              <a:ext uri="{FF2B5EF4-FFF2-40B4-BE49-F238E27FC236}">
                <a16:creationId xmlns:a16="http://schemas.microsoft.com/office/drawing/2014/main" id="{7A16E7CE-E548-BAAA-E5AF-113ED676BAA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spcBef>
                <a:spcPts val="2500"/>
              </a:spcBef>
              <a:buFont typeface="Arial" panose="020B0604020202020204" pitchFamily="34" charset="0"/>
              <a:buNone/>
            </a:pPr>
            <a:r>
              <a:rPr lang="en-US" sz="1300" b="1"/>
              <a:t>Behavioral Changes During Pandemic</a:t>
            </a:r>
          </a:p>
          <a:p>
            <a:pPr marL="0" lvl="1" indent="0">
              <a:buFont typeface="Arial" panose="020B0604020202020204" pitchFamily="34" charset="0"/>
              <a:buNone/>
            </a:pPr>
            <a:r>
              <a:rPr lang="en-US" sz="1300"/>
              <a:t>Study focuses on foot traffic and dwell time trends in office supply stores during early COVID-19 months.</a:t>
            </a:r>
          </a:p>
          <a:p>
            <a:pPr marL="0" indent="0">
              <a:spcBef>
                <a:spcPts val="2500"/>
              </a:spcBef>
              <a:buFont typeface="Arial" panose="020B0604020202020204" pitchFamily="34" charset="0"/>
              <a:buNone/>
            </a:pPr>
            <a:r>
              <a:rPr lang="en-US" sz="1300" b="1"/>
              <a:t>Regional Demographic Analysis</a:t>
            </a:r>
          </a:p>
          <a:p>
            <a:pPr marL="0" lvl="1" indent="0">
              <a:buFont typeface="Arial" panose="020B0604020202020204" pitchFamily="34" charset="0"/>
              <a:buNone/>
            </a:pPr>
            <a:r>
              <a:rPr lang="en-US" sz="1300"/>
              <a:t>Examines urban, suburban, and rural California counties using RUCA codes and demographic indicators.</a:t>
            </a:r>
          </a:p>
          <a:p>
            <a:pPr marL="0" indent="0">
              <a:spcBef>
                <a:spcPts val="2500"/>
              </a:spcBef>
              <a:buFont typeface="Arial" panose="020B0604020202020204" pitchFamily="34" charset="0"/>
              <a:buNone/>
            </a:pPr>
            <a:r>
              <a:rPr lang="en-US" sz="1300" b="1"/>
              <a:t>Suburban vs Urban Visit Patterns</a:t>
            </a:r>
          </a:p>
          <a:p>
            <a:pPr marL="0" lvl="1" indent="0">
              <a:buFont typeface="Arial" panose="020B0604020202020204" pitchFamily="34" charset="0"/>
              <a:buNone/>
            </a:pPr>
            <a:r>
              <a:rPr lang="en-US" sz="1300"/>
              <a:t>Analyzes if suburban counties saw stronger visit increases compared to urban centers amid remote work shifts.</a:t>
            </a:r>
          </a:p>
          <a:p>
            <a:pPr marL="0" indent="0">
              <a:spcBef>
                <a:spcPts val="2500"/>
              </a:spcBef>
              <a:buFont typeface="Arial" panose="020B0604020202020204" pitchFamily="34" charset="0"/>
              <a:buNone/>
            </a:pPr>
            <a:r>
              <a:rPr lang="en-US" sz="1300" b="1"/>
              <a:t>Brand Recovery and Loyalty</a:t>
            </a:r>
          </a:p>
          <a:p>
            <a:pPr marL="0" lvl="1" indent="0">
              <a:buFont typeface="Arial" panose="020B0604020202020204" pitchFamily="34" charset="0"/>
              <a:buNone/>
            </a:pPr>
            <a:r>
              <a:rPr lang="en-US" sz="1300"/>
              <a:t>Evaluates brand-specific recovery patterns showing faster stabilization linked to brand loyalty and essential purchases.</a:t>
            </a:r>
          </a:p>
        </p:txBody>
      </p:sp>
      <p:pic>
        <p:nvPicPr>
          <p:cNvPr id="5" name="Content Placeholder 4" descr="Footprint path on white.">
            <a:extLst>
              <a:ext uri="{FF2B5EF4-FFF2-40B4-BE49-F238E27FC236}">
                <a16:creationId xmlns:a16="http://schemas.microsoft.com/office/drawing/2014/main" id="{3629BA47-0226-42F3-B5C3-2C9E9B974E96}"/>
              </a:ext>
            </a:extLst>
          </p:cNvPr>
          <p:cNvPicPr>
            <a:picLocks noGrp="1" noChangeAspect="1"/>
          </p:cNvPicPr>
          <p:nvPr>
            <p:ph type="pic" sz="quarter" idx="18"/>
          </p:nvPr>
        </p:nvPicPr>
        <p:blipFill>
          <a:blip r:embed="rId3"/>
          <a:srcRect l="32597" r="43006"/>
          <a:stretch>
            <a:fillRect/>
          </a:stretch>
        </p:blipFill>
        <p:spPr>
          <a:xfrm>
            <a:off x="9521861" y="269622"/>
            <a:ext cx="2395728" cy="6309360"/>
          </a:xfrm>
          <a:prstGeom prst="rect">
            <a:avLst/>
          </a:prstGeom>
          <a:noFill/>
        </p:spPr>
      </p:pic>
    </p:spTree>
    <p:extLst>
      <p:ext uri="{BB962C8B-B14F-4D97-AF65-F5344CB8AC3E}">
        <p14:creationId xmlns:p14="http://schemas.microsoft.com/office/powerpoint/2010/main" val="30808715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BEBAD-86A8-2C67-A138-8796C285B53E}"/>
              </a:ext>
            </a:extLst>
          </p:cNvPr>
          <p:cNvSpPr>
            <a:spLocks noGrp="1"/>
          </p:cNvSpPr>
          <p:nvPr>
            <p:ph type="ctrTitle"/>
          </p:nvPr>
        </p:nvSpPr>
        <p:spPr>
          <a:xfrm>
            <a:off x="612648" y="1417671"/>
            <a:ext cx="7909560" cy="4754529"/>
          </a:xfrm>
        </p:spPr>
        <p:txBody>
          <a:bodyPr anchor="b">
            <a:normAutofit/>
          </a:bodyPr>
          <a:lstStyle/>
          <a:p>
            <a:r>
              <a:rPr lang="en-US"/>
              <a:t>Methodology</a:t>
            </a:r>
          </a:p>
        </p:txBody>
      </p:sp>
    </p:spTree>
    <p:extLst>
      <p:ext uri="{BB962C8B-B14F-4D97-AF65-F5344CB8AC3E}">
        <p14:creationId xmlns:p14="http://schemas.microsoft.com/office/powerpoint/2010/main" val="23718001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2EE1B-3571-AA20-A761-46EC12A91419}"/>
              </a:ext>
            </a:extLst>
          </p:cNvPr>
          <p:cNvSpPr>
            <a:spLocks noGrp="1"/>
          </p:cNvSpPr>
          <p:nvPr>
            <p:ph type="title"/>
          </p:nvPr>
        </p:nvSpPr>
        <p:spPr>
          <a:xfrm>
            <a:off x="609600" y="709099"/>
            <a:ext cx="8019289" cy="891101"/>
          </a:xfrm>
        </p:spPr>
        <p:txBody>
          <a:bodyPr anchor="b">
            <a:normAutofit/>
          </a:bodyPr>
          <a:lstStyle/>
          <a:p>
            <a:r>
              <a:rPr lang="en-US"/>
              <a:t>Data Sources and Analytical Approach</a:t>
            </a:r>
          </a:p>
        </p:txBody>
      </p:sp>
      <p:sp>
        <p:nvSpPr>
          <p:cNvPr id="4" name="Content Placeholder 3">
            <a:extLst>
              <a:ext uri="{FF2B5EF4-FFF2-40B4-BE49-F238E27FC236}">
                <a16:creationId xmlns:a16="http://schemas.microsoft.com/office/drawing/2014/main" id="{5F219DB0-651A-362D-F76E-DFBE1317E66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lnSpc>
                <a:spcPct val="110000"/>
              </a:lnSpc>
              <a:spcBef>
                <a:spcPts val="2500"/>
              </a:spcBef>
              <a:buFont typeface="Arial" panose="020B0604020202020204" pitchFamily="34" charset="0"/>
              <a:buNone/>
            </a:pPr>
            <a:r>
              <a:rPr lang="en-US" sz="1300" b="1"/>
              <a:t>Data Integration</a:t>
            </a:r>
          </a:p>
          <a:p>
            <a:pPr marL="0" lvl="1" indent="0">
              <a:lnSpc>
                <a:spcPct val="110000"/>
              </a:lnSpc>
              <a:buFont typeface="Arial" panose="020B0604020202020204" pitchFamily="34" charset="0"/>
              <a:buNone/>
            </a:pPr>
            <a:r>
              <a:rPr lang="en-US" sz="1300"/>
              <a:t>The study combines datasets including SafeGraph foot traffic and demographic data for comprehensive analysis.</a:t>
            </a:r>
          </a:p>
          <a:p>
            <a:pPr marL="0" indent="0">
              <a:lnSpc>
                <a:spcPct val="110000"/>
              </a:lnSpc>
              <a:spcBef>
                <a:spcPts val="2500"/>
              </a:spcBef>
              <a:buFont typeface="Arial" panose="020B0604020202020204" pitchFamily="34" charset="0"/>
              <a:buNone/>
            </a:pPr>
            <a:r>
              <a:rPr lang="en-US" sz="1300" b="1"/>
              <a:t>Geographic Classification</a:t>
            </a:r>
          </a:p>
          <a:p>
            <a:pPr marL="0" lvl="1" indent="0">
              <a:lnSpc>
                <a:spcPct val="110000"/>
              </a:lnSpc>
              <a:buFont typeface="Arial" panose="020B0604020202020204" pitchFamily="34" charset="0"/>
              <a:buNone/>
            </a:pPr>
            <a:r>
              <a:rPr lang="en-US" sz="1300"/>
              <a:t>2020 RUCA codes classify regions into urban, suburban, and rural counties in California for targeted analysis.</a:t>
            </a:r>
          </a:p>
          <a:p>
            <a:pPr marL="0" indent="0">
              <a:lnSpc>
                <a:spcPct val="110000"/>
              </a:lnSpc>
              <a:spcBef>
                <a:spcPts val="2500"/>
              </a:spcBef>
              <a:buFont typeface="Arial" panose="020B0604020202020204" pitchFamily="34" charset="0"/>
              <a:buNone/>
            </a:pPr>
            <a:r>
              <a:rPr lang="en-US" sz="1300" b="1"/>
              <a:t>Trend and Brand Analysis</a:t>
            </a:r>
          </a:p>
          <a:p>
            <a:pPr marL="0" lvl="1" indent="0">
              <a:lnSpc>
                <a:spcPct val="110000"/>
              </a:lnSpc>
              <a:buFont typeface="Arial" panose="020B0604020202020204" pitchFamily="34" charset="0"/>
              <a:buNone/>
            </a:pPr>
            <a:r>
              <a:rPr lang="en-US" sz="1300"/>
              <a:t>Weekly trends and brand comparisons reveal patterns in recovery and consumer loyalty during the pandemic.</a:t>
            </a:r>
          </a:p>
          <a:p>
            <a:pPr marL="0" indent="0">
              <a:lnSpc>
                <a:spcPct val="110000"/>
              </a:lnSpc>
              <a:spcBef>
                <a:spcPts val="2500"/>
              </a:spcBef>
              <a:buFont typeface="Arial" panose="020B0604020202020204" pitchFamily="34" charset="0"/>
              <a:buNone/>
            </a:pPr>
            <a:r>
              <a:rPr lang="en-US" sz="1300" b="1"/>
              <a:t>Correlation with Demographics</a:t>
            </a:r>
          </a:p>
          <a:p>
            <a:pPr marL="0" lvl="1" indent="0">
              <a:lnSpc>
                <a:spcPct val="110000"/>
              </a:lnSpc>
              <a:buFont typeface="Arial" panose="020B0604020202020204" pitchFamily="34" charset="0"/>
              <a:buNone/>
            </a:pPr>
            <a:r>
              <a:rPr lang="en-US" sz="1300"/>
              <a:t>Correlation analysis links demographics like education and working age with consumer behaviors and dwell times.</a:t>
            </a:r>
          </a:p>
        </p:txBody>
      </p:sp>
      <p:pic>
        <p:nvPicPr>
          <p:cNvPr id="5" name="Content Placeholder 4" descr="Business Investment theme stockmarket  Oslo city Norway street scene with people background">
            <a:extLst>
              <a:ext uri="{FF2B5EF4-FFF2-40B4-BE49-F238E27FC236}">
                <a16:creationId xmlns:a16="http://schemas.microsoft.com/office/drawing/2014/main" id="{9E0E5D47-8B32-4EEC-A4E6-97E0E44D9C1D}"/>
              </a:ext>
            </a:extLst>
          </p:cNvPr>
          <p:cNvPicPr>
            <a:picLocks noGrp="1" noChangeAspect="1"/>
          </p:cNvPicPr>
          <p:nvPr>
            <p:ph type="pic" sz="quarter" idx="18"/>
          </p:nvPr>
        </p:nvPicPr>
        <p:blipFill>
          <a:blip r:embed="rId3"/>
          <a:srcRect l="41386" r="33268" b="2"/>
          <a:stretch>
            <a:fillRect/>
          </a:stretch>
        </p:blipFill>
        <p:spPr>
          <a:xfrm>
            <a:off x="9521861" y="269622"/>
            <a:ext cx="2395728" cy="6309360"/>
          </a:xfrm>
          <a:prstGeom prst="rect">
            <a:avLst/>
          </a:prstGeom>
          <a:noFill/>
        </p:spPr>
      </p:pic>
    </p:spTree>
    <p:extLst>
      <p:ext uri="{BB962C8B-B14F-4D97-AF65-F5344CB8AC3E}">
        <p14:creationId xmlns:p14="http://schemas.microsoft.com/office/powerpoint/2010/main" val="14814435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826B3-FE02-E273-3CBB-E6B0695DCABA}"/>
              </a:ext>
            </a:extLst>
          </p:cNvPr>
          <p:cNvSpPr>
            <a:spLocks noGrp="1"/>
          </p:cNvSpPr>
          <p:nvPr>
            <p:ph type="ctrTitle"/>
          </p:nvPr>
        </p:nvSpPr>
        <p:spPr>
          <a:xfrm>
            <a:off x="612648" y="1417671"/>
            <a:ext cx="7909560" cy="4754529"/>
          </a:xfrm>
        </p:spPr>
        <p:txBody>
          <a:bodyPr anchor="b">
            <a:normAutofit/>
          </a:bodyPr>
          <a:lstStyle/>
          <a:p>
            <a:r>
              <a:rPr lang="en-US"/>
              <a:t>Key Findings</a:t>
            </a:r>
          </a:p>
        </p:txBody>
      </p:sp>
    </p:spTree>
    <p:extLst>
      <p:ext uri="{BB962C8B-B14F-4D97-AF65-F5344CB8AC3E}">
        <p14:creationId xmlns:p14="http://schemas.microsoft.com/office/powerpoint/2010/main" val="26595472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A9AAD-2975-E7C2-C477-AFBE7D2B82B8}"/>
              </a:ext>
            </a:extLst>
          </p:cNvPr>
          <p:cNvSpPr>
            <a:spLocks noGrp="1"/>
          </p:cNvSpPr>
          <p:nvPr>
            <p:ph type="title"/>
          </p:nvPr>
        </p:nvSpPr>
        <p:spPr>
          <a:xfrm>
            <a:off x="612647" y="709099"/>
            <a:ext cx="10963656" cy="891101"/>
          </a:xfrm>
        </p:spPr>
        <p:txBody>
          <a:bodyPr anchor="b">
            <a:normAutofit/>
          </a:bodyPr>
          <a:lstStyle/>
          <a:p>
            <a:r>
              <a:rPr lang="en-US"/>
              <a:t>Brand Performance and Demographic Correlations</a:t>
            </a:r>
          </a:p>
        </p:txBody>
      </p:sp>
      <p:graphicFrame>
        <p:nvGraphicFramePr>
          <p:cNvPr id="5" name="Content Placeholder 4">
            <a:extLst>
              <a:ext uri="{FF2B5EF4-FFF2-40B4-BE49-F238E27FC236}">
                <a16:creationId xmlns:a16="http://schemas.microsoft.com/office/drawing/2014/main" id="{DF74D597-1B9A-4A3B-825F-1CA254F3F194}"/>
              </a:ext>
            </a:extLst>
          </p:cNvPr>
          <p:cNvGraphicFramePr>
            <a:graphicFrameLocks noGrp="1"/>
          </p:cNvGraphicFramePr>
          <p:nvPr>
            <p:ph idx="1"/>
          </p:nvPr>
        </p:nvGraphicFramePr>
        <p:xfrm>
          <a:off x="881779" y="2119673"/>
          <a:ext cx="10425392" cy="4057289"/>
        </p:xfrm>
        <a:graphic>
          <a:graphicData uri="http://schemas.openxmlformats.org/drawingml/2006/table">
            <a:tbl>
              <a:tblPr firstRow="1" bandRow="1">
                <a:noFill/>
                <a:tableStyleId>{5C22544A-7EE6-4342-B048-85BDC9FD1C3A}</a:tableStyleId>
              </a:tblPr>
              <a:tblGrid>
                <a:gridCol w="2131762">
                  <a:extLst>
                    <a:ext uri="{9D8B030D-6E8A-4147-A177-3AD203B41FA5}">
                      <a16:colId xmlns:a16="http://schemas.microsoft.com/office/drawing/2014/main" val="1153992060"/>
                    </a:ext>
                  </a:extLst>
                </a:gridCol>
                <a:gridCol w="2786577">
                  <a:extLst>
                    <a:ext uri="{9D8B030D-6E8A-4147-A177-3AD203B41FA5}">
                      <a16:colId xmlns:a16="http://schemas.microsoft.com/office/drawing/2014/main" val="2492194326"/>
                    </a:ext>
                  </a:extLst>
                </a:gridCol>
                <a:gridCol w="2451940">
                  <a:extLst>
                    <a:ext uri="{9D8B030D-6E8A-4147-A177-3AD203B41FA5}">
                      <a16:colId xmlns:a16="http://schemas.microsoft.com/office/drawing/2014/main" val="3020474537"/>
                    </a:ext>
                  </a:extLst>
                </a:gridCol>
                <a:gridCol w="3055113">
                  <a:extLst>
                    <a:ext uri="{9D8B030D-6E8A-4147-A177-3AD203B41FA5}">
                      <a16:colId xmlns:a16="http://schemas.microsoft.com/office/drawing/2014/main" val="3349284414"/>
                    </a:ext>
                  </a:extLst>
                </a:gridCol>
              </a:tblGrid>
              <a:tr h="1039110">
                <a:tc>
                  <a:txBody>
                    <a:bodyPr/>
                    <a:lstStyle/>
                    <a:p>
                      <a:pPr>
                        <a:buNone/>
                      </a:pPr>
                      <a:r>
                        <a:rPr lang="en-US" sz="2100" b="1" cap="all" spc="150">
                          <a:solidFill>
                            <a:schemeClr val="tx1"/>
                          </a:solidFill>
                        </a:rPr>
                        <a:t>Brand</a:t>
                      </a:r>
                    </a:p>
                  </a:txBody>
                  <a:tcPr marL="178473" marR="178473" marT="178473" marB="178473"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2100" b="1" cap="all" spc="150">
                          <a:solidFill>
                            <a:schemeClr val="tx1"/>
                          </a:solidFill>
                        </a:rPr>
                        <a:t>Working-Age Pop.</a:t>
                      </a:r>
                    </a:p>
                  </a:txBody>
                  <a:tcPr marL="178473" marR="178473" marT="178473" marB="178473"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2100" b="1" cap="all" spc="150">
                          <a:solidFill>
                            <a:schemeClr val="tx1"/>
                          </a:solidFill>
                        </a:rPr>
                        <a:t>Avg. Dwell Time</a:t>
                      </a:r>
                    </a:p>
                  </a:txBody>
                  <a:tcPr marL="178473" marR="178473" marT="178473" marB="178473"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2100" b="1" cap="all" spc="150">
                          <a:solidFill>
                            <a:schemeClr val="tx1"/>
                          </a:solidFill>
                        </a:rPr>
                        <a:t>Observation</a:t>
                      </a:r>
                    </a:p>
                  </a:txBody>
                  <a:tcPr marL="178473" marR="178473" marT="178473" marB="178473" anchor="ctr">
                    <a:lnL w="12700" cmpd="sng">
                      <a:noFill/>
                    </a:lnL>
                    <a:lnR w="12700" cmpd="sng">
                      <a:noFill/>
                    </a:lnR>
                    <a:lnT w="6350" cap="flat" cmpd="sng" algn="ctr">
                      <a:noFill/>
                      <a:prstDash val="solid"/>
                    </a:lnT>
                    <a:lnB w="28575" cap="flat" cmpd="sng" algn="ctr">
                      <a:solidFill>
                        <a:schemeClr val="accent1"/>
                      </a:solidFill>
                      <a:prstDash val="solid"/>
                    </a:lnB>
                    <a:noFill/>
                  </a:tcPr>
                </a:tc>
                <a:extLst>
                  <a:ext uri="{0D108BD9-81ED-4DB2-BD59-A6C34878D82A}">
                    <a16:rowId xmlns:a16="http://schemas.microsoft.com/office/drawing/2014/main" val="404688381"/>
                  </a:ext>
                </a:extLst>
              </a:tr>
              <a:tr h="920128">
                <a:tc>
                  <a:txBody>
                    <a:bodyPr/>
                    <a:lstStyle/>
                    <a:p>
                      <a:pPr>
                        <a:buNone/>
                      </a:pPr>
                      <a:r>
                        <a:rPr lang="en-US" sz="1700" b="1" cap="none" spc="0">
                          <a:solidFill>
                            <a:schemeClr val="tx1"/>
                          </a:solidFill>
                        </a:rPr>
                        <a:t>Staples</a:t>
                      </a:r>
                    </a:p>
                  </a:txBody>
                  <a:tcPr marL="178473" marR="178473" marT="178473" marB="178473"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700" cap="none" spc="0">
                          <a:solidFill>
                            <a:schemeClr val="tx1"/>
                          </a:solidFill>
                        </a:rPr>
                        <a:t>10.65M</a:t>
                      </a:r>
                    </a:p>
                  </a:txBody>
                  <a:tcPr marL="178473" marR="178473" marT="178473" marB="178473"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700" cap="none" spc="0">
                          <a:solidFill>
                            <a:schemeClr val="tx1"/>
                          </a:solidFill>
                        </a:rPr>
                        <a:t>16.8</a:t>
                      </a:r>
                    </a:p>
                  </a:txBody>
                  <a:tcPr marL="178473" marR="178473" marT="178473" marB="178473"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700" cap="none" spc="0">
                          <a:solidFill>
                            <a:schemeClr val="tx1"/>
                          </a:solidFill>
                        </a:rPr>
                        <a:t>Large workforce → fast purchases.</a:t>
                      </a:r>
                    </a:p>
                  </a:txBody>
                  <a:tcPr marL="178473" marR="178473" marT="178473" marB="178473"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extLst>
                  <a:ext uri="{0D108BD9-81ED-4DB2-BD59-A6C34878D82A}">
                    <a16:rowId xmlns:a16="http://schemas.microsoft.com/office/drawing/2014/main" val="1263417942"/>
                  </a:ext>
                </a:extLst>
              </a:tr>
              <a:tr h="1177923">
                <a:tc>
                  <a:txBody>
                    <a:bodyPr/>
                    <a:lstStyle/>
                    <a:p>
                      <a:pPr>
                        <a:buNone/>
                      </a:pPr>
                      <a:r>
                        <a:rPr lang="en-US" sz="1700" b="1" cap="none" spc="0">
                          <a:solidFill>
                            <a:schemeClr val="tx1"/>
                          </a:solidFill>
                        </a:rPr>
                        <a:t>Cartridge World</a:t>
                      </a:r>
                    </a:p>
                  </a:txBody>
                  <a:tcPr marL="178473" marR="178473" marT="178473" marB="17847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700" cap="none" spc="0">
                          <a:solidFill>
                            <a:schemeClr val="tx1"/>
                          </a:solidFill>
                        </a:rPr>
                        <a:t>2.05M</a:t>
                      </a:r>
                    </a:p>
                  </a:txBody>
                  <a:tcPr marL="178473" marR="178473" marT="178473" marB="17847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700" cap="none" spc="0">
                          <a:solidFill>
                            <a:schemeClr val="tx1"/>
                          </a:solidFill>
                        </a:rPr>
                        <a:t>31.1</a:t>
                      </a:r>
                    </a:p>
                  </a:txBody>
                  <a:tcPr marL="178473" marR="178473" marT="178473" marB="17847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700" cap="none" spc="0">
                          <a:solidFill>
                            <a:schemeClr val="tx1"/>
                          </a:solidFill>
                        </a:rPr>
                        <a:t>Moderate engagement; specialty product line encourages longer visits.</a:t>
                      </a:r>
                    </a:p>
                  </a:txBody>
                  <a:tcPr marL="178473" marR="178473" marT="178473" marB="178473"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126533395"/>
                  </a:ext>
                </a:extLst>
              </a:tr>
              <a:tr h="920128">
                <a:tc>
                  <a:txBody>
                    <a:bodyPr/>
                    <a:lstStyle/>
                    <a:p>
                      <a:pPr>
                        <a:buNone/>
                      </a:pPr>
                      <a:r>
                        <a:rPr lang="en-US" sz="1700" b="1" cap="none" spc="0">
                          <a:solidFill>
                            <a:schemeClr val="tx1"/>
                          </a:solidFill>
                        </a:rPr>
                        <a:t>Papyrus</a:t>
                      </a:r>
                    </a:p>
                  </a:txBody>
                  <a:tcPr marL="178473" marR="178473" marT="178473" marB="17847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700" cap="none" spc="0">
                          <a:solidFill>
                            <a:schemeClr val="tx1"/>
                          </a:solidFill>
                        </a:rPr>
                        <a:t>0.74M</a:t>
                      </a:r>
                    </a:p>
                  </a:txBody>
                  <a:tcPr marL="178473" marR="178473" marT="178473" marB="17847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700" cap="none" spc="0">
                          <a:solidFill>
                            <a:schemeClr val="tx1"/>
                          </a:solidFill>
                        </a:rPr>
                        <a:t>39.7</a:t>
                      </a:r>
                    </a:p>
                  </a:txBody>
                  <a:tcPr marL="178473" marR="178473" marT="178473" marB="178473"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700" cap="none" spc="0">
                          <a:solidFill>
                            <a:schemeClr val="tx1"/>
                          </a:solidFill>
                        </a:rPr>
                        <a:t>Smaller workforce → more leisurely shopping.</a:t>
                      </a:r>
                    </a:p>
                  </a:txBody>
                  <a:tcPr marL="178473" marR="178473" marT="178473" marB="178473"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4263022372"/>
                  </a:ext>
                </a:extLst>
              </a:tr>
            </a:tbl>
          </a:graphicData>
        </a:graphic>
      </p:graphicFrame>
    </p:spTree>
    <p:extLst>
      <p:ext uri="{BB962C8B-B14F-4D97-AF65-F5344CB8AC3E}">
        <p14:creationId xmlns:p14="http://schemas.microsoft.com/office/powerpoint/2010/main" val="179240379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50F95-BAA9-E5C1-A7C7-59B46088DB65}"/>
              </a:ext>
            </a:extLst>
          </p:cNvPr>
          <p:cNvSpPr>
            <a:spLocks noGrp="1"/>
          </p:cNvSpPr>
          <p:nvPr>
            <p:ph type="ctrTitle"/>
          </p:nvPr>
        </p:nvSpPr>
        <p:spPr>
          <a:xfrm>
            <a:off x="612648" y="1417671"/>
            <a:ext cx="7909560" cy="4754529"/>
          </a:xfrm>
        </p:spPr>
        <p:txBody>
          <a:bodyPr anchor="b">
            <a:normAutofit/>
          </a:bodyPr>
          <a:lstStyle/>
          <a:p>
            <a:r>
              <a:rPr lang="en-US"/>
              <a:t>Conclusions</a:t>
            </a:r>
          </a:p>
        </p:txBody>
      </p:sp>
    </p:spTree>
    <p:extLst>
      <p:ext uri="{BB962C8B-B14F-4D97-AF65-F5344CB8AC3E}">
        <p14:creationId xmlns:p14="http://schemas.microsoft.com/office/powerpoint/2010/main" val="11449152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33C6F-3BAA-4C5F-370F-8884DFFFB079}"/>
              </a:ext>
            </a:extLst>
          </p:cNvPr>
          <p:cNvSpPr>
            <a:spLocks noGrp="1"/>
          </p:cNvSpPr>
          <p:nvPr>
            <p:ph type="title"/>
          </p:nvPr>
        </p:nvSpPr>
        <p:spPr>
          <a:xfrm>
            <a:off x="609600" y="709099"/>
            <a:ext cx="8019289" cy="891101"/>
          </a:xfrm>
        </p:spPr>
        <p:txBody>
          <a:bodyPr anchor="b">
            <a:normAutofit/>
          </a:bodyPr>
          <a:lstStyle/>
          <a:p>
            <a:r>
              <a:rPr lang="en-US"/>
              <a:t>Consumer Behavior and Retail Implications</a:t>
            </a:r>
          </a:p>
        </p:txBody>
      </p:sp>
      <p:sp>
        <p:nvSpPr>
          <p:cNvPr id="4" name="Content Placeholder 3">
            <a:extLst>
              <a:ext uri="{FF2B5EF4-FFF2-40B4-BE49-F238E27FC236}">
                <a16:creationId xmlns:a16="http://schemas.microsoft.com/office/drawing/2014/main" id="{ABECDC86-4483-1128-8016-04B59FA13EC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 y="2200614"/>
            <a:ext cx="8019289" cy="3962388"/>
          </a:xfrm>
        </p:spPr>
        <p:txBody>
          <a:bodyPr>
            <a:normAutofit/>
          </a:bodyPr>
          <a:lstStyle/>
          <a:p>
            <a:pPr marL="0" indent="0">
              <a:lnSpc>
                <a:spcPct val="110000"/>
              </a:lnSpc>
              <a:spcBef>
                <a:spcPts val="2500"/>
              </a:spcBef>
              <a:buFont typeface="Arial" panose="020B0604020202020204" pitchFamily="34" charset="0"/>
              <a:buNone/>
            </a:pPr>
            <a:r>
              <a:rPr lang="en-US" sz="1300" b="1"/>
              <a:t>Suburban Efficiency-Driven Shopping</a:t>
            </a:r>
          </a:p>
          <a:p>
            <a:pPr marL="0" lvl="1" indent="0">
              <a:lnSpc>
                <a:spcPct val="110000"/>
              </a:lnSpc>
              <a:buFont typeface="Arial" panose="020B0604020202020204" pitchFamily="34" charset="0"/>
              <a:buNone/>
            </a:pPr>
            <a:r>
              <a:rPr lang="en-US" sz="1300"/>
              <a:t>Suburban consumers quickly adapted to remote work, favoring quick, goal-oriented purchases at essential retailers.</a:t>
            </a:r>
          </a:p>
          <a:p>
            <a:pPr marL="0" indent="0">
              <a:lnSpc>
                <a:spcPct val="110000"/>
              </a:lnSpc>
              <a:spcBef>
                <a:spcPts val="2500"/>
              </a:spcBef>
              <a:buFont typeface="Arial" panose="020B0604020202020204" pitchFamily="34" charset="0"/>
              <a:buNone/>
            </a:pPr>
            <a:r>
              <a:rPr lang="en-US" sz="1300" b="1"/>
              <a:t>Specialty Stores Recovery</a:t>
            </a:r>
          </a:p>
          <a:p>
            <a:pPr marL="0" lvl="1" indent="0">
              <a:lnSpc>
                <a:spcPct val="110000"/>
              </a:lnSpc>
              <a:buFont typeface="Arial" panose="020B0604020202020204" pitchFamily="34" charset="0"/>
              <a:buNone/>
            </a:pPr>
            <a:r>
              <a:rPr lang="en-US" sz="1300"/>
              <a:t>Specialty stores faced slower recovery due to non-essential products and reliance on in-store browsing experiences.</a:t>
            </a:r>
          </a:p>
          <a:p>
            <a:pPr marL="0" indent="0">
              <a:lnSpc>
                <a:spcPct val="110000"/>
              </a:lnSpc>
              <a:spcBef>
                <a:spcPts val="2500"/>
              </a:spcBef>
              <a:buFont typeface="Arial" panose="020B0604020202020204" pitchFamily="34" charset="0"/>
              <a:buNone/>
            </a:pPr>
            <a:r>
              <a:rPr lang="en-US" sz="1300" b="1"/>
              <a:t>Demographic Shopping Preferences</a:t>
            </a:r>
          </a:p>
          <a:p>
            <a:pPr marL="0" lvl="1" indent="0">
              <a:lnSpc>
                <a:spcPct val="110000"/>
              </a:lnSpc>
              <a:buFont typeface="Arial" panose="020B0604020202020204" pitchFamily="34" charset="0"/>
              <a:buNone/>
            </a:pPr>
            <a:r>
              <a:rPr lang="en-US" sz="1300"/>
              <a:t>Highly educated, smaller markets prefer longer shopping dwell times and boutique-style experiences over quick shopping.</a:t>
            </a:r>
          </a:p>
          <a:p>
            <a:pPr marL="0" indent="0">
              <a:lnSpc>
                <a:spcPct val="110000"/>
              </a:lnSpc>
              <a:spcBef>
                <a:spcPts val="2500"/>
              </a:spcBef>
              <a:buFont typeface="Arial" panose="020B0604020202020204" pitchFamily="34" charset="0"/>
              <a:buNone/>
            </a:pPr>
            <a:r>
              <a:rPr lang="en-US" sz="1300" b="1"/>
              <a:t>Retail Strategy Insights</a:t>
            </a:r>
          </a:p>
          <a:p>
            <a:pPr marL="0" lvl="1" indent="0">
              <a:lnSpc>
                <a:spcPct val="110000"/>
              </a:lnSpc>
              <a:buFont typeface="Arial" panose="020B0604020202020204" pitchFamily="34" charset="0"/>
              <a:buNone/>
            </a:pPr>
            <a:r>
              <a:rPr lang="en-US" sz="1300"/>
              <a:t>Retailers can tailor strategies by opening concept stores in educated areas and expanding community services in family-dense regions.</a:t>
            </a:r>
          </a:p>
        </p:txBody>
      </p:sp>
      <p:pic>
        <p:nvPicPr>
          <p:cNvPr id="5" name="Content Placeholder 4" descr="Young multiracial woman carrying recycling bags in the back yard">
            <a:extLst>
              <a:ext uri="{FF2B5EF4-FFF2-40B4-BE49-F238E27FC236}">
                <a16:creationId xmlns:a16="http://schemas.microsoft.com/office/drawing/2014/main" id="{7F8E5DA4-086E-4F77-89B0-440D697F48C3}"/>
              </a:ext>
            </a:extLst>
          </p:cNvPr>
          <p:cNvPicPr>
            <a:picLocks noGrp="1" noChangeAspect="1"/>
          </p:cNvPicPr>
          <p:nvPr>
            <p:ph type="pic" sz="quarter" idx="18"/>
          </p:nvPr>
        </p:nvPicPr>
        <p:blipFill>
          <a:blip r:embed="rId3"/>
          <a:srcRect l="44997" r="29658" b="2"/>
          <a:stretch>
            <a:fillRect/>
          </a:stretch>
        </p:blipFill>
        <p:spPr>
          <a:xfrm>
            <a:off x="9521861" y="269622"/>
            <a:ext cx="2395728" cy="6309360"/>
          </a:xfrm>
          <a:prstGeom prst="rect">
            <a:avLst/>
          </a:prstGeom>
          <a:noFill/>
        </p:spPr>
      </p:pic>
    </p:spTree>
    <p:extLst>
      <p:ext uri="{BB962C8B-B14F-4D97-AF65-F5344CB8AC3E}">
        <p14:creationId xmlns:p14="http://schemas.microsoft.com/office/powerpoint/2010/main" val="10406932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olace">
  <a:themeElements>
    <a:clrScheme name="Custom 2">
      <a:dk1>
        <a:srgbClr val="000000"/>
      </a:dk1>
      <a:lt1>
        <a:srgbClr val="FFFFFF"/>
      </a:lt1>
      <a:dk2>
        <a:srgbClr val="0B2627"/>
      </a:dk2>
      <a:lt2>
        <a:srgbClr val="DAE3E3"/>
      </a:lt2>
      <a:accent1>
        <a:srgbClr val="858A66"/>
      </a:accent1>
      <a:accent2>
        <a:srgbClr val="DACCE0"/>
      </a:accent2>
      <a:accent3>
        <a:srgbClr val="ADBEBF"/>
      </a:accent3>
      <a:accent4>
        <a:srgbClr val="E0B775"/>
      </a:accent4>
      <a:accent5>
        <a:srgbClr val="BA6F50"/>
      </a:accent5>
      <a:accent6>
        <a:srgbClr val="D0BB9E"/>
      </a:accent6>
      <a:hlink>
        <a:srgbClr val="698289"/>
      </a:hlink>
      <a:folHlink>
        <a:srgbClr val="9F7C8F"/>
      </a:folHlink>
    </a:clrScheme>
    <a:fontScheme name="Custom 63">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ace_Copilot Layouts_win32_KO_V7" id="{158F8A01-2E5F-4A07-81BB-FE4F3C72D79D}" vid="{30D5BA39-8B68-4632-B62A-F659D871A1D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B99ED26-B189-4BA1-99D0-1112D8C2F106}">
  <ds:schemaRefs>
    <ds:schemaRef ds:uri="http://purl.org/dc/elements/1.1/"/>
    <ds:schemaRef ds:uri="http://schemas.microsoft.com/office/2006/documentManagement/types"/>
    <ds:schemaRef ds:uri="http://schemas.microsoft.com/office/infopath/2007/PartnerControls"/>
    <ds:schemaRef ds:uri="http://www.w3.org/XML/1998/namespace"/>
    <ds:schemaRef ds:uri="230e9df3-be65-4c73-a93b-d1236ebd677e"/>
    <ds:schemaRef ds:uri="http://schemas.microsoft.com/sharepoint/v3"/>
    <ds:schemaRef ds:uri="http://purl.org/dc/dcmitype/"/>
    <ds:schemaRef ds:uri="71af3243-3dd4-4a8d-8c0d-dd76da1f02a5"/>
    <ds:schemaRef ds:uri="http://purl.org/dc/terms/"/>
    <ds:schemaRef ds:uri="http://schemas.openxmlformats.org/package/2006/metadata/core-properties"/>
    <ds:schemaRef ds:uri="16c05727-aa75-4e4a-9b5f-8a80a1165891"/>
    <ds:schemaRef ds:uri="http://schemas.microsoft.com/office/2006/metadata/properties"/>
  </ds:schemaRefs>
</ds:datastoreItem>
</file>

<file path=customXml/itemProps2.xml><?xml version="1.0" encoding="utf-8"?>
<ds:datastoreItem xmlns:ds="http://schemas.openxmlformats.org/officeDocument/2006/customXml" ds:itemID="{38E339AF-67FC-4BA3-8B2E-038B3ED310D5}">
  <ds:schemaRefs>
    <ds:schemaRef ds:uri="http://schemas.microsoft.com/sharepoint/v3/contenttype/forms"/>
  </ds:schemaRefs>
</ds:datastoreItem>
</file>

<file path=customXml/itemProps3.xml><?xml version="1.0" encoding="utf-8"?>
<ds:datastoreItem xmlns:ds="http://schemas.openxmlformats.org/officeDocument/2006/customXml" ds:itemID="{3766CE19-BB35-48A2-AFDA-766E83330032}">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628</TotalTime>
  <Words>5</Words>
  <Application>Microsoft Office PowerPoint</Application>
  <PresentationFormat>Widescreen</PresentationFormat>
  <Paragraphs>3</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Solace</vt:lpstr>
      <vt:lpstr>Foot Traffic and Dwell Time Trends at Office Supply Stores During the Remote Work Shift</vt:lpstr>
      <vt:lpstr>Research Questions &amp; Context</vt:lpstr>
      <vt:lpstr>Foot Traffic Trends and Demographic Influences</vt:lpstr>
      <vt:lpstr>Methodology</vt:lpstr>
      <vt:lpstr>Data Sources and Analytical Approach</vt:lpstr>
      <vt:lpstr>Key Findings</vt:lpstr>
      <vt:lpstr>Brand Performance and Demographic Correlations</vt:lpstr>
      <vt:lpstr>Conclusions</vt:lpstr>
      <vt:lpstr>Consumer Behavior and Retail Implications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created xsi:type="dcterms:W3CDTF">2025-05-21T23:03:00Z</dcterms:created>
  <dcterms:modified xsi:type="dcterms:W3CDTF">2025-10-12T06:24:17Z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