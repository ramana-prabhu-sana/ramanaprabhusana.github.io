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1" r:id="rId5"/>
  </p:sldMasterIdLst>
  <p:notesMasterIdLst>
    <p:notesMasterId r:id="rId18"/>
  </p:notesMasterIdLst>
  <p:sldIdLst>
    <p:sldId id="2561" r:id="rId6"/>
    <p:sldId id="2562" r:id="rId7"/>
    <p:sldId id="2563" r:id="rId8"/>
    <p:sldId id="2564" r:id="rId9"/>
    <p:sldId id="2565" r:id="rId10"/>
    <p:sldId id="2573" r:id="rId11"/>
    <p:sldId id="2566" r:id="rId12"/>
    <p:sldId id="2567" r:id="rId13"/>
    <p:sldId id="2568" r:id="rId14"/>
    <p:sldId id="2569" r:id="rId15"/>
    <p:sldId id="2570" r:id="rId16"/>
    <p:sldId id="25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8E92C4D6-D615-46CB-8709-D04757F9629D}">
          <p14:sldIdLst>
            <p14:sldId id="2561"/>
          </p14:sldIdLst>
        </p14:section>
        <p14:section name="Introduction" id="{E3B6CB13-4729-4B6D-BA2E-625B69C17F2D}">
          <p14:sldIdLst>
            <p14:sldId id="2562"/>
            <p14:sldId id="2563"/>
          </p14:sldIdLst>
        </p14:section>
        <p14:section name="Research Question 1" id="{0A14D54C-D075-494E-A36D-83DB9E95DA02}">
          <p14:sldIdLst>
            <p14:sldId id="2564"/>
            <p14:sldId id="2565"/>
          </p14:sldIdLst>
        </p14:section>
        <p14:section name="Research Question 2" id="{F01B88DC-A870-442C-95C6-EE0A49CDC611}">
          <p14:sldIdLst>
            <p14:sldId id="2573"/>
            <p14:sldId id="2566"/>
            <p14:sldId id="2567"/>
          </p14:sldIdLst>
        </p14:section>
        <p14:section name="Research Question 3" id="{FC334423-3A53-4970-A1BF-C2B945C29B9D}">
          <p14:sldIdLst>
            <p14:sldId id="2568"/>
            <p14:sldId id="2569"/>
          </p14:sldIdLst>
        </p14:section>
        <p14:section name="Conclusion" id="{464C3D19-8D98-49BB-B61F-A609B05EC9C4}">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3F545-9A17-46AB-A507-1E4B8B89EBBC}" v="14" dt="2025-10-12T06:32:55.778"/>
    <p1510:client id="{769A3AD9-A256-1D98-278E-A62CCB3D0A80}" v="1" dt="2025-10-12T06:56:38.216"/>
    <p1510:client id="{A1B28514-BE21-4EB2-BADE-07E7D15AB441}" v="101" dt="2025-10-12T07:08:38.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arth Vijayendra Shenoy" userId="S::shenoy22@purdue.edu::ffebcc8f-7a06-4e84-b225-70f02aec2e80" providerId="AD" clId="Web-{769A3AD9-A256-1D98-278E-A62CCB3D0A80}"/>
    <pc:docChg chg="modSld">
      <pc:chgData name="Siddharth Vijayendra Shenoy" userId="S::shenoy22@purdue.edu::ffebcc8f-7a06-4e84-b225-70f02aec2e80" providerId="AD" clId="Web-{769A3AD9-A256-1D98-278E-A62CCB3D0A80}" dt="2025-10-12T06:56:38.216" v="0" actId="1076"/>
      <pc:docMkLst>
        <pc:docMk/>
      </pc:docMkLst>
      <pc:sldChg chg="modSp">
        <pc:chgData name="Siddharth Vijayendra Shenoy" userId="S::shenoy22@purdue.edu::ffebcc8f-7a06-4e84-b225-70f02aec2e80" providerId="AD" clId="Web-{769A3AD9-A256-1D98-278E-A62CCB3D0A80}" dt="2025-10-12T06:56:38.216" v="0" actId="1076"/>
        <pc:sldMkLst>
          <pc:docMk/>
          <pc:sldMk cId="1509633277" sldId="264"/>
        </pc:sldMkLst>
        <pc:picChg chg="mod">
          <ac:chgData name="Siddharth Vijayendra Shenoy" userId="S::shenoy22@purdue.edu::ffebcc8f-7a06-4e84-b225-70f02aec2e80" providerId="AD" clId="Web-{769A3AD9-A256-1D98-278E-A62CCB3D0A80}" dt="2025-10-12T06:56:38.216" v="0" actId="1076"/>
          <ac:picMkLst>
            <pc:docMk/>
            <pc:sldMk cId="1509633277" sldId="264"/>
            <ac:picMk id="1029" creationId="{5EEC2220-52C1-43CF-66B4-06DB7C4E15C5}"/>
          </ac:picMkLst>
        </pc:picChg>
      </pc:sldChg>
    </pc:docChg>
  </pc:docChgLst>
  <pc:docChgLst>
    <pc:chgData name="Siddharth Vijayendra Shenoy" userId="ffebcc8f-7a06-4e84-b225-70f02aec2e80" providerId="ADAL" clId="{8D59BE26-2E14-4A2A-A63E-A026983840D6}"/>
    <pc:docChg chg="undo redo custSel addSld delSld modSld addMainMaster delMainMaster modSection">
      <pc:chgData name="Siddharth Vijayendra Shenoy" userId="ffebcc8f-7a06-4e84-b225-70f02aec2e80" providerId="ADAL" clId="{8D59BE26-2E14-4A2A-A63E-A026983840D6}" dt="2025-10-12T07:08:38.209" v="100" actId="2696"/>
      <pc:docMkLst>
        <pc:docMk/>
      </pc:docMkLst>
      <pc:sldChg chg="addSp delSp modSp add del mod setBg delDesignElem chgLayout">
        <pc:chgData name="Siddharth Vijayendra Shenoy" userId="ffebcc8f-7a06-4e84-b225-70f02aec2e80" providerId="ADAL" clId="{8D59BE26-2E14-4A2A-A63E-A026983840D6}" dt="2025-10-12T07:08:35.085" v="99" actId="2696"/>
        <pc:sldMkLst>
          <pc:docMk/>
          <pc:sldMk cId="1509633277" sldId="264"/>
        </pc:sldMkLst>
        <pc:spChg chg="add mod ord">
          <ac:chgData name="Siddharth Vijayendra Shenoy" userId="ffebcc8f-7a06-4e84-b225-70f02aec2e80" providerId="ADAL" clId="{8D59BE26-2E14-4A2A-A63E-A026983840D6}" dt="2025-10-12T06:57:26.212" v="6" actId="700"/>
          <ac:spMkLst>
            <pc:docMk/>
            <pc:sldMk cId="1509633277" sldId="264"/>
            <ac:spMk id="2" creationId="{8C7EE9DB-9BB2-4E7B-4851-3E301CF71C4C}"/>
          </ac:spMkLst>
        </pc:spChg>
        <pc:spChg chg="add del mod ord">
          <ac:chgData name="Siddharth Vijayendra Shenoy" userId="ffebcc8f-7a06-4e84-b225-70f02aec2e80" providerId="ADAL" clId="{8D59BE26-2E14-4A2A-A63E-A026983840D6}" dt="2025-10-12T06:59:02.054" v="7" actId="478"/>
          <ac:spMkLst>
            <pc:docMk/>
            <pc:sldMk cId="1509633277" sldId="264"/>
            <ac:spMk id="3" creationId="{C3BC8BD0-8E9C-F74E-C6DF-9FDC71D1C935}"/>
          </ac:spMkLst>
        </pc:spChg>
        <pc:spChg chg="del">
          <ac:chgData name="Siddharth Vijayendra Shenoy" userId="ffebcc8f-7a06-4e84-b225-70f02aec2e80" providerId="ADAL" clId="{8D59BE26-2E14-4A2A-A63E-A026983840D6}" dt="2025-10-12T06:55:12.450" v="1"/>
          <ac:spMkLst>
            <pc:docMk/>
            <pc:sldMk cId="1509633277" sldId="264"/>
            <ac:spMk id="2091" creationId="{B63E10B8-7A5C-4E1D-BE92-AAA068608C08}"/>
          </ac:spMkLst>
        </pc:spChg>
        <pc:spChg chg="del">
          <ac:chgData name="Siddharth Vijayendra Shenoy" userId="ffebcc8f-7a06-4e84-b225-70f02aec2e80" providerId="ADAL" clId="{8D59BE26-2E14-4A2A-A63E-A026983840D6}" dt="2025-10-12T06:55:12.450" v="1"/>
          <ac:spMkLst>
            <pc:docMk/>
            <pc:sldMk cId="1509633277" sldId="264"/>
            <ac:spMk id="2093" creationId="{E1C32068-6A8E-44A5-BE2D-65E7EC2DBF9A}"/>
          </ac:spMkLst>
        </pc:spChg>
        <pc:spChg chg="del">
          <ac:chgData name="Siddharth Vijayendra Shenoy" userId="ffebcc8f-7a06-4e84-b225-70f02aec2e80" providerId="ADAL" clId="{8D59BE26-2E14-4A2A-A63E-A026983840D6}" dt="2025-10-12T06:55:12.450" v="1"/>
          <ac:spMkLst>
            <pc:docMk/>
            <pc:sldMk cId="1509633277" sldId="264"/>
            <ac:spMk id="2095" creationId="{83940A33-AE5F-4FC1-AFFF-1BC5DD32E14C}"/>
          </ac:spMkLst>
        </pc:spChg>
        <pc:spChg chg="del">
          <ac:chgData name="Siddharth Vijayendra Shenoy" userId="ffebcc8f-7a06-4e84-b225-70f02aec2e80" providerId="ADAL" clId="{8D59BE26-2E14-4A2A-A63E-A026983840D6}" dt="2025-10-12T06:55:12.450" v="1"/>
          <ac:spMkLst>
            <pc:docMk/>
            <pc:sldMk cId="1509633277" sldId="264"/>
            <ac:spMk id="2101" creationId="{9310DD53-17D0-4A12-A0E2-72F3334878B5}"/>
          </ac:spMkLst>
        </pc:spChg>
        <pc:picChg chg="mod">
          <ac:chgData name="Siddharth Vijayendra Shenoy" userId="ffebcc8f-7a06-4e84-b225-70f02aec2e80" providerId="ADAL" clId="{8D59BE26-2E14-4A2A-A63E-A026983840D6}" dt="2025-10-12T06:59:22.295" v="13" actId="14100"/>
          <ac:picMkLst>
            <pc:docMk/>
            <pc:sldMk cId="1509633277" sldId="264"/>
            <ac:picMk id="1028" creationId="{8C4639CA-45A0-B5D9-9153-EBF42608831C}"/>
          </ac:picMkLst>
        </pc:picChg>
        <pc:picChg chg="mod">
          <ac:chgData name="Siddharth Vijayendra Shenoy" userId="ffebcc8f-7a06-4e84-b225-70f02aec2e80" providerId="ADAL" clId="{8D59BE26-2E14-4A2A-A63E-A026983840D6}" dt="2025-10-12T06:59:44.040" v="18" actId="1076"/>
          <ac:picMkLst>
            <pc:docMk/>
            <pc:sldMk cId="1509633277" sldId="264"/>
            <ac:picMk id="1029" creationId="{5EEC2220-52C1-43CF-66B4-06DB7C4E15C5}"/>
          </ac:picMkLst>
        </pc:picChg>
        <pc:picChg chg="mod">
          <ac:chgData name="Siddharth Vijayendra Shenoy" userId="ffebcc8f-7a06-4e84-b225-70f02aec2e80" providerId="ADAL" clId="{8D59BE26-2E14-4A2A-A63E-A026983840D6}" dt="2025-10-12T06:59:35.477" v="16" actId="1076"/>
          <ac:picMkLst>
            <pc:docMk/>
            <pc:sldMk cId="1509633277" sldId="264"/>
            <ac:picMk id="1030" creationId="{3A47CC67-2C30-9270-D150-CFA06122E1C1}"/>
          </ac:picMkLst>
        </pc:picChg>
        <pc:picChg chg="mod">
          <ac:chgData name="Siddharth Vijayendra Shenoy" userId="ffebcc8f-7a06-4e84-b225-70f02aec2e80" providerId="ADAL" clId="{8D59BE26-2E14-4A2A-A63E-A026983840D6}" dt="2025-10-12T06:59:39.883" v="17" actId="1076"/>
          <ac:picMkLst>
            <pc:docMk/>
            <pc:sldMk cId="1509633277" sldId="264"/>
            <ac:picMk id="1031" creationId="{289671E4-BBA3-EEF3-ED37-B80327FA54F2}"/>
          </ac:picMkLst>
        </pc:picChg>
      </pc:sldChg>
      <pc:sldChg chg="delSp add del setBg delDesignElem">
        <pc:chgData name="Siddharth Vijayendra Shenoy" userId="ffebcc8f-7a06-4e84-b225-70f02aec2e80" providerId="ADAL" clId="{8D59BE26-2E14-4A2A-A63E-A026983840D6}" dt="2025-10-12T07:08:38.209" v="100" actId="2696"/>
        <pc:sldMkLst>
          <pc:docMk/>
          <pc:sldMk cId="3072102295" sldId="2572"/>
        </pc:sldMkLst>
        <pc:spChg chg="del">
          <ac:chgData name="Siddharth Vijayendra Shenoy" userId="ffebcc8f-7a06-4e84-b225-70f02aec2e80" providerId="ADAL" clId="{8D59BE26-2E14-4A2A-A63E-A026983840D6}" dt="2025-10-12T07:00:05.552" v="20"/>
          <ac:spMkLst>
            <pc:docMk/>
            <pc:sldMk cId="3072102295" sldId="2572"/>
            <ac:spMk id="1036" creationId="{19B2EB12-332C-4DCC-9746-30DD4690F95F}"/>
          </ac:spMkLst>
        </pc:spChg>
        <pc:grpChg chg="del">
          <ac:chgData name="Siddharth Vijayendra Shenoy" userId="ffebcc8f-7a06-4e84-b225-70f02aec2e80" providerId="ADAL" clId="{8D59BE26-2E14-4A2A-A63E-A026983840D6}" dt="2025-10-12T07:00:05.552" v="20"/>
          <ac:grpSpMkLst>
            <pc:docMk/>
            <pc:sldMk cId="3072102295" sldId="2572"/>
            <ac:grpSpMk id="1038" creationId="{AFD40B55-BABB-4B33-ADD3-0C2340430678}"/>
          </ac:grpSpMkLst>
        </pc:grpChg>
        <pc:grpChg chg="del">
          <ac:chgData name="Siddharth Vijayendra Shenoy" userId="ffebcc8f-7a06-4e84-b225-70f02aec2e80" providerId="ADAL" clId="{8D59BE26-2E14-4A2A-A63E-A026983840D6}" dt="2025-10-12T07:00:05.552" v="20"/>
          <ac:grpSpMkLst>
            <pc:docMk/>
            <pc:sldMk cId="3072102295" sldId="2572"/>
            <ac:grpSpMk id="1042" creationId="{E616EDA1-F722-4C6A-AD2F-E487C7EBE6BD}"/>
          </ac:grpSpMkLst>
        </pc:grpChg>
        <pc:grpChg chg="del">
          <ac:chgData name="Siddharth Vijayendra Shenoy" userId="ffebcc8f-7a06-4e84-b225-70f02aec2e80" providerId="ADAL" clId="{8D59BE26-2E14-4A2A-A63E-A026983840D6}" dt="2025-10-12T07:00:05.552" v="20"/>
          <ac:grpSpMkLst>
            <pc:docMk/>
            <pc:sldMk cId="3072102295" sldId="2572"/>
            <ac:grpSpMk id="1046" creationId="{718BCC2B-0684-4382-A2D3-C9ADC776876E}"/>
          </ac:grpSpMkLst>
        </pc:grpChg>
        <pc:grpChg chg="del">
          <ac:chgData name="Siddharth Vijayendra Shenoy" userId="ffebcc8f-7a06-4e84-b225-70f02aec2e80" providerId="ADAL" clId="{8D59BE26-2E14-4A2A-A63E-A026983840D6}" dt="2025-10-12T07:00:05.552" v="20"/>
          <ac:grpSpMkLst>
            <pc:docMk/>
            <pc:sldMk cId="3072102295" sldId="2572"/>
            <ac:grpSpMk id="1050" creationId="{B5D0BDB0-2E17-4D86-BEE1-1A1817E04694}"/>
          </ac:grpSpMkLst>
        </pc:grpChg>
      </pc:sldChg>
      <pc:sldChg chg="addSp delSp modSp add mod modClrScheme setClrOvrMap delDesignElem chgLayout">
        <pc:chgData name="Siddharth Vijayendra Shenoy" userId="ffebcc8f-7a06-4e84-b225-70f02aec2e80" providerId="ADAL" clId="{8D59BE26-2E14-4A2A-A63E-A026983840D6}" dt="2025-10-12T07:08:13.139" v="98" actId="700"/>
        <pc:sldMkLst>
          <pc:docMk/>
          <pc:sldMk cId="1365239207" sldId="2573"/>
        </pc:sldMkLst>
        <pc:spChg chg="add del mod ord">
          <ac:chgData name="Siddharth Vijayendra Shenoy" userId="ffebcc8f-7a06-4e84-b225-70f02aec2e80" providerId="ADAL" clId="{8D59BE26-2E14-4A2A-A63E-A026983840D6}" dt="2025-10-12T07:08:13.139" v="98" actId="700"/>
          <ac:spMkLst>
            <pc:docMk/>
            <pc:sldMk cId="1365239207" sldId="2573"/>
            <ac:spMk id="2" creationId="{2BBF530A-B7C2-4622-FC41-11B74A074F9C}"/>
          </ac:spMkLst>
        </pc:spChg>
        <pc:spChg chg="add del mod ord">
          <ac:chgData name="Siddharth Vijayendra Shenoy" userId="ffebcc8f-7a06-4e84-b225-70f02aec2e80" providerId="ADAL" clId="{8D59BE26-2E14-4A2A-A63E-A026983840D6}" dt="2025-10-12T07:08:13.139" v="98" actId="700"/>
          <ac:spMkLst>
            <pc:docMk/>
            <pc:sldMk cId="1365239207" sldId="2573"/>
            <ac:spMk id="3" creationId="{513FBE68-9E84-396C-D9DE-C6B4F78D94AE}"/>
          </ac:spMkLst>
        </pc:spChg>
        <pc:spChg chg="add del">
          <ac:chgData name="Siddharth Vijayendra Shenoy" userId="ffebcc8f-7a06-4e84-b225-70f02aec2e80" providerId="ADAL" clId="{8D59BE26-2E14-4A2A-A63E-A026983840D6}" dt="2025-10-12T07:03:58.381" v="78" actId="26606"/>
          <ac:spMkLst>
            <pc:docMk/>
            <pc:sldMk cId="1365239207" sldId="2573"/>
            <ac:spMk id="1033" creationId="{B63E10B8-7A5C-4E1D-BE92-AAA068608C08}"/>
          </ac:spMkLst>
        </pc:spChg>
        <pc:spChg chg="add del">
          <ac:chgData name="Siddharth Vijayendra Shenoy" userId="ffebcc8f-7a06-4e84-b225-70f02aec2e80" providerId="ADAL" clId="{8D59BE26-2E14-4A2A-A63E-A026983840D6}" dt="2025-10-12T07:03:58.381" v="78" actId="26606"/>
          <ac:spMkLst>
            <pc:docMk/>
            <pc:sldMk cId="1365239207" sldId="2573"/>
            <ac:spMk id="1034" creationId="{E1C32068-6A8E-44A5-BE2D-65E7EC2DBF9A}"/>
          </ac:spMkLst>
        </pc:spChg>
        <pc:spChg chg="add del">
          <ac:chgData name="Siddharth Vijayendra Shenoy" userId="ffebcc8f-7a06-4e84-b225-70f02aec2e80" providerId="ADAL" clId="{8D59BE26-2E14-4A2A-A63E-A026983840D6}" dt="2025-10-12T07:03:58.381" v="78" actId="26606"/>
          <ac:spMkLst>
            <pc:docMk/>
            <pc:sldMk cId="1365239207" sldId="2573"/>
            <ac:spMk id="1035" creationId="{83940A33-AE5F-4FC1-AFFF-1BC5DD32E14C}"/>
          </ac:spMkLst>
        </pc:spChg>
        <pc:spChg chg="add del">
          <ac:chgData name="Siddharth Vijayendra Shenoy" userId="ffebcc8f-7a06-4e84-b225-70f02aec2e80" providerId="ADAL" clId="{8D59BE26-2E14-4A2A-A63E-A026983840D6}" dt="2025-10-12T07:01:53.229" v="47" actId="26606"/>
          <ac:spMkLst>
            <pc:docMk/>
            <pc:sldMk cId="1365239207" sldId="2573"/>
            <ac:spMk id="1036" creationId="{19B2EB12-332C-4DCC-9746-30DD4690F95F}"/>
          </ac:spMkLst>
        </pc:spChg>
        <pc:spChg chg="add del">
          <ac:chgData name="Siddharth Vijayendra Shenoy" userId="ffebcc8f-7a06-4e84-b225-70f02aec2e80" providerId="ADAL" clId="{8D59BE26-2E14-4A2A-A63E-A026983840D6}" dt="2025-10-12T07:03:58.381" v="78" actId="26606"/>
          <ac:spMkLst>
            <pc:docMk/>
            <pc:sldMk cId="1365239207" sldId="2573"/>
            <ac:spMk id="1037" creationId="{9310DD53-17D0-4A12-A0E2-72F3334878B5}"/>
          </ac:spMkLst>
        </pc:spChg>
        <pc:spChg chg="add del">
          <ac:chgData name="Siddharth Vijayendra Shenoy" userId="ffebcc8f-7a06-4e84-b225-70f02aec2e80" providerId="ADAL" clId="{8D59BE26-2E14-4A2A-A63E-A026983840D6}" dt="2025-10-12T07:04:17.906" v="80" actId="26606"/>
          <ac:spMkLst>
            <pc:docMk/>
            <pc:sldMk cId="1365239207" sldId="2573"/>
            <ac:spMk id="1041" creationId="{12E8CD4E-6381-4807-AA5B-CE0024A8BE19}"/>
          </ac:spMkLst>
        </pc:spChg>
        <pc:spChg chg="add del">
          <ac:chgData name="Siddharth Vijayendra Shenoy" userId="ffebcc8f-7a06-4e84-b225-70f02aec2e80" providerId="ADAL" clId="{8D59BE26-2E14-4A2A-A63E-A026983840D6}" dt="2025-10-12T07:04:17.906" v="80" actId="26606"/>
          <ac:spMkLst>
            <pc:docMk/>
            <pc:sldMk cId="1365239207" sldId="2573"/>
            <ac:spMk id="1045" creationId="{D28445F8-F032-43C9-8D0F-A5155F525283}"/>
          </ac:spMkLst>
        </pc:spChg>
        <pc:spChg chg="add del">
          <ac:chgData name="Siddharth Vijayendra Shenoy" userId="ffebcc8f-7a06-4e84-b225-70f02aec2e80" providerId="ADAL" clId="{8D59BE26-2E14-4A2A-A63E-A026983840D6}" dt="2025-10-12T07:04:17.906" v="80" actId="26606"/>
          <ac:spMkLst>
            <pc:docMk/>
            <pc:sldMk cId="1365239207" sldId="2573"/>
            <ac:spMk id="1049" creationId="{36A325B5-56A3-425A-B9A3-0CEB7CA1BBF6}"/>
          </ac:spMkLst>
        </pc:spChg>
        <pc:spChg chg="add del">
          <ac:chgData name="Siddharth Vijayendra Shenoy" userId="ffebcc8f-7a06-4e84-b225-70f02aec2e80" providerId="ADAL" clId="{8D59BE26-2E14-4A2A-A63E-A026983840D6}" dt="2025-10-12T07:04:17.906" v="80" actId="26606"/>
          <ac:spMkLst>
            <pc:docMk/>
            <pc:sldMk cId="1365239207" sldId="2573"/>
            <ac:spMk id="1053" creationId="{B80DE958-9D45-4CAD-BF1F-FA2ED970B7F6}"/>
          </ac:spMkLst>
        </pc:spChg>
        <pc:spChg chg="add del">
          <ac:chgData name="Siddharth Vijayendra Shenoy" userId="ffebcc8f-7a06-4e84-b225-70f02aec2e80" providerId="ADAL" clId="{8D59BE26-2E14-4A2A-A63E-A026983840D6}" dt="2025-10-12T07:01:53.228" v="46" actId="26606"/>
          <ac:spMkLst>
            <pc:docMk/>
            <pc:sldMk cId="1365239207" sldId="2573"/>
            <ac:spMk id="1054" creationId="{F4AEA020-F47C-4D8F-B20C-E5BDB814AF53}"/>
          </ac:spMkLst>
        </pc:spChg>
        <pc:spChg chg="add del">
          <ac:chgData name="Siddharth Vijayendra Shenoy" userId="ffebcc8f-7a06-4e84-b225-70f02aec2e80" providerId="ADAL" clId="{8D59BE26-2E14-4A2A-A63E-A026983840D6}" dt="2025-10-12T07:04:17.906" v="80" actId="26606"/>
          <ac:spMkLst>
            <pc:docMk/>
            <pc:sldMk cId="1365239207" sldId="2573"/>
            <ac:spMk id="1055" creationId="{BB93B4BF-AD35-4E52-8131-161C5FB9CDD7}"/>
          </ac:spMkLst>
        </pc:spChg>
        <pc:spChg chg="add del">
          <ac:chgData name="Siddharth Vijayendra Shenoy" userId="ffebcc8f-7a06-4e84-b225-70f02aec2e80" providerId="ADAL" clId="{8D59BE26-2E14-4A2A-A63E-A026983840D6}" dt="2025-10-12T07:00:42.678" v="26" actId="26606"/>
          <ac:spMkLst>
            <pc:docMk/>
            <pc:sldMk cId="1365239207" sldId="2573"/>
            <ac:spMk id="1057" creationId="{417CDA24-35F8-4540-8C52-3096D6D94949}"/>
          </ac:spMkLst>
        </pc:spChg>
        <pc:spChg chg="add del">
          <ac:chgData name="Siddharth Vijayendra Shenoy" userId="ffebcc8f-7a06-4e84-b225-70f02aec2e80" providerId="ADAL" clId="{8D59BE26-2E14-4A2A-A63E-A026983840D6}" dt="2025-10-12T07:04:39.992" v="82" actId="26606"/>
          <ac:spMkLst>
            <pc:docMk/>
            <pc:sldMk cId="1365239207" sldId="2573"/>
            <ac:spMk id="1058" creationId="{6742736B-1326-450B-9240-348937388E6A}"/>
          </ac:spMkLst>
        </pc:spChg>
        <pc:spChg chg="add del">
          <ac:chgData name="Siddharth Vijayendra Shenoy" userId="ffebcc8f-7a06-4e84-b225-70f02aec2e80" providerId="ADAL" clId="{8D59BE26-2E14-4A2A-A63E-A026983840D6}" dt="2025-10-12T07:00:42.678" v="26" actId="26606"/>
          <ac:spMkLst>
            <pc:docMk/>
            <pc:sldMk cId="1365239207" sldId="2573"/>
            <ac:spMk id="1059" creationId="{8658BFE0-4E65-4174-9C75-687C94E88273}"/>
          </ac:spMkLst>
        </pc:spChg>
        <pc:spChg chg="add del">
          <ac:chgData name="Siddharth Vijayendra Shenoy" userId="ffebcc8f-7a06-4e84-b225-70f02aec2e80" providerId="ADAL" clId="{8D59BE26-2E14-4A2A-A63E-A026983840D6}" dt="2025-10-12T07:08:13.139" v="98" actId="700"/>
          <ac:spMkLst>
            <pc:docMk/>
            <pc:sldMk cId="1365239207" sldId="2573"/>
            <ac:spMk id="1060" creationId="{19B2EB12-332C-4DCC-9746-30DD4690F95F}"/>
          </ac:spMkLst>
        </pc:spChg>
        <pc:spChg chg="add del">
          <ac:chgData name="Siddharth Vijayendra Shenoy" userId="ffebcc8f-7a06-4e84-b225-70f02aec2e80" providerId="ADAL" clId="{8D59BE26-2E14-4A2A-A63E-A026983840D6}" dt="2025-10-12T07:00:42.678" v="26" actId="26606"/>
          <ac:spMkLst>
            <pc:docMk/>
            <pc:sldMk cId="1365239207" sldId="2573"/>
            <ac:spMk id="1061" creationId="{FA75DFED-A0C1-4A83-BE1D-0271C1826EF6}"/>
          </ac:spMkLst>
        </pc:spChg>
        <pc:spChg chg="add del">
          <ac:chgData name="Siddharth Vijayendra Shenoy" userId="ffebcc8f-7a06-4e84-b225-70f02aec2e80" providerId="ADAL" clId="{8D59BE26-2E14-4A2A-A63E-A026983840D6}" dt="2025-10-12T07:00:45.828" v="28" actId="26606"/>
          <ac:spMkLst>
            <pc:docMk/>
            <pc:sldMk cId="1365239207" sldId="2573"/>
            <ac:spMk id="1063" creationId="{2C68A941-4039-4496-9008-274182DFFEDF}"/>
          </ac:spMkLst>
        </pc:spChg>
        <pc:spChg chg="add del">
          <ac:chgData name="Siddharth Vijayendra Shenoy" userId="ffebcc8f-7a06-4e84-b225-70f02aec2e80" providerId="ADAL" clId="{8D59BE26-2E14-4A2A-A63E-A026983840D6}" dt="2025-10-12T07:00:45.828" v="28" actId="26606"/>
          <ac:spMkLst>
            <pc:docMk/>
            <pc:sldMk cId="1365239207" sldId="2573"/>
            <ac:spMk id="1064" creationId="{12E8CD4E-6381-4807-AA5B-CE0024A8BE19}"/>
          </ac:spMkLst>
        </pc:spChg>
        <pc:spChg chg="add del">
          <ac:chgData name="Siddharth Vijayendra Shenoy" userId="ffebcc8f-7a06-4e84-b225-70f02aec2e80" providerId="ADAL" clId="{8D59BE26-2E14-4A2A-A63E-A026983840D6}" dt="2025-10-12T07:00:45.828" v="28" actId="26606"/>
          <ac:spMkLst>
            <pc:docMk/>
            <pc:sldMk cId="1365239207" sldId="2573"/>
            <ac:spMk id="1065" creationId="{878B897E-FBB2-4D71-AA1C-3C4DA4A264C9}"/>
          </ac:spMkLst>
        </pc:spChg>
        <pc:spChg chg="add del">
          <ac:chgData name="Siddharth Vijayendra Shenoy" userId="ffebcc8f-7a06-4e84-b225-70f02aec2e80" providerId="ADAL" clId="{8D59BE26-2E14-4A2A-A63E-A026983840D6}" dt="2025-10-12T07:00:45.828" v="28" actId="26606"/>
          <ac:spMkLst>
            <pc:docMk/>
            <pc:sldMk cId="1365239207" sldId="2573"/>
            <ac:spMk id="1066" creationId="{7C6A4DDC-3049-4FEA-B9FF-CBCF8B277BBF}"/>
          </ac:spMkLst>
        </pc:spChg>
        <pc:spChg chg="add del">
          <ac:chgData name="Siddharth Vijayendra Shenoy" userId="ffebcc8f-7a06-4e84-b225-70f02aec2e80" providerId="ADAL" clId="{8D59BE26-2E14-4A2A-A63E-A026983840D6}" dt="2025-10-12T07:00:45.828" v="28" actId="26606"/>
          <ac:spMkLst>
            <pc:docMk/>
            <pc:sldMk cId="1365239207" sldId="2573"/>
            <ac:spMk id="1067" creationId="{87BCB2CF-F2CE-43B5-93CB-386479577889}"/>
          </ac:spMkLst>
        </pc:spChg>
        <pc:spChg chg="add del">
          <ac:chgData name="Siddharth Vijayendra Shenoy" userId="ffebcc8f-7a06-4e84-b225-70f02aec2e80" providerId="ADAL" clId="{8D59BE26-2E14-4A2A-A63E-A026983840D6}" dt="2025-10-12T07:00:47.837" v="30" actId="26606"/>
          <ac:spMkLst>
            <pc:docMk/>
            <pc:sldMk cId="1365239207" sldId="2573"/>
            <ac:spMk id="1070" creationId="{19B2EB12-332C-4DCC-9746-30DD4690F95F}"/>
          </ac:spMkLst>
        </pc:spChg>
        <pc:spChg chg="add del">
          <ac:chgData name="Siddharth Vijayendra Shenoy" userId="ffebcc8f-7a06-4e84-b225-70f02aec2e80" providerId="ADAL" clId="{8D59BE26-2E14-4A2A-A63E-A026983840D6}" dt="2025-10-12T07:00:49.179" v="32" actId="26606"/>
          <ac:spMkLst>
            <pc:docMk/>
            <pc:sldMk cId="1365239207" sldId="2573"/>
            <ac:spMk id="1081" creationId="{56651B3B-2F8A-4E48-BEA0-5D35421CE7B5}"/>
          </ac:spMkLst>
        </pc:spChg>
        <pc:spChg chg="add del">
          <ac:chgData name="Siddharth Vijayendra Shenoy" userId="ffebcc8f-7a06-4e84-b225-70f02aec2e80" providerId="ADAL" clId="{8D59BE26-2E14-4A2A-A63E-A026983840D6}" dt="2025-10-12T07:00:49.179" v="32" actId="26606"/>
          <ac:spMkLst>
            <pc:docMk/>
            <pc:sldMk cId="1365239207" sldId="2573"/>
            <ac:spMk id="1082" creationId="{112839B5-6527-4FE1-B5CA-71D5FFC47C0E}"/>
          </ac:spMkLst>
        </pc:spChg>
        <pc:spChg chg="add del">
          <ac:chgData name="Siddharth Vijayendra Shenoy" userId="ffebcc8f-7a06-4e84-b225-70f02aec2e80" providerId="ADAL" clId="{8D59BE26-2E14-4A2A-A63E-A026983840D6}" dt="2025-10-12T07:00:49.179" v="32" actId="26606"/>
          <ac:spMkLst>
            <pc:docMk/>
            <pc:sldMk cId="1365239207" sldId="2573"/>
            <ac:spMk id="1083" creationId="{BE12D8E2-6088-4997-A8C6-1794DA9E1D48}"/>
          </ac:spMkLst>
        </pc:spChg>
        <pc:spChg chg="add del">
          <ac:chgData name="Siddharth Vijayendra Shenoy" userId="ffebcc8f-7a06-4e84-b225-70f02aec2e80" providerId="ADAL" clId="{8D59BE26-2E14-4A2A-A63E-A026983840D6}" dt="2025-10-12T07:00:49.179" v="32" actId="26606"/>
          <ac:spMkLst>
            <pc:docMk/>
            <pc:sldMk cId="1365239207" sldId="2573"/>
            <ac:spMk id="1084" creationId="{FAF10F47-1605-47C5-AE58-9062909ADA42}"/>
          </ac:spMkLst>
        </pc:spChg>
        <pc:spChg chg="add del">
          <ac:chgData name="Siddharth Vijayendra Shenoy" userId="ffebcc8f-7a06-4e84-b225-70f02aec2e80" providerId="ADAL" clId="{8D59BE26-2E14-4A2A-A63E-A026983840D6}" dt="2025-10-12T07:00:50.954" v="34" actId="26606"/>
          <ac:spMkLst>
            <pc:docMk/>
            <pc:sldMk cId="1365239207" sldId="2573"/>
            <ac:spMk id="1086" creationId="{6F79B0DD-2C63-4EE5-804F-B8E391FC1E45}"/>
          </ac:spMkLst>
        </pc:spChg>
        <pc:spChg chg="add del">
          <ac:chgData name="Siddharth Vijayendra Shenoy" userId="ffebcc8f-7a06-4e84-b225-70f02aec2e80" providerId="ADAL" clId="{8D59BE26-2E14-4A2A-A63E-A026983840D6}" dt="2025-10-12T07:00:50.954" v="34" actId="26606"/>
          <ac:spMkLst>
            <pc:docMk/>
            <pc:sldMk cId="1365239207" sldId="2573"/>
            <ac:spMk id="1087" creationId="{627DB8AB-CD55-4C8F-9043-52652B89231A}"/>
          </ac:spMkLst>
        </pc:spChg>
        <pc:spChg chg="add del">
          <ac:chgData name="Siddharth Vijayendra Shenoy" userId="ffebcc8f-7a06-4e84-b225-70f02aec2e80" providerId="ADAL" clId="{8D59BE26-2E14-4A2A-A63E-A026983840D6}" dt="2025-10-12T07:00:50.954" v="34" actId="26606"/>
          <ac:spMkLst>
            <pc:docMk/>
            <pc:sldMk cId="1365239207" sldId="2573"/>
            <ac:spMk id="1088" creationId="{53059C5A-91CB-4024-9B4E-20082E25C70B}"/>
          </ac:spMkLst>
        </pc:spChg>
        <pc:spChg chg="add del">
          <ac:chgData name="Siddharth Vijayendra Shenoy" userId="ffebcc8f-7a06-4e84-b225-70f02aec2e80" providerId="ADAL" clId="{8D59BE26-2E14-4A2A-A63E-A026983840D6}" dt="2025-10-12T07:00:50.954" v="34" actId="26606"/>
          <ac:spMkLst>
            <pc:docMk/>
            <pc:sldMk cId="1365239207" sldId="2573"/>
            <ac:spMk id="1089" creationId="{184884BF-A898-4EFF-9504-E13EBE3FF62E}"/>
          </ac:spMkLst>
        </pc:spChg>
        <pc:spChg chg="add del">
          <ac:chgData name="Siddharth Vijayendra Shenoy" userId="ffebcc8f-7a06-4e84-b225-70f02aec2e80" providerId="ADAL" clId="{8D59BE26-2E14-4A2A-A63E-A026983840D6}" dt="2025-10-12T07:00:50.954" v="34" actId="26606"/>
          <ac:spMkLst>
            <pc:docMk/>
            <pc:sldMk cId="1365239207" sldId="2573"/>
            <ac:spMk id="1090" creationId="{7B32D337-FDA6-4468-ADB1-7038E5FC0BA9}"/>
          </ac:spMkLst>
        </pc:spChg>
        <pc:spChg chg="add del">
          <ac:chgData name="Siddharth Vijayendra Shenoy" userId="ffebcc8f-7a06-4e84-b225-70f02aec2e80" providerId="ADAL" clId="{8D59BE26-2E14-4A2A-A63E-A026983840D6}" dt="2025-10-12T07:01:22.372" v="36" actId="26606"/>
          <ac:spMkLst>
            <pc:docMk/>
            <pc:sldMk cId="1365239207" sldId="2573"/>
            <ac:spMk id="1092" creationId="{0959F59E-86AC-4677-BFB0-9CD55AB10761}"/>
          </ac:spMkLst>
        </pc:spChg>
        <pc:spChg chg="add del">
          <ac:chgData name="Siddharth Vijayendra Shenoy" userId="ffebcc8f-7a06-4e84-b225-70f02aec2e80" providerId="ADAL" clId="{8D59BE26-2E14-4A2A-A63E-A026983840D6}" dt="2025-10-12T07:01:22.372" v="36" actId="26606"/>
          <ac:spMkLst>
            <pc:docMk/>
            <pc:sldMk cId="1365239207" sldId="2573"/>
            <ac:spMk id="1093" creationId="{997ED08E-7CE7-4539-8E16-6A356378B3D3}"/>
          </ac:spMkLst>
        </pc:spChg>
        <pc:spChg chg="add del">
          <ac:chgData name="Siddharth Vijayendra Shenoy" userId="ffebcc8f-7a06-4e84-b225-70f02aec2e80" providerId="ADAL" clId="{8D59BE26-2E14-4A2A-A63E-A026983840D6}" dt="2025-10-12T07:01:22.372" v="36" actId="26606"/>
          <ac:spMkLst>
            <pc:docMk/>
            <pc:sldMk cId="1365239207" sldId="2573"/>
            <ac:spMk id="1094" creationId="{39F96DC1-4B54-4B36-B945-425E4C04AFBD}"/>
          </ac:spMkLst>
        </pc:spChg>
        <pc:spChg chg="add del">
          <ac:chgData name="Siddharth Vijayendra Shenoy" userId="ffebcc8f-7a06-4e84-b225-70f02aec2e80" providerId="ADAL" clId="{8D59BE26-2E14-4A2A-A63E-A026983840D6}" dt="2025-10-12T07:01:22.372" v="36" actId="26606"/>
          <ac:spMkLst>
            <pc:docMk/>
            <pc:sldMk cId="1365239207" sldId="2573"/>
            <ac:spMk id="1095" creationId="{A4F450A1-0760-4C39-82E4-515AA4FC9473}"/>
          </ac:spMkLst>
        </pc:spChg>
        <pc:spChg chg="add del">
          <ac:chgData name="Siddharth Vijayendra Shenoy" userId="ffebcc8f-7a06-4e84-b225-70f02aec2e80" providerId="ADAL" clId="{8D59BE26-2E14-4A2A-A63E-A026983840D6}" dt="2025-10-12T07:01:22.372" v="36" actId="26606"/>
          <ac:spMkLst>
            <pc:docMk/>
            <pc:sldMk cId="1365239207" sldId="2573"/>
            <ac:spMk id="1096" creationId="{0185CD32-2E94-4663-81AE-CC54E44AC2FC}"/>
          </ac:spMkLst>
        </pc:spChg>
        <pc:spChg chg="add del">
          <ac:chgData name="Siddharth Vijayendra Shenoy" userId="ffebcc8f-7a06-4e84-b225-70f02aec2e80" providerId="ADAL" clId="{8D59BE26-2E14-4A2A-A63E-A026983840D6}" dt="2025-10-12T07:01:32.144" v="38" actId="26606"/>
          <ac:spMkLst>
            <pc:docMk/>
            <pc:sldMk cId="1365239207" sldId="2573"/>
            <ac:spMk id="1098" creationId="{25414FA1-2D4C-41DB-83DE-4F3E38C10A63}"/>
          </ac:spMkLst>
        </pc:spChg>
        <pc:spChg chg="add del">
          <ac:chgData name="Siddharth Vijayendra Shenoy" userId="ffebcc8f-7a06-4e84-b225-70f02aec2e80" providerId="ADAL" clId="{8D59BE26-2E14-4A2A-A63E-A026983840D6}" dt="2025-10-12T07:01:33.858" v="40" actId="26606"/>
          <ac:spMkLst>
            <pc:docMk/>
            <pc:sldMk cId="1365239207" sldId="2573"/>
            <ac:spMk id="1100" creationId="{E1750109-3B91-4506-B997-0CD8E35A1488}"/>
          </ac:spMkLst>
        </pc:spChg>
        <pc:spChg chg="add del">
          <ac:chgData name="Siddharth Vijayendra Shenoy" userId="ffebcc8f-7a06-4e84-b225-70f02aec2e80" providerId="ADAL" clId="{8D59BE26-2E14-4A2A-A63E-A026983840D6}" dt="2025-10-12T07:01:33.858" v="40" actId="26606"/>
          <ac:spMkLst>
            <pc:docMk/>
            <pc:sldMk cId="1365239207" sldId="2573"/>
            <ac:spMk id="1101" creationId="{E72D8D1B-59F6-4FF3-8547-9BBB6129F2FA}"/>
          </ac:spMkLst>
        </pc:spChg>
        <pc:spChg chg="add del">
          <ac:chgData name="Siddharth Vijayendra Shenoy" userId="ffebcc8f-7a06-4e84-b225-70f02aec2e80" providerId="ADAL" clId="{8D59BE26-2E14-4A2A-A63E-A026983840D6}" dt="2025-10-12T07:01:33.858" v="40" actId="26606"/>
          <ac:spMkLst>
            <pc:docMk/>
            <pc:sldMk cId="1365239207" sldId="2573"/>
            <ac:spMk id="1102" creationId="{8FC8C21F-9484-4A71-ABFA-6C10682FAC3E}"/>
          </ac:spMkLst>
        </pc:spChg>
        <pc:spChg chg="add del">
          <ac:chgData name="Siddharth Vijayendra Shenoy" userId="ffebcc8f-7a06-4e84-b225-70f02aec2e80" providerId="ADAL" clId="{8D59BE26-2E14-4A2A-A63E-A026983840D6}" dt="2025-10-12T07:01:33.858" v="40" actId="26606"/>
          <ac:spMkLst>
            <pc:docMk/>
            <pc:sldMk cId="1365239207" sldId="2573"/>
            <ac:spMk id="1103" creationId="{2C444748-5A8D-4B53-89FE-42B455DFA2D1}"/>
          </ac:spMkLst>
        </pc:spChg>
        <pc:spChg chg="add del">
          <ac:chgData name="Siddharth Vijayendra Shenoy" userId="ffebcc8f-7a06-4e84-b225-70f02aec2e80" providerId="ADAL" clId="{8D59BE26-2E14-4A2A-A63E-A026983840D6}" dt="2025-10-12T07:01:33.858" v="40" actId="26606"/>
          <ac:spMkLst>
            <pc:docMk/>
            <pc:sldMk cId="1365239207" sldId="2573"/>
            <ac:spMk id="1104" creationId="{14044C96-7CFD-44DB-A579-D77B0D37C681}"/>
          </ac:spMkLst>
        </pc:spChg>
        <pc:spChg chg="add del">
          <ac:chgData name="Siddharth Vijayendra Shenoy" userId="ffebcc8f-7a06-4e84-b225-70f02aec2e80" providerId="ADAL" clId="{8D59BE26-2E14-4A2A-A63E-A026983840D6}" dt="2025-10-12T07:01:38.785" v="42" actId="26606"/>
          <ac:spMkLst>
            <pc:docMk/>
            <pc:sldMk cId="1365239207" sldId="2573"/>
            <ac:spMk id="1106" creationId="{25B97239-2685-48C8-8104-1D4E4E383D82}"/>
          </ac:spMkLst>
        </pc:spChg>
        <pc:grpChg chg="add del">
          <ac:chgData name="Siddharth Vijayendra Shenoy" userId="ffebcc8f-7a06-4e84-b225-70f02aec2e80" providerId="ADAL" clId="{8D59BE26-2E14-4A2A-A63E-A026983840D6}" dt="2025-10-12T07:01:53.229" v="47" actId="26606"/>
          <ac:grpSpMkLst>
            <pc:docMk/>
            <pc:sldMk cId="1365239207" sldId="2573"/>
            <ac:grpSpMk id="1038" creationId="{AFD40B55-BABB-4B33-ADD3-0C2340430678}"/>
          </ac:grpSpMkLst>
        </pc:grpChg>
        <pc:grpChg chg="add del">
          <ac:chgData name="Siddharth Vijayendra Shenoy" userId="ffebcc8f-7a06-4e84-b225-70f02aec2e80" providerId="ADAL" clId="{8D59BE26-2E14-4A2A-A63E-A026983840D6}" dt="2025-10-12T07:01:53.229" v="47" actId="26606"/>
          <ac:grpSpMkLst>
            <pc:docMk/>
            <pc:sldMk cId="1365239207" sldId="2573"/>
            <ac:grpSpMk id="1042" creationId="{E616EDA1-F722-4C6A-AD2F-E487C7EBE6BD}"/>
          </ac:grpSpMkLst>
        </pc:grpChg>
        <pc:grpChg chg="add del">
          <ac:chgData name="Siddharth Vijayendra Shenoy" userId="ffebcc8f-7a06-4e84-b225-70f02aec2e80" providerId="ADAL" clId="{8D59BE26-2E14-4A2A-A63E-A026983840D6}" dt="2025-10-12T07:01:53.229" v="47" actId="26606"/>
          <ac:grpSpMkLst>
            <pc:docMk/>
            <pc:sldMk cId="1365239207" sldId="2573"/>
            <ac:grpSpMk id="1046" creationId="{718BCC2B-0684-4382-A2D3-C9ADC776876E}"/>
          </ac:grpSpMkLst>
        </pc:grpChg>
        <pc:grpChg chg="add del">
          <ac:chgData name="Siddharth Vijayendra Shenoy" userId="ffebcc8f-7a06-4e84-b225-70f02aec2e80" providerId="ADAL" clId="{8D59BE26-2E14-4A2A-A63E-A026983840D6}" dt="2025-10-12T07:01:53.229" v="47" actId="26606"/>
          <ac:grpSpMkLst>
            <pc:docMk/>
            <pc:sldMk cId="1365239207" sldId="2573"/>
            <ac:grpSpMk id="1050" creationId="{B5D0BDB0-2E17-4D86-BEE1-1A1817E04694}"/>
          </ac:grpSpMkLst>
        </pc:grpChg>
        <pc:grpChg chg="add del">
          <ac:chgData name="Siddharth Vijayendra Shenoy" userId="ffebcc8f-7a06-4e84-b225-70f02aec2e80" providerId="ADAL" clId="{8D59BE26-2E14-4A2A-A63E-A026983840D6}" dt="2025-10-12T07:08:13.139" v="98" actId="700"/>
          <ac:grpSpMkLst>
            <pc:docMk/>
            <pc:sldMk cId="1365239207" sldId="2573"/>
            <ac:grpSpMk id="1062" creationId="{AFD40B55-BABB-4B33-ADD3-0C2340430678}"/>
          </ac:grpSpMkLst>
        </pc:grpChg>
        <pc:grpChg chg="add del">
          <ac:chgData name="Siddharth Vijayendra Shenoy" userId="ffebcc8f-7a06-4e84-b225-70f02aec2e80" providerId="ADAL" clId="{8D59BE26-2E14-4A2A-A63E-A026983840D6}" dt="2025-10-12T07:00:47.837" v="30" actId="26606"/>
          <ac:grpSpMkLst>
            <pc:docMk/>
            <pc:sldMk cId="1365239207" sldId="2573"/>
            <ac:grpSpMk id="1071" creationId="{B5D0BDB0-2E17-4D86-BEE1-1A1817E04694}"/>
          </ac:grpSpMkLst>
        </pc:grpChg>
        <pc:grpChg chg="add del">
          <ac:chgData name="Siddharth Vijayendra Shenoy" userId="ffebcc8f-7a06-4e84-b225-70f02aec2e80" providerId="ADAL" clId="{8D59BE26-2E14-4A2A-A63E-A026983840D6}" dt="2025-10-12T07:08:13.139" v="98" actId="700"/>
          <ac:grpSpMkLst>
            <pc:docMk/>
            <pc:sldMk cId="1365239207" sldId="2573"/>
            <ac:grpSpMk id="1072" creationId="{E616EDA1-F722-4C6A-AD2F-E487C7EBE6BD}"/>
          </ac:grpSpMkLst>
        </pc:grpChg>
        <pc:grpChg chg="add del">
          <ac:chgData name="Siddharth Vijayendra Shenoy" userId="ffebcc8f-7a06-4e84-b225-70f02aec2e80" providerId="ADAL" clId="{8D59BE26-2E14-4A2A-A63E-A026983840D6}" dt="2025-10-12T07:00:47.837" v="30" actId="26606"/>
          <ac:grpSpMkLst>
            <pc:docMk/>
            <pc:sldMk cId="1365239207" sldId="2573"/>
            <ac:grpSpMk id="1074" creationId="{AFD40B55-BABB-4B33-ADD3-0C2340430678}"/>
          </ac:grpSpMkLst>
        </pc:grpChg>
        <pc:grpChg chg="add del">
          <ac:chgData name="Siddharth Vijayendra Shenoy" userId="ffebcc8f-7a06-4e84-b225-70f02aec2e80" providerId="ADAL" clId="{8D59BE26-2E14-4A2A-A63E-A026983840D6}" dt="2025-10-12T07:00:47.837" v="30" actId="26606"/>
          <ac:grpSpMkLst>
            <pc:docMk/>
            <pc:sldMk cId="1365239207" sldId="2573"/>
            <ac:grpSpMk id="1076" creationId="{E616EDA1-F722-4C6A-AD2F-E487C7EBE6BD}"/>
          </ac:grpSpMkLst>
        </pc:grpChg>
        <pc:grpChg chg="add del">
          <ac:chgData name="Siddharth Vijayendra Shenoy" userId="ffebcc8f-7a06-4e84-b225-70f02aec2e80" providerId="ADAL" clId="{8D59BE26-2E14-4A2A-A63E-A026983840D6}" dt="2025-10-12T07:08:13.139" v="98" actId="700"/>
          <ac:grpSpMkLst>
            <pc:docMk/>
            <pc:sldMk cId="1365239207" sldId="2573"/>
            <ac:grpSpMk id="1077" creationId="{718BCC2B-0684-4382-A2D3-C9ADC776876E}"/>
          </ac:grpSpMkLst>
        </pc:grpChg>
        <pc:grpChg chg="add del">
          <ac:chgData name="Siddharth Vijayendra Shenoy" userId="ffebcc8f-7a06-4e84-b225-70f02aec2e80" providerId="ADAL" clId="{8D59BE26-2E14-4A2A-A63E-A026983840D6}" dt="2025-10-12T07:00:47.837" v="30" actId="26606"/>
          <ac:grpSpMkLst>
            <pc:docMk/>
            <pc:sldMk cId="1365239207" sldId="2573"/>
            <ac:grpSpMk id="1079" creationId="{718BCC2B-0684-4382-A2D3-C9ADC776876E}"/>
          </ac:grpSpMkLst>
        </pc:grpChg>
        <pc:grpChg chg="add del">
          <ac:chgData name="Siddharth Vijayendra Shenoy" userId="ffebcc8f-7a06-4e84-b225-70f02aec2e80" providerId="ADAL" clId="{8D59BE26-2E14-4A2A-A63E-A026983840D6}" dt="2025-10-12T07:08:13.139" v="98" actId="700"/>
          <ac:grpSpMkLst>
            <pc:docMk/>
            <pc:sldMk cId="1365239207" sldId="2573"/>
            <ac:grpSpMk id="1085" creationId="{B5D0BDB0-2E17-4D86-BEE1-1A1817E04694}"/>
          </ac:grpSpMkLst>
        </pc:grpChg>
        <pc:picChg chg="mod ord">
          <ac:chgData name="Siddharth Vijayendra Shenoy" userId="ffebcc8f-7a06-4e84-b225-70f02aec2e80" providerId="ADAL" clId="{8D59BE26-2E14-4A2A-A63E-A026983840D6}" dt="2025-10-12T07:05:36.590" v="93" actId="26606"/>
          <ac:picMkLst>
            <pc:docMk/>
            <pc:sldMk cId="1365239207" sldId="2573"/>
            <ac:picMk id="1028" creationId="{8C4639CA-45A0-B5D9-9153-EBF42608831C}"/>
          </ac:picMkLst>
        </pc:picChg>
        <pc:picChg chg="mod ord">
          <ac:chgData name="Siddharth Vijayendra Shenoy" userId="ffebcc8f-7a06-4e84-b225-70f02aec2e80" providerId="ADAL" clId="{8D59BE26-2E14-4A2A-A63E-A026983840D6}" dt="2025-10-12T07:05:36.590" v="93" actId="26606"/>
          <ac:picMkLst>
            <pc:docMk/>
            <pc:sldMk cId="1365239207" sldId="2573"/>
            <ac:picMk id="1029" creationId="{5EEC2220-52C1-43CF-66B4-06DB7C4E15C5}"/>
          </ac:picMkLst>
        </pc:picChg>
        <pc:picChg chg="mod ord">
          <ac:chgData name="Siddharth Vijayendra Shenoy" userId="ffebcc8f-7a06-4e84-b225-70f02aec2e80" providerId="ADAL" clId="{8D59BE26-2E14-4A2A-A63E-A026983840D6}" dt="2025-10-12T07:05:36.590" v="93" actId="26606"/>
          <ac:picMkLst>
            <pc:docMk/>
            <pc:sldMk cId="1365239207" sldId="2573"/>
            <ac:picMk id="1030" creationId="{3A47CC67-2C30-9270-D150-CFA06122E1C1}"/>
          </ac:picMkLst>
        </pc:picChg>
        <pc:picChg chg="mod ord">
          <ac:chgData name="Siddharth Vijayendra Shenoy" userId="ffebcc8f-7a06-4e84-b225-70f02aec2e80" providerId="ADAL" clId="{8D59BE26-2E14-4A2A-A63E-A026983840D6}" dt="2025-10-12T07:06:20.660" v="96" actId="14100"/>
          <ac:picMkLst>
            <pc:docMk/>
            <pc:sldMk cId="1365239207" sldId="2573"/>
            <ac:picMk id="1031" creationId="{289671E4-BBA3-EEF3-ED37-B80327FA54F2}"/>
          </ac:picMkLst>
        </pc:picChg>
      </pc:sldChg>
      <pc:sldChg chg="addSp delSp add del setBg delDesignElem">
        <pc:chgData name="Siddharth Vijayendra Shenoy" userId="ffebcc8f-7a06-4e84-b225-70f02aec2e80" providerId="ADAL" clId="{8D59BE26-2E14-4A2A-A63E-A026983840D6}" dt="2025-10-12T07:00:27.737" v="23"/>
        <pc:sldMkLst>
          <pc:docMk/>
          <pc:sldMk cId="4052951900" sldId="2573"/>
        </pc:sldMkLst>
        <pc:spChg chg="add del">
          <ac:chgData name="Siddharth Vijayendra Shenoy" userId="ffebcc8f-7a06-4e84-b225-70f02aec2e80" providerId="ADAL" clId="{8D59BE26-2E14-4A2A-A63E-A026983840D6}" dt="2025-10-12T07:00:27.737" v="23"/>
          <ac:spMkLst>
            <pc:docMk/>
            <pc:sldMk cId="4052951900" sldId="2573"/>
            <ac:spMk id="1036" creationId="{19B2EB12-332C-4DCC-9746-30DD4690F95F}"/>
          </ac:spMkLst>
        </pc:spChg>
        <pc:grpChg chg="add del">
          <ac:chgData name="Siddharth Vijayendra Shenoy" userId="ffebcc8f-7a06-4e84-b225-70f02aec2e80" providerId="ADAL" clId="{8D59BE26-2E14-4A2A-A63E-A026983840D6}" dt="2025-10-12T07:00:27.737" v="23"/>
          <ac:grpSpMkLst>
            <pc:docMk/>
            <pc:sldMk cId="4052951900" sldId="2573"/>
            <ac:grpSpMk id="1038" creationId="{AFD40B55-BABB-4B33-ADD3-0C2340430678}"/>
          </ac:grpSpMkLst>
        </pc:grpChg>
        <pc:grpChg chg="add del">
          <ac:chgData name="Siddharth Vijayendra Shenoy" userId="ffebcc8f-7a06-4e84-b225-70f02aec2e80" providerId="ADAL" clId="{8D59BE26-2E14-4A2A-A63E-A026983840D6}" dt="2025-10-12T07:00:27.737" v="23"/>
          <ac:grpSpMkLst>
            <pc:docMk/>
            <pc:sldMk cId="4052951900" sldId="2573"/>
            <ac:grpSpMk id="1042" creationId="{E616EDA1-F722-4C6A-AD2F-E487C7EBE6BD}"/>
          </ac:grpSpMkLst>
        </pc:grpChg>
        <pc:grpChg chg="add del">
          <ac:chgData name="Siddharth Vijayendra Shenoy" userId="ffebcc8f-7a06-4e84-b225-70f02aec2e80" providerId="ADAL" clId="{8D59BE26-2E14-4A2A-A63E-A026983840D6}" dt="2025-10-12T07:00:27.737" v="23"/>
          <ac:grpSpMkLst>
            <pc:docMk/>
            <pc:sldMk cId="4052951900" sldId="2573"/>
            <ac:grpSpMk id="1046" creationId="{718BCC2B-0684-4382-A2D3-C9ADC776876E}"/>
          </ac:grpSpMkLst>
        </pc:grpChg>
        <pc:grpChg chg="add del">
          <ac:chgData name="Siddharth Vijayendra Shenoy" userId="ffebcc8f-7a06-4e84-b225-70f02aec2e80" providerId="ADAL" clId="{8D59BE26-2E14-4A2A-A63E-A026983840D6}" dt="2025-10-12T07:00:27.737" v="23"/>
          <ac:grpSpMkLst>
            <pc:docMk/>
            <pc:sldMk cId="4052951900" sldId="2573"/>
            <ac:grpSpMk id="1050" creationId="{B5D0BDB0-2E17-4D86-BEE1-1A1817E04694}"/>
          </ac:grpSpMkLst>
        </pc:grpChg>
      </pc:sldChg>
      <pc:sldMasterChg chg="delSldLayout">
        <pc:chgData name="Siddharth Vijayendra Shenoy" userId="ffebcc8f-7a06-4e84-b225-70f02aec2e80" providerId="ADAL" clId="{8D59BE26-2E14-4A2A-A63E-A026983840D6}" dt="2025-10-12T07:08:35.085" v="99" actId="2696"/>
        <pc:sldMasterMkLst>
          <pc:docMk/>
          <pc:sldMasterMk cId="2457166413" sldId="2147483660"/>
        </pc:sldMasterMkLst>
        <pc:sldLayoutChg chg="del">
          <pc:chgData name="Siddharth Vijayendra Shenoy" userId="ffebcc8f-7a06-4e84-b225-70f02aec2e80" providerId="ADAL" clId="{8D59BE26-2E14-4A2A-A63E-A026983840D6}" dt="2025-10-12T07:08:35.085" v="99" actId="2696"/>
          <pc:sldLayoutMkLst>
            <pc:docMk/>
            <pc:sldMasterMk cId="2457166413" sldId="2147483660"/>
            <pc:sldLayoutMk cId="621145701" sldId="2147483698"/>
          </pc:sldLayoutMkLst>
        </pc:sldLayoutChg>
      </pc:sldMasterChg>
      <pc:sldMasterChg chg="add del addSldLayout delSldLayout">
        <pc:chgData name="Siddharth Vijayendra Shenoy" userId="ffebcc8f-7a06-4e84-b225-70f02aec2e80" providerId="ADAL" clId="{8D59BE26-2E14-4A2A-A63E-A026983840D6}" dt="2025-10-12T07:08:13.139" v="98" actId="700"/>
        <pc:sldMasterMkLst>
          <pc:docMk/>
          <pc:sldMasterMk cId="3496213282" sldId="2147483711"/>
        </pc:sldMasterMkLst>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934159640" sldId="2147483712"/>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2236266086" sldId="2147483713"/>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1263088922" sldId="2147483714"/>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2414182392" sldId="2147483715"/>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126078566" sldId="2147483716"/>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2285351417" sldId="2147483717"/>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3512669632" sldId="2147483718"/>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1604537605" sldId="2147483719"/>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43323488" sldId="2147483720"/>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1982565232" sldId="2147483721"/>
          </pc:sldLayoutMkLst>
        </pc:sldLayoutChg>
        <pc:sldLayoutChg chg="add del">
          <pc:chgData name="Siddharth Vijayendra Shenoy" userId="ffebcc8f-7a06-4e84-b225-70f02aec2e80" providerId="ADAL" clId="{8D59BE26-2E14-4A2A-A63E-A026983840D6}" dt="2025-10-12T07:08:13.139" v="98" actId="700"/>
          <pc:sldLayoutMkLst>
            <pc:docMk/>
            <pc:sldMasterMk cId="3496213282" sldId="2147483711"/>
            <pc:sldLayoutMk cId="4252952522" sldId="2147483722"/>
          </pc:sldLayoutMkLst>
        </pc:sldLayoutChg>
      </pc:sldMasterChg>
    </pc:docChg>
  </pc:docChgLst>
  <pc:docChgLst>
    <pc:chgData clId="Web-{65F3F545-9A17-46AB-A507-1E4B8B89EBBC}"/>
    <pc:docChg chg="addSld delSld modSld addSection">
      <pc:chgData name="" userId="" providerId="" clId="Web-{65F3F545-9A17-46AB-A507-1E4B8B89EBBC}" dt="2025-10-12T06:32:55.778" v="14" actId="34807"/>
      <pc:docMkLst>
        <pc:docMk/>
      </pc:docMkLst>
      <pc:sldChg chg="del">
        <pc:chgData name="" userId="" providerId="" clId="Web-{65F3F545-9A17-46AB-A507-1E4B8B89EBBC}" dt="2025-10-12T06:32:55.731" v="0" actId="34807"/>
        <pc:sldMkLst>
          <pc:docMk/>
          <pc:sldMk cId="2716566729" sldId="257"/>
        </pc:sldMkLst>
      </pc:sldChg>
      <pc:sldChg chg="modSp add mod modClrScheme addAnim chgLayout">
        <pc:chgData name="" userId="" providerId="" clId="Web-{65F3F545-9A17-46AB-A507-1E4B8B89EBBC}" dt="2025-10-12T06:32:55.778" v="4" actId="34807"/>
        <pc:sldMkLst>
          <pc:docMk/>
          <pc:sldMk cId="3648084093" sldId="2561"/>
        </pc:sldMkLst>
        <pc:spChg chg="mod">
          <ac:chgData name="" userId="" providerId="" clId="Web-{65F3F545-9A17-46AB-A507-1E4B8B89EBBC}" dt="2025-10-12T06:32:55.778" v="1" actId="34807"/>
          <ac:spMkLst>
            <pc:docMk/>
            <pc:sldMk cId="3648084093" sldId="2561"/>
            <ac:spMk id="2" creationId="{A40342B5-188F-D288-0404-F9CF1C4A7C96}"/>
          </ac:spMkLst>
        </pc:spChg>
        <pc:spChg chg="mod">
          <ac:chgData name="" userId="" providerId="" clId="Web-{65F3F545-9A17-46AB-A507-1E4B8B89EBBC}" dt="2025-10-12T06:32:55.778" v="1" actId="34807"/>
          <ac:spMkLst>
            <pc:docMk/>
            <pc:sldMk cId="3648084093" sldId="2561"/>
            <ac:spMk id="3" creationId="{3A8F105C-DD44-2338-5A3E-C203ED3C865D}"/>
          </ac:spMkLst>
        </pc:spChg>
        <pc:picChg chg="mod">
          <ac:chgData name="" userId="" providerId="" clId="Web-{65F3F545-9A17-46AB-A507-1E4B8B89EBBC}" dt="2025-10-12T06:32:55.778" v="1" actId="34807"/>
          <ac:picMkLst>
            <pc:docMk/>
            <pc:sldMk cId="3648084093" sldId="2561"/>
            <ac:picMk id="4" creationId="{F79C8A4A-4881-4C91-B54D-065A6336310F}"/>
          </ac:picMkLst>
        </pc:picChg>
      </pc:sldChg>
      <pc:sldChg chg="modSp add mod modTransition addAnim chgLayout">
        <pc:chgData name="" userId="" providerId="" clId="Web-{65F3F545-9A17-46AB-A507-1E4B8B89EBBC}" dt="2025-10-12T06:32:55.778" v="5" actId="34807"/>
        <pc:sldMkLst>
          <pc:docMk/>
          <pc:sldMk cId="1006196886" sldId="2562"/>
        </pc:sldMkLst>
        <pc:spChg chg="mod">
          <ac:chgData name="" userId="" providerId="" clId="Web-{65F3F545-9A17-46AB-A507-1E4B8B89EBBC}" dt="2025-10-12T06:32:55.778" v="1" actId="34807"/>
          <ac:spMkLst>
            <pc:docMk/>
            <pc:sldMk cId="1006196886" sldId="2562"/>
            <ac:spMk id="2" creationId="{7FCFABC3-D5E1-3A5B-6BB7-1C5F8A992220}"/>
          </ac:spMkLst>
        </pc:spChg>
      </pc:sldChg>
      <pc:sldChg chg="modSp add mod modTransition modClrScheme addAnim chgLayout">
        <pc:chgData name="" userId="" providerId="" clId="Web-{65F3F545-9A17-46AB-A507-1E4B8B89EBBC}" dt="2025-10-12T06:32:55.778" v="6" actId="34807"/>
        <pc:sldMkLst>
          <pc:docMk/>
          <pc:sldMk cId="3001975968" sldId="2563"/>
        </pc:sldMkLst>
        <pc:spChg chg="mod">
          <ac:chgData name="" userId="" providerId="" clId="Web-{65F3F545-9A17-46AB-A507-1E4B8B89EBBC}" dt="2025-10-12T06:32:55.778" v="1" actId="34807"/>
          <ac:spMkLst>
            <pc:docMk/>
            <pc:sldMk cId="3001975968" sldId="2563"/>
            <ac:spMk id="2" creationId="{7127F0EA-62C8-05BA-5616-5ECAC4BB79C4}"/>
          </ac:spMkLst>
        </pc:spChg>
        <pc:spChg chg="mod">
          <ac:chgData name="" userId="" providerId="" clId="Web-{65F3F545-9A17-46AB-A507-1E4B8B89EBBC}" dt="2025-10-12T06:32:55.778" v="1" actId="34807"/>
          <ac:spMkLst>
            <pc:docMk/>
            <pc:sldMk cId="3001975968" sldId="2563"/>
            <ac:spMk id="4" creationId="{7D61F5B6-780C-CEC1-8002-2B6615A95EAB}"/>
          </ac:spMkLst>
        </pc:spChg>
        <pc:picChg chg="mod">
          <ac:chgData name="" userId="" providerId="" clId="Web-{65F3F545-9A17-46AB-A507-1E4B8B89EBBC}" dt="2025-10-12T06:32:55.778" v="1" actId="34807"/>
          <ac:picMkLst>
            <pc:docMk/>
            <pc:sldMk cId="3001975968" sldId="2563"/>
            <ac:picMk id="5" creationId="{9E579EE0-9A30-49B1-9123-9E98D787469F}"/>
          </ac:picMkLst>
        </pc:picChg>
      </pc:sldChg>
      <pc:sldChg chg="modSp add mod modTransition addAnim chgLayout">
        <pc:chgData name="" userId="" providerId="" clId="Web-{65F3F545-9A17-46AB-A507-1E4B8B89EBBC}" dt="2025-10-12T06:32:55.778" v="7" actId="34807"/>
        <pc:sldMkLst>
          <pc:docMk/>
          <pc:sldMk cId="1665233876" sldId="2564"/>
        </pc:sldMkLst>
        <pc:spChg chg="mod">
          <ac:chgData name="" userId="" providerId="" clId="Web-{65F3F545-9A17-46AB-A507-1E4B8B89EBBC}" dt="2025-10-12T06:32:55.778" v="1" actId="34807"/>
          <ac:spMkLst>
            <pc:docMk/>
            <pc:sldMk cId="1665233876" sldId="2564"/>
            <ac:spMk id="2" creationId="{FFC095F5-D4A1-3845-D515-659ADDFD59EE}"/>
          </ac:spMkLst>
        </pc:spChg>
      </pc:sldChg>
      <pc:sldChg chg="modSp add mod modTransition modClrScheme addAnim chgLayout">
        <pc:chgData name="" userId="" providerId="" clId="Web-{65F3F545-9A17-46AB-A507-1E4B8B89EBBC}" dt="2025-10-12T06:32:55.778" v="8" actId="34807"/>
        <pc:sldMkLst>
          <pc:docMk/>
          <pc:sldMk cId="2098889048" sldId="2565"/>
        </pc:sldMkLst>
        <pc:spChg chg="mod">
          <ac:chgData name="" userId="" providerId="" clId="Web-{65F3F545-9A17-46AB-A507-1E4B8B89EBBC}" dt="2025-10-12T06:32:55.778" v="1" actId="34807"/>
          <ac:spMkLst>
            <pc:docMk/>
            <pc:sldMk cId="2098889048" sldId="2565"/>
            <ac:spMk id="2" creationId="{9E58CC2B-0CF2-D186-C5A3-CE85227ACF1B}"/>
          </ac:spMkLst>
        </pc:spChg>
        <pc:spChg chg="mod">
          <ac:chgData name="" userId="" providerId="" clId="Web-{65F3F545-9A17-46AB-A507-1E4B8B89EBBC}" dt="2025-10-12T06:32:55.778" v="1" actId="34807"/>
          <ac:spMkLst>
            <pc:docMk/>
            <pc:sldMk cId="2098889048" sldId="2565"/>
            <ac:spMk id="4" creationId="{3B75FC93-D854-ECF1-C877-18837ABC9E55}"/>
          </ac:spMkLst>
        </pc:spChg>
        <pc:picChg chg="mod">
          <ac:chgData name="" userId="" providerId="" clId="Web-{65F3F545-9A17-46AB-A507-1E4B8B89EBBC}" dt="2025-10-12T06:32:55.778" v="1" actId="34807"/>
          <ac:picMkLst>
            <pc:docMk/>
            <pc:sldMk cId="2098889048" sldId="2565"/>
            <ac:picMk id="5" creationId="{B3087ABA-DF9E-461D-A0EA-D2C2A8B8BEF6}"/>
          </ac:picMkLst>
        </pc:picChg>
      </pc:sldChg>
      <pc:sldChg chg="modSp add mod modTransition addAnim chgLayout">
        <pc:chgData name="" userId="" providerId="" clId="Web-{65F3F545-9A17-46AB-A507-1E4B8B89EBBC}" dt="2025-10-12T06:32:55.778" v="9" actId="34807"/>
        <pc:sldMkLst>
          <pc:docMk/>
          <pc:sldMk cId="179475407" sldId="2566"/>
        </pc:sldMkLst>
        <pc:spChg chg="mod">
          <ac:chgData name="" userId="" providerId="" clId="Web-{65F3F545-9A17-46AB-A507-1E4B8B89EBBC}" dt="2025-10-12T06:32:55.778" v="1" actId="34807"/>
          <ac:spMkLst>
            <pc:docMk/>
            <pc:sldMk cId="179475407" sldId="2566"/>
            <ac:spMk id="2" creationId="{0DE2EDC8-FCF3-7A65-241C-CFC56F797F4A}"/>
          </ac:spMkLst>
        </pc:spChg>
      </pc:sldChg>
      <pc:sldChg chg="modSp add mod modTransition modClrScheme addAnim chgLayout">
        <pc:chgData name="" userId="" providerId="" clId="Web-{65F3F545-9A17-46AB-A507-1E4B8B89EBBC}" dt="2025-10-12T06:32:55.778" v="10" actId="34807"/>
        <pc:sldMkLst>
          <pc:docMk/>
          <pc:sldMk cId="1705713101" sldId="2567"/>
        </pc:sldMkLst>
        <pc:spChg chg="mod">
          <ac:chgData name="" userId="" providerId="" clId="Web-{65F3F545-9A17-46AB-A507-1E4B8B89EBBC}" dt="2025-10-12T06:32:55.778" v="1" actId="34807"/>
          <ac:spMkLst>
            <pc:docMk/>
            <pc:sldMk cId="1705713101" sldId="2567"/>
            <ac:spMk id="2" creationId="{56C77A99-83F8-09D5-2442-1C5A1C5EF125}"/>
          </ac:spMkLst>
        </pc:spChg>
        <pc:spChg chg="mod">
          <ac:chgData name="" userId="" providerId="" clId="Web-{65F3F545-9A17-46AB-A507-1E4B8B89EBBC}" dt="2025-10-12T06:32:55.778" v="1" actId="34807"/>
          <ac:spMkLst>
            <pc:docMk/>
            <pc:sldMk cId="1705713101" sldId="2567"/>
            <ac:spMk id="4" creationId="{7AAA7619-F54D-F243-7ECB-4F735CB2CEF5}"/>
          </ac:spMkLst>
        </pc:spChg>
        <pc:picChg chg="mod">
          <ac:chgData name="" userId="" providerId="" clId="Web-{65F3F545-9A17-46AB-A507-1E4B8B89EBBC}" dt="2025-10-12T06:32:55.778" v="1" actId="34807"/>
          <ac:picMkLst>
            <pc:docMk/>
            <pc:sldMk cId="1705713101" sldId="2567"/>
            <ac:picMk id="5" creationId="{A0920DF1-3577-4F51-93AE-B3F420FA6345}"/>
          </ac:picMkLst>
        </pc:picChg>
      </pc:sldChg>
      <pc:sldChg chg="modSp add mod modTransition addAnim chgLayout">
        <pc:chgData name="" userId="" providerId="" clId="Web-{65F3F545-9A17-46AB-A507-1E4B8B89EBBC}" dt="2025-10-12T06:32:55.778" v="11" actId="34807"/>
        <pc:sldMkLst>
          <pc:docMk/>
          <pc:sldMk cId="4016538880" sldId="2568"/>
        </pc:sldMkLst>
        <pc:spChg chg="mod">
          <ac:chgData name="" userId="" providerId="" clId="Web-{65F3F545-9A17-46AB-A507-1E4B8B89EBBC}" dt="2025-10-12T06:32:55.778" v="1" actId="34807"/>
          <ac:spMkLst>
            <pc:docMk/>
            <pc:sldMk cId="4016538880" sldId="2568"/>
            <ac:spMk id="2" creationId="{CD18A3DE-030C-C63E-62B5-14E9D1BC1A93}"/>
          </ac:spMkLst>
        </pc:spChg>
      </pc:sldChg>
      <pc:sldChg chg="modSp add mod modTransition modClrScheme addAnim chgLayout">
        <pc:chgData name="" userId="" providerId="" clId="Web-{65F3F545-9A17-46AB-A507-1E4B8B89EBBC}" dt="2025-10-12T06:32:55.778" v="12" actId="34807"/>
        <pc:sldMkLst>
          <pc:docMk/>
          <pc:sldMk cId="1830895055" sldId="2569"/>
        </pc:sldMkLst>
        <pc:spChg chg="mod">
          <ac:chgData name="" userId="" providerId="" clId="Web-{65F3F545-9A17-46AB-A507-1E4B8B89EBBC}" dt="2025-10-12T06:32:55.778" v="1" actId="34807"/>
          <ac:spMkLst>
            <pc:docMk/>
            <pc:sldMk cId="1830895055" sldId="2569"/>
            <ac:spMk id="2" creationId="{F1FFD564-D7CC-E561-33F7-36E008D823EA}"/>
          </ac:spMkLst>
        </pc:spChg>
        <pc:spChg chg="mod">
          <ac:chgData name="" userId="" providerId="" clId="Web-{65F3F545-9A17-46AB-A507-1E4B8B89EBBC}" dt="2025-10-12T06:32:55.778" v="1" actId="34807"/>
          <ac:spMkLst>
            <pc:docMk/>
            <pc:sldMk cId="1830895055" sldId="2569"/>
            <ac:spMk id="4" creationId="{0CA46607-765B-0892-3860-CA2A9A64B08D}"/>
          </ac:spMkLst>
        </pc:spChg>
        <pc:picChg chg="mod">
          <ac:chgData name="" userId="" providerId="" clId="Web-{65F3F545-9A17-46AB-A507-1E4B8B89EBBC}" dt="2025-10-12T06:32:55.778" v="1" actId="34807"/>
          <ac:picMkLst>
            <pc:docMk/>
            <pc:sldMk cId="1830895055" sldId="2569"/>
            <ac:picMk id="5" creationId="{B9A12B6D-9D30-4F72-8346-620D5E62C3B3}"/>
          </ac:picMkLst>
        </pc:picChg>
      </pc:sldChg>
      <pc:sldChg chg="modSp add mod modTransition addAnim chgLayout">
        <pc:chgData name="" userId="" providerId="" clId="Web-{65F3F545-9A17-46AB-A507-1E4B8B89EBBC}" dt="2025-10-12T06:32:55.778" v="13" actId="34807"/>
        <pc:sldMkLst>
          <pc:docMk/>
          <pc:sldMk cId="590233410" sldId="2570"/>
        </pc:sldMkLst>
        <pc:spChg chg="mod">
          <ac:chgData name="" userId="" providerId="" clId="Web-{65F3F545-9A17-46AB-A507-1E4B8B89EBBC}" dt="2025-10-12T06:32:55.778" v="1" actId="34807"/>
          <ac:spMkLst>
            <pc:docMk/>
            <pc:sldMk cId="590233410" sldId="2570"/>
            <ac:spMk id="2" creationId="{09E02091-2081-A220-5E2A-B77AB6AFACCC}"/>
          </ac:spMkLst>
        </pc:spChg>
      </pc:sldChg>
      <pc:sldChg chg="modSp add mod modTransition modClrScheme addAnim chgLayout">
        <pc:chgData name="" userId="" providerId="" clId="Web-{65F3F545-9A17-46AB-A507-1E4B8B89EBBC}" dt="2025-10-12T06:32:55.778" v="14" actId="34807"/>
        <pc:sldMkLst>
          <pc:docMk/>
          <pc:sldMk cId="1171481623" sldId="2571"/>
        </pc:sldMkLst>
        <pc:spChg chg="mod">
          <ac:chgData name="" userId="" providerId="" clId="Web-{65F3F545-9A17-46AB-A507-1E4B8B89EBBC}" dt="2025-10-12T06:32:55.778" v="1" actId="34807"/>
          <ac:spMkLst>
            <pc:docMk/>
            <pc:sldMk cId="1171481623" sldId="2571"/>
            <ac:spMk id="2" creationId="{81AA340B-C3C3-9797-A6AF-08D6926B8C13}"/>
          </ac:spMkLst>
        </pc:spChg>
        <pc:spChg chg="mod">
          <ac:chgData name="" userId="" providerId="" clId="Web-{65F3F545-9A17-46AB-A507-1E4B8B89EBBC}" dt="2025-10-12T06:32:55.778" v="1" actId="34807"/>
          <ac:spMkLst>
            <pc:docMk/>
            <pc:sldMk cId="1171481623" sldId="2571"/>
            <ac:spMk id="4" creationId="{154EC83E-BD8B-6073-9D38-A6989E0F6819}"/>
          </ac:spMkLst>
        </pc:spChg>
        <pc:picChg chg="mod">
          <ac:chgData name="" userId="" providerId="" clId="Web-{65F3F545-9A17-46AB-A507-1E4B8B89EBBC}" dt="2025-10-12T06:32:55.778" v="1" actId="34807"/>
          <ac:picMkLst>
            <pc:docMk/>
            <pc:sldMk cId="1171481623" sldId="2571"/>
            <ac:picMk id="5" creationId="{EB8897A7-7BDE-4BD6-8458-B49D8F1E12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33A28-3DBF-4CE5-87CC-4024A21A3AF1}" type="datetimeFigureOut">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4F4D2-B734-4E0D-A535-B7628D0905A5}" type="slidenum">
              <a:t>‹#›</a:t>
            </a:fld>
            <a:endParaRPr lang="en-US"/>
          </a:p>
        </p:txBody>
      </p:sp>
    </p:spTree>
    <p:extLst>
      <p:ext uri="{BB962C8B-B14F-4D97-AF65-F5344CB8AC3E}">
        <p14:creationId xmlns:p14="http://schemas.microsoft.com/office/powerpoint/2010/main" val="134940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F36CB79-FB78-48E2-A9ED-D1A0D844EB3D}" type="slidenum">
              <a:t>1</a:t>
            </a:fld>
            <a:endParaRPr lang="en-US"/>
          </a:p>
        </p:txBody>
      </p:sp>
    </p:spTree>
    <p:extLst>
      <p:ext uri="{BB962C8B-B14F-4D97-AF65-F5344CB8AC3E}">
        <p14:creationId xmlns:p14="http://schemas.microsoft.com/office/powerpoint/2010/main" val="3143900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Context and Objectives
</a:t>
            </a:r>
          </a:p>
        </p:txBody>
      </p:sp>
      <p:sp>
        <p:nvSpPr>
          <p:cNvPr id="4" name="Slide Number Placeholder 3"/>
          <p:cNvSpPr>
            <a:spLocks noGrp="1"/>
          </p:cNvSpPr>
          <p:nvPr>
            <p:ph type="sldNum" sz="quarter" idx="5"/>
          </p:nvPr>
        </p:nvSpPr>
        <p:spPr/>
        <p:txBody>
          <a:bodyPr/>
          <a:lstStyle/>
          <a:p>
            <a:fld id="{7F36CB79-FB78-48E2-A9ED-D1A0D844EB3D}" type="slidenum">
              <a:t>2</a:t>
            </a:fld>
            <a:endParaRPr lang="en-US"/>
          </a:p>
        </p:txBody>
      </p:sp>
    </p:spTree>
    <p:extLst>
      <p:ext uri="{BB962C8B-B14F-4D97-AF65-F5344CB8AC3E}">
        <p14:creationId xmlns:p14="http://schemas.microsoft.com/office/powerpoint/2010/main" val="3329034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This presentation explores the impact of the remote work shift during early 2020 on consumer behavior at office supply stores. The study focuses on foot traffic and dwell time trends across various counties in California, segmented by urban, suburban, and rural classifications. Using data from SafeGraph and RUCA codes, the analysis aims to understand how different demographics—such as K–12 households, working-age populations, and education levels—shaped store engagement. The objective is to uncover insights that can inform retail strategies and community service expansions in the post-pandemic landscape.
</a:t>
            </a:r>
          </a:p>
        </p:txBody>
      </p:sp>
      <p:sp>
        <p:nvSpPr>
          <p:cNvPr id="4" name="Slide Number Placeholder 3"/>
          <p:cNvSpPr>
            <a:spLocks noGrp="1"/>
          </p:cNvSpPr>
          <p:nvPr>
            <p:ph type="sldNum" sz="quarter" idx="5"/>
          </p:nvPr>
        </p:nvSpPr>
        <p:spPr/>
        <p:txBody>
          <a:bodyPr/>
          <a:lstStyle/>
          <a:p>
            <a:fld id="{7F36CB79-FB78-48E2-A9ED-D1A0D844EB3D}" type="slidenum">
              <a:t>3</a:t>
            </a:fld>
            <a:endParaRPr lang="en-US"/>
          </a:p>
        </p:txBody>
      </p:sp>
    </p:spTree>
    <p:extLst>
      <p:ext uri="{BB962C8B-B14F-4D97-AF65-F5344CB8AC3E}">
        <p14:creationId xmlns:p14="http://schemas.microsoft.com/office/powerpoint/2010/main" val="2323842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Foot Traffic and Demographic Influences
</a:t>
            </a:r>
          </a:p>
        </p:txBody>
      </p:sp>
      <p:sp>
        <p:nvSpPr>
          <p:cNvPr id="4" name="Slide Number Placeholder 3"/>
          <p:cNvSpPr>
            <a:spLocks noGrp="1"/>
          </p:cNvSpPr>
          <p:nvPr>
            <p:ph type="sldNum" sz="quarter" idx="5"/>
          </p:nvPr>
        </p:nvSpPr>
        <p:spPr/>
        <p:txBody>
          <a:bodyPr/>
          <a:lstStyle/>
          <a:p>
            <a:fld id="{7F36CB79-FB78-48E2-A9ED-D1A0D844EB3D}" type="slidenum">
              <a:t>4</a:t>
            </a:fld>
            <a:endParaRPr lang="en-US"/>
          </a:p>
        </p:txBody>
      </p:sp>
    </p:spTree>
    <p:extLst>
      <p:ext uri="{BB962C8B-B14F-4D97-AF65-F5344CB8AC3E}">
        <p14:creationId xmlns:p14="http://schemas.microsoft.com/office/powerpoint/2010/main" val="1114302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During the first four months of 2020, foot traffic at office supply stores peaked in January and February, followed by a sharp decline in mid-March (Week 12) due to pandemic lockdowns. Staples demonstrated a notable rebound in Week 17, reaching nearly 98,000 visits, indicating a resurgence in demand for home-office supplies. Specialty stores such as Papyrus and Rapid Refill experienced fewer visits but significantly longer dwell times, suggesting high-intent, focused shopping behavior. Demographic factors played a crucial role: areas with higher concentrations of K–12 households and working-age populations showed distinct engagement patterns. For instance, suburban regions with family-oriented demographics saw increased visits, while urban areas exhibited quicker, goal-oriented trips. Additionally, regions with higher education levels correlated with longer dwell times, reflecting a preference for personalized and boutique-style shopping experiences.
</a:t>
            </a:r>
          </a:p>
        </p:txBody>
      </p:sp>
      <p:sp>
        <p:nvSpPr>
          <p:cNvPr id="4" name="Slide Number Placeholder 3"/>
          <p:cNvSpPr>
            <a:spLocks noGrp="1"/>
          </p:cNvSpPr>
          <p:nvPr>
            <p:ph type="sldNum" sz="quarter" idx="5"/>
          </p:nvPr>
        </p:nvSpPr>
        <p:spPr/>
        <p:txBody>
          <a:bodyPr/>
          <a:lstStyle/>
          <a:p>
            <a:fld id="{7F36CB79-FB78-48E2-A9ED-D1A0D844EB3D}" type="slidenum">
              <a:t>5</a:t>
            </a:fld>
            <a:endParaRPr lang="en-US"/>
          </a:p>
        </p:txBody>
      </p:sp>
    </p:spTree>
    <p:extLst>
      <p:ext uri="{BB962C8B-B14F-4D97-AF65-F5344CB8AC3E}">
        <p14:creationId xmlns:p14="http://schemas.microsoft.com/office/powerpoint/2010/main" val="4168946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90B91A-D529-47CD-AAF0-658BFF437AA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76388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Suburban vs Urban Recovery Patterns
</a:t>
            </a:r>
          </a:p>
        </p:txBody>
      </p:sp>
      <p:sp>
        <p:nvSpPr>
          <p:cNvPr id="4" name="Slide Number Placeholder 3"/>
          <p:cNvSpPr>
            <a:spLocks noGrp="1"/>
          </p:cNvSpPr>
          <p:nvPr>
            <p:ph type="sldNum" sz="quarter" idx="5"/>
          </p:nvPr>
        </p:nvSpPr>
        <p:spPr/>
        <p:txBody>
          <a:bodyPr/>
          <a:lstStyle/>
          <a:p>
            <a:fld id="{7F36CB79-FB78-48E2-A9ED-D1A0D844EB3D}" type="slidenum">
              <a:t>7</a:t>
            </a:fld>
            <a:endParaRPr lang="en-US"/>
          </a:p>
        </p:txBody>
      </p:sp>
    </p:spTree>
    <p:extLst>
      <p:ext uri="{BB962C8B-B14F-4D97-AF65-F5344CB8AC3E}">
        <p14:creationId xmlns:p14="http://schemas.microsoft.com/office/powerpoint/2010/main" val="4069756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Suburban counties demonstrated the strongest recovery in foot traffic and dwell time during the early remote work shift. Staples and Office Depot led this resurgence, benefiting from their strong presence in suburban areas. Urban centers, while showing slightly lower visit counts, maintained similar dwell times, indicating efficient, purpose-driven shopping. Rural areas, on the other hand, experienced fewer visits but longer dwell durations, suggesting a more deliberate shopping approach. Notably, Los Angeles County emerged as a hotspot for office supply demand, underscoring the importance of regional dynamics. These patterns highlight how suburban consumers quickly adapted to remote work needs, driving early in-store recovery and influencing post-pandemic retail strategies.
</a:t>
            </a:r>
          </a:p>
        </p:txBody>
      </p:sp>
      <p:sp>
        <p:nvSpPr>
          <p:cNvPr id="4" name="Slide Number Placeholder 3"/>
          <p:cNvSpPr>
            <a:spLocks noGrp="1"/>
          </p:cNvSpPr>
          <p:nvPr>
            <p:ph type="sldNum" sz="quarter" idx="5"/>
          </p:nvPr>
        </p:nvSpPr>
        <p:spPr/>
        <p:txBody>
          <a:bodyPr/>
          <a:lstStyle/>
          <a:p>
            <a:fld id="{7F36CB79-FB78-48E2-A9ED-D1A0D844EB3D}" type="slidenum">
              <a:t>8</a:t>
            </a:fld>
            <a:endParaRPr lang="en-US"/>
          </a:p>
        </p:txBody>
      </p:sp>
    </p:spTree>
    <p:extLst>
      <p:ext uri="{BB962C8B-B14F-4D97-AF65-F5344CB8AC3E}">
        <p14:creationId xmlns:p14="http://schemas.microsoft.com/office/powerpoint/2010/main" val="507618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Brand Stabilization and Loyalty
</a:t>
            </a:r>
          </a:p>
        </p:txBody>
      </p:sp>
      <p:sp>
        <p:nvSpPr>
          <p:cNvPr id="4" name="Slide Number Placeholder 3"/>
          <p:cNvSpPr>
            <a:spLocks noGrp="1"/>
          </p:cNvSpPr>
          <p:nvPr>
            <p:ph type="sldNum" sz="quarter" idx="5"/>
          </p:nvPr>
        </p:nvSpPr>
        <p:spPr/>
        <p:txBody>
          <a:bodyPr/>
          <a:lstStyle/>
          <a:p>
            <a:fld id="{7F36CB79-FB78-48E2-A9ED-D1A0D844EB3D}" type="slidenum">
              <a:t>9</a:t>
            </a:fld>
            <a:endParaRPr lang="en-US"/>
          </a:p>
        </p:txBody>
      </p:sp>
    </p:spTree>
    <p:extLst>
      <p:ext uri="{BB962C8B-B14F-4D97-AF65-F5344CB8AC3E}">
        <p14:creationId xmlns:p14="http://schemas.microsoft.com/office/powerpoint/2010/main" val="1993817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Staples and Office Depot exhibited early stabilization in both visits and dwell times, with Staples rebounding rapidly by Week 17. This quick recovery suggests strong brand loyalty and a perception of these stores as essential retailers during the remote work transition. Office Depot followed a steady recovery path, while OfficeMax lagged behind, possibly due to brand overlap and diluted traffic. Specialty brands like Papyrus and Rapid Refill maintained low traffic but high dwell times, indicating deep engagement from a niche audience. These trends reveal that essential status and reliable supply chains played a critical role in consumer behavior, with customers returning to trusted brands as soon as stores reopened.
</a:t>
            </a:r>
          </a:p>
        </p:txBody>
      </p:sp>
      <p:sp>
        <p:nvSpPr>
          <p:cNvPr id="4" name="Slide Number Placeholder 3"/>
          <p:cNvSpPr>
            <a:spLocks noGrp="1"/>
          </p:cNvSpPr>
          <p:nvPr>
            <p:ph type="sldNum" sz="quarter" idx="5"/>
          </p:nvPr>
        </p:nvSpPr>
        <p:spPr/>
        <p:txBody>
          <a:bodyPr/>
          <a:lstStyle/>
          <a:p>
            <a:fld id="{7F36CB79-FB78-48E2-A9ED-D1A0D844EB3D}" type="slidenum">
              <a:t>10</a:t>
            </a:fld>
            <a:endParaRPr lang="en-US"/>
          </a:p>
        </p:txBody>
      </p:sp>
    </p:spTree>
    <p:extLst>
      <p:ext uri="{BB962C8B-B14F-4D97-AF65-F5344CB8AC3E}">
        <p14:creationId xmlns:p14="http://schemas.microsoft.com/office/powerpoint/2010/main" val="1570355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Summary of Insights and Implications
</a:t>
            </a:r>
          </a:p>
        </p:txBody>
      </p:sp>
      <p:sp>
        <p:nvSpPr>
          <p:cNvPr id="4" name="Slide Number Placeholder 3"/>
          <p:cNvSpPr>
            <a:spLocks noGrp="1"/>
          </p:cNvSpPr>
          <p:nvPr>
            <p:ph type="sldNum" sz="quarter" idx="5"/>
          </p:nvPr>
        </p:nvSpPr>
        <p:spPr/>
        <p:txBody>
          <a:bodyPr/>
          <a:lstStyle/>
          <a:p>
            <a:fld id="{7F36CB79-FB78-48E2-A9ED-D1A0D844EB3D}" type="slidenum">
              <a:t>11</a:t>
            </a:fld>
            <a:endParaRPr lang="en-US"/>
          </a:p>
        </p:txBody>
      </p:sp>
    </p:spTree>
    <p:extLst>
      <p:ext uri="{BB962C8B-B14F-4D97-AF65-F5344CB8AC3E}">
        <p14:creationId xmlns:p14="http://schemas.microsoft.com/office/powerpoint/2010/main" val="1740572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analysis confirms that suburban consumers adapted more swiftly to remote work demands, driving early recovery in office supply retail. Staples and Office Depot emerged as leaders due to their essential status and strong customer loyalty. Demographic factors such as education level, household composition, and working-age density significantly influenced shopping behavior, creating a divide between efficiency-driven and experience-driven consumers. Retailers can leverage these insights to tailor store formats, product offerings, and community services to better meet the needs of diverse consumer segments in a post-pandemic environment.
</a:t>
            </a:r>
          </a:p>
        </p:txBody>
      </p:sp>
      <p:sp>
        <p:nvSpPr>
          <p:cNvPr id="4" name="Slide Number Placeholder 3"/>
          <p:cNvSpPr>
            <a:spLocks noGrp="1"/>
          </p:cNvSpPr>
          <p:nvPr>
            <p:ph type="sldNum" sz="quarter" idx="5"/>
          </p:nvPr>
        </p:nvSpPr>
        <p:spPr/>
        <p:txBody>
          <a:bodyPr/>
          <a:lstStyle/>
          <a:p>
            <a:fld id="{7F36CB79-FB78-48E2-A9ED-D1A0D844EB3D}" type="slidenum">
              <a:t>12</a:t>
            </a:fld>
            <a:endParaRPr lang="en-US"/>
          </a:p>
        </p:txBody>
      </p:sp>
    </p:spTree>
    <p:extLst>
      <p:ext uri="{BB962C8B-B14F-4D97-AF65-F5344CB8AC3E}">
        <p14:creationId xmlns:p14="http://schemas.microsoft.com/office/powerpoint/2010/main" val="20043916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10/12/2025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10/12/2025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10/12/2025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10/12/2025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10/12/2025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10/12/2025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10/12/2025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10/12/2025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10/12/2025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10/12/2025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10/12/2025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10/12/2025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10/12/2025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10/12/2025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53F1-B54E-2E2F-5008-18C994D00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6365F9-DC31-C837-D99A-BD64DE718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6D1D3A-997E-ADEF-94A2-822B007773B3}"/>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A75AE6F4-03EB-D9A0-5B52-7131490F4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C9533-FF12-70ED-6B17-A135B90D5432}"/>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934159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9FFE-7E33-BC64-5D47-4A3CEF514F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0B3930-C1E6-B946-81C1-106696CD2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F3ADA-30AF-AB2B-23A0-2B4851AFF274}"/>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88A5C0AF-75BF-6D90-0E6B-26F4B3B401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9BF83-7359-49AD-603A-8930A9462CA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2362660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C2E6-D7A6-33D1-A1DE-3182B139DC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7042C4-6F69-F94A-6590-974A6C3724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589B06-AA0A-3BBC-5126-0AA2A77615FD}"/>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4C1FD4A3-BF65-3CAA-FB55-F4FCD7328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06D47-1B0B-B739-265C-3A61E8482246}"/>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2630889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9B8F-AF93-CCC8-DA01-D8A9AAB766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024AB-63DE-457A-2944-4E7E77F836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75B757-ACFE-688F-5D13-5371B0977B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AA2CAD-D57F-EF52-3459-11E2A724C36D}"/>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6" name="Footer Placeholder 5">
            <a:extLst>
              <a:ext uri="{FF2B5EF4-FFF2-40B4-BE49-F238E27FC236}">
                <a16:creationId xmlns:a16="http://schemas.microsoft.com/office/drawing/2014/main" id="{040E37BC-B239-3422-B0C8-0295A979A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668B1-4A57-A782-A6AC-3AEDFC0627E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414182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7978F-538A-7127-A597-48CB8D932B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791C91-DC18-011B-F4EC-F96DE2DEFF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187294-3170-DB49-A48B-4429FC2CB6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34AE1C-FD31-F59F-7E86-43EBC5E532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90DA8A-7BF8-C20E-7920-AA404B46B3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02D880-3C35-666D-11A6-71CA82E3C5AC}"/>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8" name="Footer Placeholder 7">
            <a:extLst>
              <a:ext uri="{FF2B5EF4-FFF2-40B4-BE49-F238E27FC236}">
                <a16:creationId xmlns:a16="http://schemas.microsoft.com/office/drawing/2014/main" id="{1AF44323-ADA9-B3FE-8EDE-A4E66489D3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98D357-65EE-61C9-4B8C-484FE7A17F72}"/>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260785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A129-CF8B-A860-0D26-75F7F0ADCA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005919-6B9E-9087-5B1F-E290A25A3143}"/>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4" name="Footer Placeholder 3">
            <a:extLst>
              <a:ext uri="{FF2B5EF4-FFF2-40B4-BE49-F238E27FC236}">
                <a16:creationId xmlns:a16="http://schemas.microsoft.com/office/drawing/2014/main" id="{AED9FFE9-EEAB-4C39-C941-2B201132D5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D91550-07E8-400F-7D7C-BED88B49A53B}"/>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285351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848679-2A96-FE87-D962-46399989435F}"/>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3" name="Footer Placeholder 2">
            <a:extLst>
              <a:ext uri="{FF2B5EF4-FFF2-40B4-BE49-F238E27FC236}">
                <a16:creationId xmlns:a16="http://schemas.microsoft.com/office/drawing/2014/main" id="{7286AC32-4C99-AA04-5C16-D4302C2A36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E6E980-22A4-F70E-7E98-92ED2C5A55E5}"/>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35126696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12F7-52D7-2A20-7C39-B35FA9B69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C28F82-AFCC-CD48-1765-89F3AF8403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0A576-3321-FC52-9275-E2EE40989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4C4F0-E4A9-5C63-1354-08C858919DD9}"/>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6" name="Footer Placeholder 5">
            <a:extLst>
              <a:ext uri="{FF2B5EF4-FFF2-40B4-BE49-F238E27FC236}">
                <a16:creationId xmlns:a16="http://schemas.microsoft.com/office/drawing/2014/main" id="{BE1844DC-EEA5-C880-14F2-A6AD044E3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F679F-427D-E452-1AFA-BB6D07FC2093}"/>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6045376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C7A5-E0B9-153B-BD61-514E6CBD8B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C8C832-3926-DA00-505B-CACB09F8F1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50EA79-0CD8-A33D-8691-957A2D2E1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51FDF-0695-49A7-BF9C-2F40037E8263}"/>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6" name="Footer Placeholder 5">
            <a:extLst>
              <a:ext uri="{FF2B5EF4-FFF2-40B4-BE49-F238E27FC236}">
                <a16:creationId xmlns:a16="http://schemas.microsoft.com/office/drawing/2014/main" id="{B852B257-68FD-A39B-C735-CA5E9B7912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676E17-3BCC-6E9A-C449-C3569B558F55}"/>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433234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6BD7-B776-CF44-63FD-A809B16921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9196C3-DB9D-3001-31CE-025D2811A2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19C1E-CFFD-DF58-AF1F-6BD8F78ABD65}"/>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A73411B6-977A-9E19-AE3C-F6B334401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54D0BD-9FC0-570C-97FD-642AA1B23DE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9825652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B75EA7-D8A6-8591-A881-9EE2EF449E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A32758-B878-ED48-E86A-895DB9A82F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EAE31-F14A-35EE-857C-A24DD703099E}"/>
              </a:ext>
            </a:extLst>
          </p:cNvPr>
          <p:cNvSpPr>
            <a:spLocks noGrp="1"/>
          </p:cNvSpPr>
          <p:nvPr>
            <p:ph type="dt" sz="half" idx="10"/>
          </p:nvPr>
        </p:nvSpPr>
        <p:spPr/>
        <p:txBody>
          <a:body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6F36C44D-0C7F-C2E2-D38B-A57E0D994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FDFA2-F5FF-561F-6BD4-331C05666901}"/>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42529525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2.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10/12/2025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A9CE2D-85D1-596C-16A9-4089FA61BF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C0A462-8BF2-E0CB-F028-0F5D60968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BCF21-E996-0FCD-51CB-33CF581B0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2B5609-22C9-4B17-9F0B-E7C18268DC92}" type="datetimeFigureOut">
              <a:rPr lang="en-US" smtClean="0"/>
              <a:t>10/12/2025</a:t>
            </a:fld>
            <a:endParaRPr lang="en-US"/>
          </a:p>
        </p:txBody>
      </p:sp>
      <p:sp>
        <p:nvSpPr>
          <p:cNvPr id="5" name="Footer Placeholder 4">
            <a:extLst>
              <a:ext uri="{FF2B5EF4-FFF2-40B4-BE49-F238E27FC236}">
                <a16:creationId xmlns:a16="http://schemas.microsoft.com/office/drawing/2014/main" id="{78F71298-38EA-F830-78C2-0F5BDFE1B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051646-64AB-83D3-1E7F-284205FAF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62D5E2-9E81-45C4-A941-710BE23CE6D9}" type="slidenum">
              <a:rPr lang="en-US" smtClean="0"/>
              <a:t>‹#›</a:t>
            </a:fld>
            <a:endParaRPr lang="en-US"/>
          </a:p>
        </p:txBody>
      </p:sp>
    </p:spTree>
    <p:extLst>
      <p:ext uri="{BB962C8B-B14F-4D97-AF65-F5344CB8AC3E}">
        <p14:creationId xmlns:p14="http://schemas.microsoft.com/office/powerpoint/2010/main" val="349621328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42B5-188F-D288-0404-F9CF1C4A7C96}"/>
              </a:ext>
            </a:extLst>
          </p:cNvPr>
          <p:cNvSpPr>
            <a:spLocks noGrp="1"/>
          </p:cNvSpPr>
          <p:nvPr>
            <p:ph type="ctrTitle"/>
          </p:nvPr>
        </p:nvSpPr>
        <p:spPr>
          <a:xfrm>
            <a:off x="522732" y="4965192"/>
            <a:ext cx="11146536" cy="786384"/>
          </a:xfrm>
        </p:spPr>
        <p:txBody>
          <a:bodyPr anchor="b">
            <a:normAutofit/>
          </a:bodyPr>
          <a:lstStyle/>
          <a:p>
            <a:r>
              <a:rPr lang="en-US" sz="2500"/>
              <a:t>Foot Traffic and Dwell Time Trends at Office Supply Stores During the Remote Work Shift</a:t>
            </a:r>
          </a:p>
        </p:txBody>
      </p:sp>
      <p:sp>
        <p:nvSpPr>
          <p:cNvPr id="3" name="Subtitle 2">
            <a:extLst>
              <a:ext uri="{FF2B5EF4-FFF2-40B4-BE49-F238E27FC236}">
                <a16:creationId xmlns:a16="http://schemas.microsoft.com/office/drawing/2014/main" id="{3A8F105C-DD44-2338-5A3E-C203ED3C865D}"/>
              </a:ext>
            </a:extLst>
          </p:cNvPr>
          <p:cNvSpPr>
            <a:spLocks noGrp="1"/>
          </p:cNvSpPr>
          <p:nvPr>
            <p:ph type="subTitle" idx="1"/>
          </p:nvPr>
        </p:nvSpPr>
        <p:spPr>
          <a:xfrm>
            <a:off x="1143000" y="5806440"/>
            <a:ext cx="9902952" cy="576072"/>
          </a:xfrm>
        </p:spPr>
        <p:txBody>
          <a:bodyPr anchor="t">
            <a:normAutofit/>
          </a:bodyPr>
          <a:lstStyle/>
          <a:p>
            <a:r>
              <a:rPr lang="en-US"/>
              <a:t>Analyzing customer behavior changes amid remote work adoption</a:t>
            </a:r>
          </a:p>
        </p:txBody>
      </p:sp>
      <p:pic>
        <p:nvPicPr>
          <p:cNvPr id="4" name="Picture 3" descr="woman buys paint">
            <a:extLst>
              <a:ext uri="{FF2B5EF4-FFF2-40B4-BE49-F238E27FC236}">
                <a16:creationId xmlns:a16="http://schemas.microsoft.com/office/drawing/2014/main" id="{F79C8A4A-4881-4C91-B54D-065A6336310F}"/>
              </a:ext>
            </a:extLst>
          </p:cNvPr>
          <p:cNvPicPr>
            <a:picLocks noChangeAspect="1"/>
          </p:cNvPicPr>
          <p:nvPr/>
        </p:nvPicPr>
        <p:blipFill>
          <a:blip r:embed="rId3"/>
          <a:srcRect t="5296" r="-1" b="39068"/>
          <a:stretch>
            <a:fillRect/>
          </a:stretch>
        </p:blipFill>
        <p:spPr>
          <a:xfrm>
            <a:off x="20" y="10"/>
            <a:ext cx="12188932" cy="4492669"/>
          </a:xfrm>
          <a:prstGeom prst="rect">
            <a:avLst/>
          </a:prstGeom>
          <a:noFill/>
        </p:spPr>
      </p:pic>
    </p:spTree>
    <p:extLst>
      <p:ext uri="{BB962C8B-B14F-4D97-AF65-F5344CB8AC3E}">
        <p14:creationId xmlns:p14="http://schemas.microsoft.com/office/powerpoint/2010/main" val="364808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FABC3-D5E1-3A5B-6BB7-1C5F8A992220}"/>
              </a:ext>
            </a:extLst>
          </p:cNvPr>
          <p:cNvSpPr>
            <a:spLocks noGrp="1"/>
          </p:cNvSpPr>
          <p:nvPr>
            <p:ph type="title"/>
          </p:nvPr>
        </p:nvSpPr>
        <p:spPr>
          <a:xfrm>
            <a:off x="612648" y="2093976"/>
            <a:ext cx="8229600" cy="4178808"/>
          </a:xfrm>
        </p:spPr>
        <p:txBody>
          <a:bodyPr anchor="b">
            <a:normAutofit/>
          </a:bodyPr>
          <a:lstStyle/>
          <a:p>
            <a:r>
              <a:rPr lang="en-US"/>
              <a:t>Introduction</a:t>
            </a:r>
          </a:p>
        </p:txBody>
      </p:sp>
    </p:spTree>
    <p:extLst>
      <p:ext uri="{BB962C8B-B14F-4D97-AF65-F5344CB8AC3E}">
        <p14:creationId xmlns:p14="http://schemas.microsoft.com/office/powerpoint/2010/main" val="10061968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F0EA-62C8-05BA-5616-5ECAC4BB79C4}"/>
              </a:ext>
            </a:extLst>
          </p:cNvPr>
          <p:cNvSpPr>
            <a:spLocks noGrp="1"/>
          </p:cNvSpPr>
          <p:nvPr>
            <p:ph type="title"/>
          </p:nvPr>
        </p:nvSpPr>
        <p:spPr>
          <a:xfrm>
            <a:off x="612648" y="502920"/>
            <a:ext cx="4669536" cy="1453896"/>
          </a:xfrm>
        </p:spPr>
        <p:txBody>
          <a:bodyPr anchor="t">
            <a:normAutofit/>
          </a:bodyPr>
          <a:lstStyle/>
          <a:p>
            <a:r>
              <a:rPr lang="en-US"/>
              <a:t>Context and Objectives</a:t>
            </a:r>
          </a:p>
        </p:txBody>
      </p:sp>
      <p:pic>
        <p:nvPicPr>
          <p:cNvPr id="5" name="Content Placeholder 4" descr="old woman buying magazine">
            <a:extLst>
              <a:ext uri="{FF2B5EF4-FFF2-40B4-BE49-F238E27FC236}">
                <a16:creationId xmlns:a16="http://schemas.microsoft.com/office/drawing/2014/main" id="{9E579EE0-9A30-49B1-9123-9E98D787469F}"/>
              </a:ext>
            </a:extLst>
          </p:cNvPr>
          <p:cNvPicPr>
            <a:picLocks noGrp="1" noChangeAspect="1"/>
          </p:cNvPicPr>
          <p:nvPr>
            <p:ph type="pic" sz="quarter" idx="15"/>
          </p:nvPr>
        </p:nvPicPr>
        <p:blipFill>
          <a:blip r:embed="rId3"/>
          <a:srcRect l="5076" r="17475"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D61F5B6-780C-CEC1-8002-2B6615A95E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Remote Work Impact</a:t>
            </a:r>
          </a:p>
          <a:p>
            <a:pPr marL="0" lvl="1" indent="0">
              <a:buFont typeface="Arial" panose="020B0604020202020204" pitchFamily="34" charset="0"/>
              <a:buNone/>
            </a:pPr>
            <a:r>
              <a:t>The shift to remote work in early 2020 significantly influenced consumer behavior at office supply stores.</a:t>
            </a:r>
            <a:endParaRPr lang="en-US"/>
          </a:p>
          <a:p>
            <a:pPr marL="0" indent="0">
              <a:spcBef>
                <a:spcPts val="2500"/>
              </a:spcBef>
              <a:buFont typeface="Arial" panose="020B0604020202020204" pitchFamily="34" charset="0"/>
              <a:buNone/>
            </a:pPr>
            <a:r>
              <a:rPr lang="en-US" b="1"/>
              <a:t>Demographic Segmentation</a:t>
            </a:r>
          </a:p>
          <a:p>
            <a:pPr marL="0" lvl="1" indent="0">
              <a:buFont typeface="Arial" panose="020B0604020202020204" pitchFamily="34" charset="0"/>
              <a:buNone/>
            </a:pPr>
            <a:r>
              <a:t>Study segments counties by urban, suburban, and rural areas to analyze store foot traffic and dwell time trends.</a:t>
            </a:r>
            <a:endParaRPr lang="en-US"/>
          </a:p>
          <a:p>
            <a:pPr marL="0" indent="0">
              <a:spcBef>
                <a:spcPts val="2500"/>
              </a:spcBef>
              <a:buFont typeface="Arial" panose="020B0604020202020204" pitchFamily="34" charset="0"/>
              <a:buNone/>
            </a:pPr>
            <a:r>
              <a:rPr lang="en-US" b="1"/>
              <a:t>Data-Driven Insights</a:t>
            </a:r>
          </a:p>
          <a:p>
            <a:pPr marL="0" lvl="1" indent="0">
              <a:buFont typeface="Arial" panose="020B0604020202020204" pitchFamily="34" charset="0"/>
              <a:buNone/>
            </a:pPr>
            <a:r>
              <a:t>Utilizing SafeGraph and RUCA data helps understand how different demographics affect store engagement.</a:t>
            </a:r>
            <a:endParaRPr lang="en-US"/>
          </a:p>
          <a:p>
            <a:pPr marL="0" indent="0">
              <a:spcBef>
                <a:spcPts val="2500"/>
              </a:spcBef>
              <a:buFont typeface="Arial" panose="020B0604020202020204" pitchFamily="34" charset="0"/>
              <a:buNone/>
            </a:pPr>
            <a:r>
              <a:rPr lang="en-US" b="1"/>
              <a:t>Strategic Objectives</a:t>
            </a:r>
          </a:p>
          <a:p>
            <a:pPr marL="0" lvl="1" indent="0">
              <a:buFont typeface="Arial" panose="020B0604020202020204" pitchFamily="34" charset="0"/>
              <a:buNone/>
            </a:pPr>
            <a:r>
              <a:t>Insights aim to inform retail strategies and community service expansions post-pandemic.</a:t>
            </a:r>
            <a:endParaRPr lang="en-US"/>
          </a:p>
        </p:txBody>
      </p:sp>
    </p:spTree>
    <p:extLst>
      <p:ext uri="{BB962C8B-B14F-4D97-AF65-F5344CB8AC3E}">
        <p14:creationId xmlns:p14="http://schemas.microsoft.com/office/powerpoint/2010/main" val="3001975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95F5-D4A1-3845-D515-659ADDFD59EE}"/>
              </a:ext>
            </a:extLst>
          </p:cNvPr>
          <p:cNvSpPr>
            <a:spLocks noGrp="1"/>
          </p:cNvSpPr>
          <p:nvPr>
            <p:ph type="title"/>
          </p:nvPr>
        </p:nvSpPr>
        <p:spPr>
          <a:xfrm>
            <a:off x="612648" y="2093976"/>
            <a:ext cx="8229600" cy="4178808"/>
          </a:xfrm>
        </p:spPr>
        <p:txBody>
          <a:bodyPr anchor="b">
            <a:normAutofit/>
          </a:bodyPr>
          <a:lstStyle/>
          <a:p>
            <a:r>
              <a:rPr lang="en-US"/>
              <a:t>Research Question 1</a:t>
            </a:r>
          </a:p>
        </p:txBody>
      </p:sp>
    </p:spTree>
    <p:extLst>
      <p:ext uri="{BB962C8B-B14F-4D97-AF65-F5344CB8AC3E}">
        <p14:creationId xmlns:p14="http://schemas.microsoft.com/office/powerpoint/2010/main" val="1665233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8CC2B-0CF2-D186-C5A3-CE85227ACF1B}"/>
              </a:ext>
            </a:extLst>
          </p:cNvPr>
          <p:cNvSpPr>
            <a:spLocks noGrp="1"/>
          </p:cNvSpPr>
          <p:nvPr>
            <p:ph type="title"/>
          </p:nvPr>
        </p:nvSpPr>
        <p:spPr>
          <a:xfrm>
            <a:off x="612648" y="502920"/>
            <a:ext cx="4669536" cy="1453896"/>
          </a:xfrm>
        </p:spPr>
        <p:txBody>
          <a:bodyPr anchor="t">
            <a:normAutofit/>
          </a:bodyPr>
          <a:lstStyle/>
          <a:p>
            <a:r>
              <a:rPr lang="en-US"/>
              <a:t>Foot Traffic and Demographic Influences</a:t>
            </a:r>
          </a:p>
        </p:txBody>
      </p:sp>
      <p:pic>
        <p:nvPicPr>
          <p:cNvPr id="5" name="Content Placeholder 4" descr="Contact tracing adopted by national Governments to stop Covid-19 pandemic.">
            <a:extLst>
              <a:ext uri="{FF2B5EF4-FFF2-40B4-BE49-F238E27FC236}">
                <a16:creationId xmlns:a16="http://schemas.microsoft.com/office/drawing/2014/main" id="{B3087ABA-DF9E-461D-A0EA-D2C2A8B8BEF6}"/>
              </a:ext>
            </a:extLst>
          </p:cNvPr>
          <p:cNvPicPr>
            <a:picLocks noGrp="1" noChangeAspect="1"/>
          </p:cNvPicPr>
          <p:nvPr>
            <p:ph type="pic" sz="quarter" idx="15"/>
          </p:nvPr>
        </p:nvPicPr>
        <p:blipFill>
          <a:blip r:embed="rId3"/>
          <a:srcRect l="21367" r="1184"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3B75FC93-D854-ECF1-C877-18837ABC9E5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Foot Traffic Trends</a:t>
            </a:r>
          </a:p>
          <a:p>
            <a:pPr marL="0" lvl="1" indent="0">
              <a:buFont typeface="Arial" panose="020B0604020202020204" pitchFamily="34" charset="0"/>
              <a:buNone/>
            </a:pPr>
            <a:r>
              <a:t>Foot traffic peaked early 2020, fell sharply during lockdowns, then rebounded at major office supply stores.</a:t>
            </a:r>
            <a:endParaRPr lang="en-US"/>
          </a:p>
          <a:p>
            <a:pPr marL="0" indent="0">
              <a:spcBef>
                <a:spcPts val="2500"/>
              </a:spcBef>
              <a:buFont typeface="Arial" panose="020B0604020202020204" pitchFamily="34" charset="0"/>
              <a:buNone/>
            </a:pPr>
            <a:r>
              <a:rPr lang="en-US" b="1"/>
              <a:t>Shopping Behavior by Store Type</a:t>
            </a:r>
          </a:p>
          <a:p>
            <a:pPr marL="0" lvl="1" indent="0">
              <a:buFont typeface="Arial" panose="020B0604020202020204" pitchFamily="34" charset="0"/>
              <a:buNone/>
            </a:pPr>
            <a:r>
              <a:t>Specialty stores had fewer visits but longer dwell times, indicating focused and high-intent customers.</a:t>
            </a:r>
            <a:endParaRPr lang="en-US"/>
          </a:p>
          <a:p>
            <a:pPr marL="0" indent="0">
              <a:spcBef>
                <a:spcPts val="2500"/>
              </a:spcBef>
              <a:buFont typeface="Arial" panose="020B0604020202020204" pitchFamily="34" charset="0"/>
              <a:buNone/>
            </a:pPr>
            <a:r>
              <a:rPr lang="en-US" b="1"/>
              <a:t>Demographic Impact on Visits</a:t>
            </a:r>
          </a:p>
          <a:p>
            <a:pPr marL="0" lvl="1" indent="0">
              <a:buFont typeface="Arial" panose="020B0604020202020204" pitchFamily="34" charset="0"/>
              <a:buNone/>
            </a:pPr>
            <a:r>
              <a:t>Suburban family areas showed increased visits, while urban shoppers preferred quick, goal-oriented trips.</a:t>
            </a:r>
            <a:endParaRPr lang="en-US"/>
          </a:p>
          <a:p>
            <a:pPr marL="0" indent="0">
              <a:spcBef>
                <a:spcPts val="2500"/>
              </a:spcBef>
              <a:buFont typeface="Arial" panose="020B0604020202020204" pitchFamily="34" charset="0"/>
              <a:buNone/>
            </a:pPr>
            <a:r>
              <a:rPr lang="en-US" b="1"/>
              <a:t>Education and Dwell Times</a:t>
            </a:r>
          </a:p>
          <a:p>
            <a:pPr marL="0" lvl="1" indent="0">
              <a:buFont typeface="Arial" panose="020B0604020202020204" pitchFamily="34" charset="0"/>
              <a:buNone/>
            </a:pPr>
            <a:r>
              <a:t>Regions with higher education levels experienced longer store visits, reflecting preference for personalized shopping.</a:t>
            </a:r>
            <a:endParaRPr lang="en-US"/>
          </a:p>
        </p:txBody>
      </p:sp>
    </p:spTree>
    <p:extLst>
      <p:ext uri="{BB962C8B-B14F-4D97-AF65-F5344CB8AC3E}">
        <p14:creationId xmlns:p14="http://schemas.microsoft.com/office/powerpoint/2010/main" val="20988890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19B2EB12-332C-4DCC-9746-30DD4690F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2" name="Group 1061">
            <a:extLst>
              <a:ext uri="{FF2B5EF4-FFF2-40B4-BE49-F238E27FC236}">
                <a16:creationId xmlns:a16="http://schemas.microsoft.com/office/drawing/2014/main" id="{AFD40B55-BABB-4B33-ADD3-0C23404306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590550"/>
            <a:ext cx="5480792" cy="2739376"/>
            <a:chOff x="7807230" y="2012810"/>
            <a:chExt cx="3251252" cy="3459865"/>
          </a:xfrm>
        </p:grpSpPr>
        <p:sp>
          <p:nvSpPr>
            <p:cNvPr id="1068" name="Rectangle 1067">
              <a:extLst>
                <a:ext uri="{FF2B5EF4-FFF2-40B4-BE49-F238E27FC236}">
                  <a16:creationId xmlns:a16="http://schemas.microsoft.com/office/drawing/2014/main" id="{C324E181-0B87-4B75-A5EC-6A4B1BD1B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577211FB-84C1-4B06-AF95-F83D0394DC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30" name="Picture 6">
            <a:extLst>
              <a:ext uri="{FF2B5EF4-FFF2-40B4-BE49-F238E27FC236}">
                <a16:creationId xmlns:a16="http://schemas.microsoft.com/office/drawing/2014/main" id="{3A47CC67-2C30-9270-D150-CFA06122E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659" r="1" b="418"/>
          <a:stretch>
            <a:fillRect/>
          </a:stretch>
        </p:blipFill>
        <p:spPr bwMode="auto">
          <a:xfrm>
            <a:off x="701134" y="757464"/>
            <a:ext cx="5148072" cy="2405548"/>
          </a:xfrm>
          <a:prstGeom prst="rect">
            <a:avLst/>
          </a:prstGeom>
          <a:noFill/>
          <a:extLst>
            <a:ext uri="{909E8E84-426E-40DD-AFC4-6F175D3DCCD1}">
              <a14:hiddenFill xmlns:a14="http://schemas.microsoft.com/office/drawing/2010/main">
                <a:solidFill>
                  <a:srgbClr val="FFFFFF"/>
                </a:solidFill>
              </a14:hiddenFill>
            </a:ext>
          </a:extLst>
        </p:spPr>
      </p:pic>
      <p:grpSp>
        <p:nvGrpSpPr>
          <p:cNvPr id="1072" name="Group 1071">
            <a:extLst>
              <a:ext uri="{FF2B5EF4-FFF2-40B4-BE49-F238E27FC236}">
                <a16:creationId xmlns:a16="http://schemas.microsoft.com/office/drawing/2014/main" id="{E616EDA1-F722-4C6A-AD2F-E487C7EBE6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3544708"/>
            <a:ext cx="2651760" cy="2739376"/>
            <a:chOff x="7807230" y="2012810"/>
            <a:chExt cx="3251252" cy="3459865"/>
          </a:xfrm>
        </p:grpSpPr>
        <p:sp>
          <p:nvSpPr>
            <p:cNvPr id="1073" name="Rectangle 1072">
              <a:extLst>
                <a:ext uri="{FF2B5EF4-FFF2-40B4-BE49-F238E27FC236}">
                  <a16:creationId xmlns:a16="http://schemas.microsoft.com/office/drawing/2014/main" id="{2B994A57-EDEF-4F7C-9FF3-8A4666468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C0D45935-877E-4620-9F00-69FFC601B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28" name="Picture 4">
            <a:extLst>
              <a:ext uri="{FF2B5EF4-FFF2-40B4-BE49-F238E27FC236}">
                <a16:creationId xmlns:a16="http://schemas.microsoft.com/office/drawing/2014/main" id="{8C4639CA-45A0-B5D9-9153-EBF4260883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86"/>
          <a:stretch>
            <a:fillRect/>
          </a:stretch>
        </p:blipFill>
        <p:spPr bwMode="auto">
          <a:xfrm>
            <a:off x="699366" y="4166002"/>
            <a:ext cx="2322576" cy="1496788"/>
          </a:xfrm>
          <a:prstGeom prst="rect">
            <a:avLst/>
          </a:prstGeom>
          <a:noFill/>
          <a:extLst>
            <a:ext uri="{909E8E84-426E-40DD-AFC4-6F175D3DCCD1}">
              <a14:hiddenFill xmlns:a14="http://schemas.microsoft.com/office/drawing/2010/main">
                <a:solidFill>
                  <a:srgbClr val="FFFFFF"/>
                </a:solidFill>
              </a14:hiddenFill>
            </a:ext>
          </a:extLst>
        </p:spPr>
      </p:pic>
      <p:grpSp>
        <p:nvGrpSpPr>
          <p:cNvPr id="1077" name="Group 1076">
            <a:extLst>
              <a:ext uri="{FF2B5EF4-FFF2-40B4-BE49-F238E27FC236}">
                <a16:creationId xmlns:a16="http://schemas.microsoft.com/office/drawing/2014/main" id="{718BCC2B-0684-4382-A2D3-C9ADC77687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85270" y="3544708"/>
            <a:ext cx="2651760" cy="2739376"/>
            <a:chOff x="7807230" y="2012810"/>
            <a:chExt cx="3251252" cy="3459865"/>
          </a:xfrm>
        </p:grpSpPr>
        <p:sp>
          <p:nvSpPr>
            <p:cNvPr id="1078" name="Rectangle 1077">
              <a:extLst>
                <a:ext uri="{FF2B5EF4-FFF2-40B4-BE49-F238E27FC236}">
                  <a16:creationId xmlns:a16="http://schemas.microsoft.com/office/drawing/2014/main" id="{F67BE271-7CC8-493E-ACC7-330B8DAEC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B416E226-9BF3-4654-A708-DDC3A062C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29" name="Picture 5">
            <a:extLst>
              <a:ext uri="{FF2B5EF4-FFF2-40B4-BE49-F238E27FC236}">
                <a16:creationId xmlns:a16="http://schemas.microsoft.com/office/drawing/2014/main" id="{5EEC2220-52C1-43CF-66B4-06DB7C4E15C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44" r="-2" b="-1"/>
          <a:stretch>
            <a:fillRect/>
          </a:stretch>
        </p:blipFill>
        <p:spPr bwMode="auto">
          <a:xfrm>
            <a:off x="3549862" y="4173736"/>
            <a:ext cx="2322576" cy="1481320"/>
          </a:xfrm>
          <a:prstGeom prst="rect">
            <a:avLst/>
          </a:prstGeom>
          <a:noFill/>
          <a:extLst>
            <a:ext uri="{909E8E84-426E-40DD-AFC4-6F175D3DCCD1}">
              <a14:hiddenFill xmlns:a14="http://schemas.microsoft.com/office/drawing/2010/main">
                <a:solidFill>
                  <a:srgbClr val="FFFFFF"/>
                </a:solidFill>
              </a14:hiddenFill>
            </a:ext>
          </a:extLst>
        </p:spPr>
      </p:pic>
      <p:grpSp>
        <p:nvGrpSpPr>
          <p:cNvPr id="1085" name="Group 1084">
            <a:extLst>
              <a:ext uri="{FF2B5EF4-FFF2-40B4-BE49-F238E27FC236}">
                <a16:creationId xmlns:a16="http://schemas.microsoft.com/office/drawing/2014/main" id="{B5D0BDB0-2E17-4D86-BEE1-1A1817E046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6100" y="583417"/>
            <a:ext cx="5451125" cy="5700667"/>
            <a:chOff x="7807230" y="2012810"/>
            <a:chExt cx="3251252" cy="3459865"/>
          </a:xfrm>
        </p:grpSpPr>
        <p:sp>
          <p:nvSpPr>
            <p:cNvPr id="1091" name="Rectangle 1090">
              <a:extLst>
                <a:ext uri="{FF2B5EF4-FFF2-40B4-BE49-F238E27FC236}">
                  <a16:creationId xmlns:a16="http://schemas.microsoft.com/office/drawing/2014/main" id="{07A4205F-B9AE-4B05-9BDE-05C46ED38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7B833BEF-B243-4FC2-967F-3C9C2085A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31" name="Picture 7">
            <a:extLst>
              <a:ext uri="{FF2B5EF4-FFF2-40B4-BE49-F238E27FC236}">
                <a16:creationId xmlns:a16="http://schemas.microsoft.com/office/drawing/2014/main" id="{289671E4-BBA3-EEF3-ED37-B80327FA54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1265" b="-1"/>
          <a:stretch>
            <a:fillRect/>
          </a:stretch>
        </p:blipFill>
        <p:spPr bwMode="auto">
          <a:xfrm>
            <a:off x="6371342" y="1828800"/>
            <a:ext cx="5040000" cy="3257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239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EDC8-FCF3-7A65-241C-CFC56F797F4A}"/>
              </a:ext>
            </a:extLst>
          </p:cNvPr>
          <p:cNvSpPr>
            <a:spLocks noGrp="1"/>
          </p:cNvSpPr>
          <p:nvPr>
            <p:ph type="title"/>
          </p:nvPr>
        </p:nvSpPr>
        <p:spPr>
          <a:xfrm>
            <a:off x="612648" y="2093976"/>
            <a:ext cx="8229600" cy="4178808"/>
          </a:xfrm>
        </p:spPr>
        <p:txBody>
          <a:bodyPr anchor="b">
            <a:normAutofit/>
          </a:bodyPr>
          <a:lstStyle/>
          <a:p>
            <a:r>
              <a:rPr lang="en-US"/>
              <a:t>Research Question 2</a:t>
            </a:r>
          </a:p>
        </p:txBody>
      </p:sp>
    </p:spTree>
    <p:extLst>
      <p:ext uri="{BB962C8B-B14F-4D97-AF65-F5344CB8AC3E}">
        <p14:creationId xmlns:p14="http://schemas.microsoft.com/office/powerpoint/2010/main" val="179475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77A99-83F8-09D5-2442-1C5A1C5EF125}"/>
              </a:ext>
            </a:extLst>
          </p:cNvPr>
          <p:cNvSpPr>
            <a:spLocks noGrp="1"/>
          </p:cNvSpPr>
          <p:nvPr>
            <p:ph type="title"/>
          </p:nvPr>
        </p:nvSpPr>
        <p:spPr>
          <a:xfrm>
            <a:off x="612648" y="502920"/>
            <a:ext cx="4669536" cy="1453896"/>
          </a:xfrm>
        </p:spPr>
        <p:txBody>
          <a:bodyPr anchor="t">
            <a:normAutofit/>
          </a:bodyPr>
          <a:lstStyle/>
          <a:p>
            <a:r>
              <a:rPr lang="en-US"/>
              <a:t>Suburban vs Urban Recovery Patterns</a:t>
            </a:r>
          </a:p>
        </p:txBody>
      </p:sp>
      <p:pic>
        <p:nvPicPr>
          <p:cNvPr id="5" name="Content Placeholder 4" descr="Shopping centre parking lot shot from above in urban environment on the Gold Coast, Australia">
            <a:extLst>
              <a:ext uri="{FF2B5EF4-FFF2-40B4-BE49-F238E27FC236}">
                <a16:creationId xmlns:a16="http://schemas.microsoft.com/office/drawing/2014/main" id="{A0920DF1-3577-4F51-93AE-B3F420FA6345}"/>
              </a:ext>
            </a:extLst>
          </p:cNvPr>
          <p:cNvPicPr>
            <a:picLocks noGrp="1" noChangeAspect="1"/>
          </p:cNvPicPr>
          <p:nvPr>
            <p:ph type="pic" sz="quarter" idx="15"/>
          </p:nvPr>
        </p:nvPicPr>
        <p:blipFill>
          <a:blip r:embed="rId3"/>
          <a:srcRect l="23724" r="11011"/>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AAA7619-F54D-F243-7ECB-4F735CB2CE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Suburban Recovery Strength</a:t>
            </a:r>
          </a:p>
          <a:p>
            <a:pPr marL="0" lvl="1" indent="0">
              <a:buFont typeface="Arial" panose="020B0604020202020204" pitchFamily="34" charset="0"/>
              <a:buNone/>
            </a:pPr>
            <a:r>
              <a:t>Suburban counties showed the strongest recovery in foot traffic and dwell time driven by office supply stores like Staples and Office Depot.</a:t>
            </a:r>
            <a:endParaRPr lang="en-US"/>
          </a:p>
          <a:p>
            <a:pPr marL="0" indent="0">
              <a:spcBef>
                <a:spcPts val="2500"/>
              </a:spcBef>
              <a:buFont typeface="Arial" panose="020B0604020202020204" pitchFamily="34" charset="0"/>
              <a:buNone/>
            </a:pPr>
            <a:r>
              <a:rPr lang="en-US" b="1"/>
              <a:t>Urban Shopping Behavior</a:t>
            </a:r>
          </a:p>
          <a:p>
            <a:pPr marL="0" lvl="1" indent="0">
              <a:buFont typeface="Arial" panose="020B0604020202020204" pitchFamily="34" charset="0"/>
              <a:buNone/>
            </a:pPr>
            <a:r>
              <a:t>Urban centers had slightly fewer visits but maintained similar dwell times, reflecting efficient and purpose-driven shopping habits.</a:t>
            </a:r>
            <a:endParaRPr lang="en-US"/>
          </a:p>
          <a:p>
            <a:pPr marL="0" indent="0">
              <a:spcBef>
                <a:spcPts val="2500"/>
              </a:spcBef>
              <a:buFont typeface="Arial" panose="020B0604020202020204" pitchFamily="34" charset="0"/>
              <a:buNone/>
            </a:pPr>
            <a:r>
              <a:rPr lang="en-US" b="1"/>
              <a:t>Rural Visit Patterns</a:t>
            </a:r>
          </a:p>
          <a:p>
            <a:pPr marL="0" lvl="1" indent="0">
              <a:buFont typeface="Arial" panose="020B0604020202020204" pitchFamily="34" charset="0"/>
              <a:buNone/>
            </a:pPr>
            <a:r>
              <a:t>Rural areas experienced fewer visits but longer dwell times, indicating more deliberate and extended shopping approaches.</a:t>
            </a:r>
            <a:endParaRPr lang="en-US"/>
          </a:p>
          <a:p>
            <a:pPr marL="0" indent="0">
              <a:spcBef>
                <a:spcPts val="2500"/>
              </a:spcBef>
              <a:buFont typeface="Arial" panose="020B0604020202020204" pitchFamily="34" charset="0"/>
              <a:buNone/>
            </a:pPr>
            <a:r>
              <a:rPr lang="en-US" b="1"/>
              <a:t>Regional Dynamics Importance</a:t>
            </a:r>
          </a:p>
          <a:p>
            <a:pPr marL="0" lvl="1" indent="0">
              <a:buFont typeface="Arial" panose="020B0604020202020204" pitchFamily="34" charset="0"/>
              <a:buNone/>
            </a:pPr>
            <a:r>
              <a:t>Los Angeles County was a hotspot for office supply demand, highlighting significant regional variations in recovery patterns.</a:t>
            </a:r>
            <a:endParaRPr lang="en-US"/>
          </a:p>
        </p:txBody>
      </p:sp>
    </p:spTree>
    <p:extLst>
      <p:ext uri="{BB962C8B-B14F-4D97-AF65-F5344CB8AC3E}">
        <p14:creationId xmlns:p14="http://schemas.microsoft.com/office/powerpoint/2010/main" val="17057131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A3DE-030C-C63E-62B5-14E9D1BC1A93}"/>
              </a:ext>
            </a:extLst>
          </p:cNvPr>
          <p:cNvSpPr>
            <a:spLocks noGrp="1"/>
          </p:cNvSpPr>
          <p:nvPr>
            <p:ph type="title"/>
          </p:nvPr>
        </p:nvSpPr>
        <p:spPr>
          <a:xfrm>
            <a:off x="612648" y="2093976"/>
            <a:ext cx="8229600" cy="4178808"/>
          </a:xfrm>
        </p:spPr>
        <p:txBody>
          <a:bodyPr anchor="b">
            <a:normAutofit/>
          </a:bodyPr>
          <a:lstStyle/>
          <a:p>
            <a:r>
              <a:rPr lang="en-US"/>
              <a:t>Research Question 3</a:t>
            </a:r>
          </a:p>
        </p:txBody>
      </p:sp>
    </p:spTree>
    <p:extLst>
      <p:ext uri="{BB962C8B-B14F-4D97-AF65-F5344CB8AC3E}">
        <p14:creationId xmlns:p14="http://schemas.microsoft.com/office/powerpoint/2010/main" val="4016538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D564-D7CC-E561-33F7-36E008D823EA}"/>
              </a:ext>
            </a:extLst>
          </p:cNvPr>
          <p:cNvSpPr>
            <a:spLocks noGrp="1"/>
          </p:cNvSpPr>
          <p:nvPr>
            <p:ph type="title"/>
          </p:nvPr>
        </p:nvSpPr>
        <p:spPr>
          <a:xfrm>
            <a:off x="612648" y="502920"/>
            <a:ext cx="4669536" cy="1453896"/>
          </a:xfrm>
        </p:spPr>
        <p:txBody>
          <a:bodyPr anchor="t">
            <a:normAutofit/>
          </a:bodyPr>
          <a:lstStyle/>
          <a:p>
            <a:r>
              <a:rPr lang="en-US"/>
              <a:t>Brand Stabilization and Loyalty</a:t>
            </a:r>
          </a:p>
        </p:txBody>
      </p:sp>
      <p:pic>
        <p:nvPicPr>
          <p:cNvPr id="5" name="Content Placeholder 4" descr="A row of shopping carts by a supermarket.">
            <a:extLst>
              <a:ext uri="{FF2B5EF4-FFF2-40B4-BE49-F238E27FC236}">
                <a16:creationId xmlns:a16="http://schemas.microsoft.com/office/drawing/2014/main" id="{B9A12B6D-9D30-4F72-8346-620D5E62C3B3}"/>
              </a:ext>
            </a:extLst>
          </p:cNvPr>
          <p:cNvPicPr>
            <a:picLocks noGrp="1" noChangeAspect="1"/>
          </p:cNvPicPr>
          <p:nvPr>
            <p:ph type="pic" sz="quarter" idx="15"/>
          </p:nvPr>
        </p:nvPicPr>
        <p:blipFill>
          <a:blip r:embed="rId3"/>
          <a:srcRect l="19312" r="3239"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0CA46607-765B-0892-3860-CA2A9A64B08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Early Brand Stabilization</a:t>
            </a:r>
          </a:p>
          <a:p>
            <a:pPr marL="0" lvl="1" indent="0">
              <a:buFont typeface="Arial" panose="020B0604020202020204" pitchFamily="34" charset="0"/>
              <a:buNone/>
            </a:pPr>
            <a:r>
              <a:t>Staples and Office Depot showed early recovery in visits and dwell times, highlighting strong consumer loyalty.</a:t>
            </a:r>
            <a:endParaRPr lang="en-US"/>
          </a:p>
          <a:p>
            <a:pPr marL="0" indent="0">
              <a:spcBef>
                <a:spcPts val="2500"/>
              </a:spcBef>
              <a:buFont typeface="Arial" panose="020B0604020202020204" pitchFamily="34" charset="0"/>
              <a:buNone/>
            </a:pPr>
            <a:r>
              <a:rPr lang="en-US" b="1"/>
              <a:t>Divergent Recovery Paths</a:t>
            </a:r>
          </a:p>
          <a:p>
            <a:pPr marL="0" lvl="1" indent="0">
              <a:buFont typeface="Arial" panose="020B0604020202020204" pitchFamily="34" charset="0"/>
              <a:buNone/>
            </a:pPr>
            <a:r>
              <a:t>Office Depot’s steady recovery contrasted with OfficeMax’s lag, reflecting brand overlap and diluted traffic.</a:t>
            </a:r>
            <a:endParaRPr lang="en-US"/>
          </a:p>
          <a:p>
            <a:pPr marL="0" indent="0">
              <a:spcBef>
                <a:spcPts val="2500"/>
              </a:spcBef>
              <a:buFont typeface="Arial" panose="020B0604020202020204" pitchFamily="34" charset="0"/>
              <a:buNone/>
            </a:pPr>
            <a:r>
              <a:rPr lang="en-US" b="1"/>
              <a:t>Niche Brand Engagement</a:t>
            </a:r>
          </a:p>
          <a:p>
            <a:pPr marL="0" lvl="1" indent="0">
              <a:buFont typeface="Arial" panose="020B0604020202020204" pitchFamily="34" charset="0"/>
              <a:buNone/>
            </a:pPr>
            <a:r>
              <a:t>Specialty brands had low traffic but high dwell times, indicating deep engagement from niche audiences.</a:t>
            </a:r>
            <a:endParaRPr lang="en-US"/>
          </a:p>
          <a:p>
            <a:pPr marL="0" indent="0">
              <a:spcBef>
                <a:spcPts val="2500"/>
              </a:spcBef>
              <a:buFont typeface="Arial" panose="020B0604020202020204" pitchFamily="34" charset="0"/>
              <a:buNone/>
            </a:pPr>
            <a:r>
              <a:rPr lang="en-US" b="1"/>
              <a:t>Role of Essential Status</a:t>
            </a:r>
          </a:p>
          <a:p>
            <a:pPr marL="0" lvl="1" indent="0">
              <a:buFont typeface="Arial" panose="020B0604020202020204" pitchFamily="34" charset="0"/>
              <a:buNone/>
            </a:pPr>
            <a:r>
              <a:t>Essential status and reliable supply chains influenced consumer behavior and brand trust during reopening.</a:t>
            </a:r>
            <a:endParaRPr lang="en-US"/>
          </a:p>
        </p:txBody>
      </p:sp>
    </p:spTree>
    <p:extLst>
      <p:ext uri="{BB962C8B-B14F-4D97-AF65-F5344CB8AC3E}">
        <p14:creationId xmlns:p14="http://schemas.microsoft.com/office/powerpoint/2010/main" val="1830895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02091-2081-A220-5E2A-B77AB6AFACCC}"/>
              </a:ext>
            </a:extLst>
          </p:cNvPr>
          <p:cNvSpPr>
            <a:spLocks noGrp="1"/>
          </p:cNvSpPr>
          <p:nvPr>
            <p:ph type="title"/>
          </p:nvPr>
        </p:nvSpPr>
        <p:spPr>
          <a:xfrm>
            <a:off x="612648" y="2093976"/>
            <a:ext cx="8229600" cy="4178808"/>
          </a:xfrm>
        </p:spPr>
        <p:txBody>
          <a:bodyPr anchor="b">
            <a:normAutofit/>
          </a:bodyPr>
          <a:lstStyle/>
          <a:p>
            <a:r>
              <a:rPr lang="en-US"/>
              <a:t>Conclusion</a:t>
            </a:r>
          </a:p>
        </p:txBody>
      </p:sp>
    </p:spTree>
    <p:extLst>
      <p:ext uri="{BB962C8B-B14F-4D97-AF65-F5344CB8AC3E}">
        <p14:creationId xmlns:p14="http://schemas.microsoft.com/office/powerpoint/2010/main" val="590233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340B-C3C3-9797-A6AF-08D6926B8C13}"/>
              </a:ext>
            </a:extLst>
          </p:cNvPr>
          <p:cNvSpPr>
            <a:spLocks noGrp="1"/>
          </p:cNvSpPr>
          <p:nvPr>
            <p:ph type="title"/>
          </p:nvPr>
        </p:nvSpPr>
        <p:spPr>
          <a:xfrm>
            <a:off x="4706516" y="502920"/>
            <a:ext cx="6858000" cy="841248"/>
          </a:xfrm>
        </p:spPr>
        <p:txBody>
          <a:bodyPr anchor="b">
            <a:normAutofit/>
          </a:bodyPr>
          <a:lstStyle/>
          <a:p>
            <a:r>
              <a:rPr lang="en-US"/>
              <a:t>Summary of Insights and Implications</a:t>
            </a:r>
          </a:p>
        </p:txBody>
      </p:sp>
      <p:pic>
        <p:nvPicPr>
          <p:cNvPr id="5" name="Content Placeholder 4" descr="Young customer choosing eyeglasses in store">
            <a:extLst>
              <a:ext uri="{FF2B5EF4-FFF2-40B4-BE49-F238E27FC236}">
                <a16:creationId xmlns:a16="http://schemas.microsoft.com/office/drawing/2014/main" id="{EB8897A7-7BDE-4BD6-8458-B49D8F1E129F}"/>
              </a:ext>
            </a:extLst>
          </p:cNvPr>
          <p:cNvPicPr>
            <a:picLocks noGrp="1" noChangeAspect="1"/>
          </p:cNvPicPr>
          <p:nvPr>
            <p:ph type="pic" sz="quarter" idx="15"/>
          </p:nvPr>
        </p:nvPicPr>
        <p:blipFill>
          <a:blip r:embed="rId3"/>
          <a:srcRect l="18986" r="3601"/>
          <a:stretch>
            <a:fillRect/>
          </a:stretch>
        </p:blipFill>
        <p:spPr>
          <a:xfrm>
            <a:off x="115867" y="10"/>
            <a:ext cx="3968496" cy="6857990"/>
          </a:xfrm>
          <a:prstGeom prst="rect">
            <a:avLst/>
          </a:prstGeom>
          <a:noFill/>
        </p:spPr>
      </p:pic>
      <p:sp>
        <p:nvSpPr>
          <p:cNvPr id="4" name="Content Placeholder 3">
            <a:extLst>
              <a:ext uri="{FF2B5EF4-FFF2-40B4-BE49-F238E27FC236}">
                <a16:creationId xmlns:a16="http://schemas.microsoft.com/office/drawing/2014/main" id="{154EC83E-BD8B-6073-9D38-A6989E0F68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06516" y="1472183"/>
            <a:ext cx="6858000" cy="4782312"/>
          </a:xfrm>
        </p:spPr>
        <p:txBody>
          <a:bodyPr>
            <a:normAutofit/>
          </a:bodyPr>
          <a:lstStyle/>
          <a:p>
            <a:pPr marL="0" indent="0">
              <a:spcBef>
                <a:spcPts val="2500"/>
              </a:spcBef>
              <a:buFont typeface="Arial" panose="020B0604020202020204" pitchFamily="34" charset="0"/>
              <a:buNone/>
            </a:pPr>
            <a:r>
              <a:rPr lang="en-US" b="1"/>
              <a:t>Suburban Consumer Adaptation</a:t>
            </a:r>
          </a:p>
          <a:p>
            <a:pPr marL="0" lvl="1" indent="0">
              <a:buFont typeface="Arial" panose="020B0604020202020204" pitchFamily="34" charset="0"/>
              <a:buNone/>
            </a:pPr>
            <a:r>
              <a:t>Suburban consumers quickly adapted to remote work, boosting early recovery in office supply retail sectors.</a:t>
            </a:r>
            <a:endParaRPr lang="en-US"/>
          </a:p>
          <a:p>
            <a:pPr marL="0" indent="0">
              <a:spcBef>
                <a:spcPts val="2500"/>
              </a:spcBef>
              <a:buFont typeface="Arial" panose="020B0604020202020204" pitchFamily="34" charset="0"/>
              <a:buNone/>
            </a:pPr>
            <a:r>
              <a:rPr lang="en-US" b="1"/>
              <a:t>Leading Retailers</a:t>
            </a:r>
          </a:p>
          <a:p>
            <a:pPr marL="0" lvl="1" indent="0">
              <a:buFont typeface="Arial" panose="020B0604020202020204" pitchFamily="34" charset="0"/>
              <a:buNone/>
            </a:pPr>
            <a:r>
              <a:t>Staples and Office Depot led recovery due to essential status and strong customer loyalty in the market.</a:t>
            </a:r>
            <a:endParaRPr lang="en-US"/>
          </a:p>
          <a:p>
            <a:pPr marL="0" indent="0">
              <a:spcBef>
                <a:spcPts val="2500"/>
              </a:spcBef>
              <a:buFont typeface="Arial" panose="020B0604020202020204" pitchFamily="34" charset="0"/>
              <a:buNone/>
            </a:pPr>
            <a:r>
              <a:rPr lang="en-US" b="1"/>
              <a:t>Demographic Influence on Behavior</a:t>
            </a:r>
          </a:p>
          <a:p>
            <a:pPr marL="0" lvl="1" indent="0">
              <a:buFont typeface="Arial" panose="020B0604020202020204" pitchFamily="34" charset="0"/>
              <a:buNone/>
            </a:pPr>
            <a:r>
              <a:t>Education, household makeup, and working-age density shaped consumer shopping behavior and preferences.</a:t>
            </a:r>
            <a:endParaRPr lang="en-US"/>
          </a:p>
          <a:p>
            <a:pPr marL="0" indent="0">
              <a:spcBef>
                <a:spcPts val="2500"/>
              </a:spcBef>
              <a:buFont typeface="Arial" panose="020B0604020202020204" pitchFamily="34" charset="0"/>
              <a:buNone/>
            </a:pPr>
            <a:r>
              <a:rPr lang="en-US" b="1"/>
              <a:t>Retail Strategy Implications</a:t>
            </a:r>
          </a:p>
          <a:p>
            <a:pPr marL="0" lvl="1" indent="0">
              <a:buFont typeface="Arial" panose="020B0604020202020204" pitchFamily="34" charset="0"/>
              <a:buNone/>
            </a:pPr>
            <a:r>
              <a:t>Retailers can tailor store formats and products to meet varied consumer needs in a post-pandemic world.</a:t>
            </a:r>
            <a:endParaRPr lang="en-US"/>
          </a:p>
        </p:txBody>
      </p:sp>
    </p:spTree>
    <p:extLst>
      <p:ext uri="{BB962C8B-B14F-4D97-AF65-F5344CB8AC3E}">
        <p14:creationId xmlns:p14="http://schemas.microsoft.com/office/powerpoint/2010/main" val="1171481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765D7D-D5CE-4522-8099-745D903F48D3}">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3.xml><?xml version="1.0" encoding="utf-8"?>
<ds:datastoreItem xmlns:ds="http://schemas.openxmlformats.org/officeDocument/2006/customXml" ds:itemID="{9145BFBA-5402-4A2B-A3EF-0CBC5F583FF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Application>Microsoft Office PowerPoint</Application>
  <PresentationFormat>Widescreen</PresentationFormat>
  <Slides>12</Slides>
  <Notes>12</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Chroma</vt:lpstr>
      <vt:lpstr>Office Theme</vt:lpstr>
      <vt:lpstr>Foot Traffic and Dwell Time Trends at Office Supply Stores During the Remote Work Shift</vt:lpstr>
      <vt:lpstr>Introduction</vt:lpstr>
      <vt:lpstr>Context and Objectives</vt:lpstr>
      <vt:lpstr>Research Question 1</vt:lpstr>
      <vt:lpstr>Foot Traffic and Demographic Influences</vt:lpstr>
      <vt:lpstr>PowerPoint Presentation</vt:lpstr>
      <vt:lpstr>Research Question 2</vt:lpstr>
      <vt:lpstr>Suburban vs Urban Recovery Patterns</vt:lpstr>
      <vt:lpstr>Research Question 3</vt:lpstr>
      <vt:lpstr>Brand Stabilization and Loyalty</vt:lpstr>
      <vt:lpstr>Conclusion</vt:lpstr>
      <vt:lpstr>Summary of Insights and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2025-08-21T22:55:37Z</dcterms:created>
  <dcterms:modified xsi:type="dcterms:W3CDTF">2025-10-12T07:08:50Z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