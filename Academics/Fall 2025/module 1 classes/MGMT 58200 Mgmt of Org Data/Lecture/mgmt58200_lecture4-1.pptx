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saveSubsetFonts="1" autoCompressPictures="0">
  <p:sldMasterIdLst>
    <p:sldMasterId id="2147483648" r:id="rId4"/>
  </p:sldMasterIdLst>
  <p:notesMasterIdLst>
    <p:notesMasterId r:id="rId20"/>
  </p:notesMasterIdLst>
  <p:sldIdLst>
    <p:sldId id="282" r:id="rId5"/>
    <p:sldId id="276" r:id="rId6"/>
    <p:sldId id="277" r:id="rId7"/>
    <p:sldId id="269" r:id="rId8"/>
    <p:sldId id="270" r:id="rId9"/>
    <p:sldId id="271" r:id="rId10"/>
    <p:sldId id="278" r:id="rId11"/>
    <p:sldId id="279" r:id="rId12"/>
    <p:sldId id="280" r:id="rId13"/>
    <p:sldId id="281" r:id="rId14"/>
    <p:sldId id="267" r:id="rId15"/>
    <p:sldId id="268" r:id="rId16"/>
    <p:sldId id="272" r:id="rId17"/>
    <p:sldId id="273" r:id="rId18"/>
    <p:sldId id="274" r:id="rId19"/>
  </p:sldIdLst>
  <p:sldSz cx="12192000" cy="6858000"/>
  <p:notesSz cx="6858000" cy="9144000"/>
  <p:embeddedFontLst>
    <p:embeddedFont>
      <p:font typeface="Acumin Pro" panose="020B0504020202020204" pitchFamily="34" charset="77"/>
      <p:regular r:id="rId21"/>
      <p:bold r:id="rId22"/>
      <p:italic r:id="rId23"/>
      <p:boldItalic r:id="rId24"/>
    </p:embeddedFont>
    <p:embeddedFont>
      <p:font typeface="Acumin Pro Condensed Semibold" panose="020B0506020202020204" pitchFamily="34" charset="77"/>
      <p:regular r:id="rId25"/>
      <p:bold r:id="rId26"/>
      <p:italic r:id="rId27"/>
      <p:boldItalic r:id="rId28"/>
    </p:embeddedFont>
    <p:embeddedFont>
      <p:font typeface="Consolas" panose="020B0609020204030204" pitchFamily="49" charset="0"/>
      <p:regular r:id="rId29"/>
      <p:bold r:id="rId30"/>
      <p:italic r:id="rId31"/>
      <p:boldItalic r:id="rId32"/>
    </p:embeddedFont>
    <p:embeddedFont>
      <p:font typeface="Franklin Gothic Book" panose="020B0503020102020204" pitchFamily="34" charset="0"/>
      <p:regular r:id="rId33"/>
      <p:italic r:id="rId34"/>
    </p:embeddedFont>
    <p:embeddedFont>
      <p:font typeface="Franklin Gothic Medium" panose="020B0603020102020204" pitchFamily="34" charset="0"/>
      <p:regular r:id="rId35"/>
      <p:italic r:id="rId36"/>
    </p:embeddedFont>
    <p:embeddedFont>
      <p:font typeface="Franklin Gothic Medium Cond" panose="020B0606030402020204" pitchFamily="34" charset="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80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A26CE219-6CB4-4D82-2315-C217F06FFCCD}" name="Hiller, Kelly R" initials="HKR" userId="S::khiller@purdue.edu::b25b1487-7f5e-4b7f-a0b2-f8bcb0b1ea5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B991"/>
    <a:srgbClr val="DDB945"/>
    <a:srgbClr val="EBD9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AF747BA-C219-E44E-91D3-ADF3D769A0FC}" v="314" dt="2025-09-11T18:10:53.21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>
        <p:guide orient="horz" pos="1080"/>
        <p:guide pos="31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font" Target="fonts/font6.fntdata"/><Relationship Id="rId39" Type="http://schemas.openxmlformats.org/officeDocument/2006/relationships/viewProps" Target="view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42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theme" Target="theme/theme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11.fntdata"/><Relationship Id="rId44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43" Type="http://schemas.microsoft.com/office/2015/10/relationships/revisionInfo" Target="revisionInfo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b Elliott" userId="04040a5f-f8f3-4f1b-92ff-388c2ca4c4a6" providerId="ADAL" clId="{F08E8C12-0AA9-AB49-8B3E-DB1BDA346AFE}"/>
    <pc:docChg chg="modSld">
      <pc:chgData name="Rob Elliott" userId="04040a5f-f8f3-4f1b-92ff-388c2ca4c4a6" providerId="ADAL" clId="{F08E8C12-0AA9-AB49-8B3E-DB1BDA346AFE}" dt="2024-09-10T21:11:35.291" v="0"/>
      <pc:docMkLst>
        <pc:docMk/>
      </pc:docMkLst>
      <pc:sldChg chg="modAnim">
        <pc:chgData name="Rob Elliott" userId="04040a5f-f8f3-4f1b-92ff-388c2ca4c4a6" providerId="ADAL" clId="{F08E8C12-0AA9-AB49-8B3E-DB1BDA346AFE}" dt="2024-09-10T21:11:35.291" v="0"/>
        <pc:sldMkLst>
          <pc:docMk/>
          <pc:sldMk cId="1196225976" sldId="272"/>
        </pc:sldMkLst>
      </pc:sldChg>
    </pc:docChg>
  </pc:docChgLst>
  <pc:docChgLst>
    <pc:chgData name="Rob Elliott" userId="04040a5f-f8f3-4f1b-92ff-388c2ca4c4a6" providerId="ADAL" clId="{EC94C08C-B94F-562A-AB01-1B10AD496A2C}"/>
    <pc:docChg chg="custSel addSld delSld modSld sldOrd">
      <pc:chgData name="Rob Elliott" userId="04040a5f-f8f3-4f1b-92ff-388c2ca4c4a6" providerId="ADAL" clId="{EC94C08C-B94F-562A-AB01-1B10AD496A2C}" dt="2025-09-11T18:17:30.382" v="316" actId="2696"/>
      <pc:docMkLst>
        <pc:docMk/>
      </pc:docMkLst>
      <pc:sldChg chg="addSp delSp modSp mod chgLayout">
        <pc:chgData name="Rob Elliott" userId="04040a5f-f8f3-4f1b-92ff-388c2ca4c4a6" providerId="ADAL" clId="{EC94C08C-B94F-562A-AB01-1B10AD496A2C}" dt="2025-09-11T17:45:48.269" v="169" actId="700"/>
        <pc:sldMkLst>
          <pc:docMk/>
          <pc:sldMk cId="4154997097" sldId="267"/>
        </pc:sldMkLst>
        <pc:spChg chg="mod ord">
          <ac:chgData name="Rob Elliott" userId="04040a5f-f8f3-4f1b-92ff-388c2ca4c4a6" providerId="ADAL" clId="{EC94C08C-B94F-562A-AB01-1B10AD496A2C}" dt="2025-09-11T17:45:48.269" v="169" actId="700"/>
          <ac:spMkLst>
            <pc:docMk/>
            <pc:sldMk cId="4154997097" sldId="267"/>
            <ac:spMk id="2" creationId="{44DF09A7-CF48-9701-322A-A0BBD1C2F6CD}"/>
          </ac:spMkLst>
        </pc:spChg>
        <pc:spChg chg="del mod ord">
          <ac:chgData name="Rob Elliott" userId="04040a5f-f8f3-4f1b-92ff-388c2ca4c4a6" providerId="ADAL" clId="{EC94C08C-B94F-562A-AB01-1B10AD496A2C}" dt="2025-09-11T17:45:48.269" v="169" actId="700"/>
          <ac:spMkLst>
            <pc:docMk/>
            <pc:sldMk cId="4154997097" sldId="267"/>
            <ac:spMk id="3" creationId="{5991BF94-59A9-105F-273E-B29E440F2501}"/>
          </ac:spMkLst>
        </pc:spChg>
        <pc:spChg chg="mod ord">
          <ac:chgData name="Rob Elliott" userId="04040a5f-f8f3-4f1b-92ff-388c2ca4c4a6" providerId="ADAL" clId="{EC94C08C-B94F-562A-AB01-1B10AD496A2C}" dt="2025-09-11T17:45:48.269" v="169" actId="700"/>
          <ac:spMkLst>
            <pc:docMk/>
            <pc:sldMk cId="4154997097" sldId="267"/>
            <ac:spMk id="4" creationId="{0C218A17-096C-AED1-C745-D58ECF2EFEFF}"/>
          </ac:spMkLst>
        </pc:spChg>
        <pc:spChg chg="add mod ord">
          <ac:chgData name="Rob Elliott" userId="04040a5f-f8f3-4f1b-92ff-388c2ca4c4a6" providerId="ADAL" clId="{EC94C08C-B94F-562A-AB01-1B10AD496A2C}" dt="2025-09-11T17:45:48.269" v="169" actId="700"/>
          <ac:spMkLst>
            <pc:docMk/>
            <pc:sldMk cId="4154997097" sldId="267"/>
            <ac:spMk id="5" creationId="{55ECE6A5-5820-F9F9-2DA3-CCB1797FB8D2}"/>
          </ac:spMkLst>
        </pc:spChg>
      </pc:sldChg>
      <pc:sldChg chg="modAnim">
        <pc:chgData name="Rob Elliott" userId="04040a5f-f8f3-4f1b-92ff-388c2ca4c4a6" providerId="ADAL" clId="{EC94C08C-B94F-562A-AB01-1B10AD496A2C}" dt="2025-09-11T17:49:04.330" v="170"/>
        <pc:sldMkLst>
          <pc:docMk/>
          <pc:sldMk cId="3205402424" sldId="268"/>
        </pc:sldMkLst>
      </pc:sldChg>
      <pc:sldChg chg="add del">
        <pc:chgData name="Rob Elliott" userId="04040a5f-f8f3-4f1b-92ff-388c2ca4c4a6" providerId="ADAL" clId="{EC94C08C-B94F-562A-AB01-1B10AD496A2C}" dt="2025-09-11T17:44:05.971" v="4"/>
        <pc:sldMkLst>
          <pc:docMk/>
          <pc:sldMk cId="3527289587" sldId="269"/>
        </pc:sldMkLst>
      </pc:sldChg>
      <pc:sldChg chg="add del">
        <pc:chgData name="Rob Elliott" userId="04040a5f-f8f3-4f1b-92ff-388c2ca4c4a6" providerId="ADAL" clId="{EC94C08C-B94F-562A-AB01-1B10AD496A2C}" dt="2025-09-11T17:44:05.971" v="4"/>
        <pc:sldMkLst>
          <pc:docMk/>
          <pc:sldMk cId="1048587044" sldId="270"/>
        </pc:sldMkLst>
      </pc:sldChg>
      <pc:sldChg chg="add del">
        <pc:chgData name="Rob Elliott" userId="04040a5f-f8f3-4f1b-92ff-388c2ca4c4a6" providerId="ADAL" clId="{EC94C08C-B94F-562A-AB01-1B10AD496A2C}" dt="2025-09-11T17:44:05.971" v="4"/>
        <pc:sldMkLst>
          <pc:docMk/>
          <pc:sldMk cId="3897088628" sldId="271"/>
        </pc:sldMkLst>
      </pc:sldChg>
      <pc:sldChg chg="modSp">
        <pc:chgData name="Rob Elliott" userId="04040a5f-f8f3-4f1b-92ff-388c2ca4c4a6" providerId="ADAL" clId="{EC94C08C-B94F-562A-AB01-1B10AD496A2C}" dt="2025-09-11T17:50:08.191" v="172" actId="113"/>
        <pc:sldMkLst>
          <pc:docMk/>
          <pc:sldMk cId="3573658607" sldId="274"/>
        </pc:sldMkLst>
        <pc:spChg chg="mod">
          <ac:chgData name="Rob Elliott" userId="04040a5f-f8f3-4f1b-92ff-388c2ca4c4a6" providerId="ADAL" clId="{EC94C08C-B94F-562A-AB01-1B10AD496A2C}" dt="2025-09-11T17:50:08.191" v="172" actId="113"/>
          <ac:spMkLst>
            <pc:docMk/>
            <pc:sldMk cId="3573658607" sldId="274"/>
            <ac:spMk id="3" creationId="{0F61D075-5C50-994C-DDC4-19DBD1C2471E}"/>
          </ac:spMkLst>
        </pc:spChg>
      </pc:sldChg>
      <pc:sldChg chg="add del">
        <pc:chgData name="Rob Elliott" userId="04040a5f-f8f3-4f1b-92ff-388c2ca4c4a6" providerId="ADAL" clId="{EC94C08C-B94F-562A-AB01-1B10AD496A2C}" dt="2025-09-11T17:43:56.181" v="1"/>
        <pc:sldMkLst>
          <pc:docMk/>
          <pc:sldMk cId="65077392" sldId="275"/>
        </pc:sldMkLst>
      </pc:sldChg>
      <pc:sldChg chg="addSp delSp modSp new del mod ord modClrScheme chgLayout">
        <pc:chgData name="Rob Elliott" userId="04040a5f-f8f3-4f1b-92ff-388c2ca4c4a6" providerId="ADAL" clId="{EC94C08C-B94F-562A-AB01-1B10AD496A2C}" dt="2025-09-11T18:17:30.382" v="316" actId="2696"/>
        <pc:sldMkLst>
          <pc:docMk/>
          <pc:sldMk cId="539063075" sldId="275"/>
        </pc:sldMkLst>
        <pc:spChg chg="del mod ord">
          <ac:chgData name="Rob Elliott" userId="04040a5f-f8f3-4f1b-92ff-388c2ca4c4a6" providerId="ADAL" clId="{EC94C08C-B94F-562A-AB01-1B10AD496A2C}" dt="2025-09-11T17:44:13.205" v="5" actId="700"/>
          <ac:spMkLst>
            <pc:docMk/>
            <pc:sldMk cId="539063075" sldId="275"/>
            <ac:spMk id="2" creationId="{D2C7007C-7AC0-8C18-F4EF-60C4FFD5A498}"/>
          </ac:spMkLst>
        </pc:spChg>
        <pc:spChg chg="mod ord">
          <ac:chgData name="Rob Elliott" userId="04040a5f-f8f3-4f1b-92ff-388c2ca4c4a6" providerId="ADAL" clId="{EC94C08C-B94F-562A-AB01-1B10AD496A2C}" dt="2025-09-11T17:44:13.205" v="5" actId="700"/>
          <ac:spMkLst>
            <pc:docMk/>
            <pc:sldMk cId="539063075" sldId="275"/>
            <ac:spMk id="3" creationId="{F22CF246-504D-F8F0-3525-13C23B178515}"/>
          </ac:spMkLst>
        </pc:spChg>
        <pc:spChg chg="add mod ord">
          <ac:chgData name="Rob Elliott" userId="04040a5f-f8f3-4f1b-92ff-388c2ca4c4a6" providerId="ADAL" clId="{EC94C08C-B94F-562A-AB01-1B10AD496A2C}" dt="2025-09-11T17:44:17.858" v="21" actId="20577"/>
          <ac:spMkLst>
            <pc:docMk/>
            <pc:sldMk cId="539063075" sldId="275"/>
            <ac:spMk id="4" creationId="{5385435A-CC5B-5B70-C600-89479DF8643A}"/>
          </ac:spMkLst>
        </pc:spChg>
        <pc:spChg chg="add mod ord">
          <ac:chgData name="Rob Elliott" userId="04040a5f-f8f3-4f1b-92ff-388c2ca4c4a6" providerId="ADAL" clId="{EC94C08C-B94F-562A-AB01-1B10AD496A2C}" dt="2025-09-11T17:44:13.205" v="5" actId="700"/>
          <ac:spMkLst>
            <pc:docMk/>
            <pc:sldMk cId="539063075" sldId="275"/>
            <ac:spMk id="5" creationId="{395DE28F-C914-FF4E-3638-9B85A76E26D9}"/>
          </ac:spMkLst>
        </pc:spChg>
        <pc:spChg chg="add mod ord">
          <ac:chgData name="Rob Elliott" userId="04040a5f-f8f3-4f1b-92ff-388c2ca4c4a6" providerId="ADAL" clId="{EC94C08C-B94F-562A-AB01-1B10AD496A2C}" dt="2025-09-11T17:44:59.274" v="165" actId="20577"/>
          <ac:spMkLst>
            <pc:docMk/>
            <pc:sldMk cId="539063075" sldId="275"/>
            <ac:spMk id="6" creationId="{1B08CD18-1B16-E3ED-53F6-F5CBA42B17F6}"/>
          </ac:spMkLst>
        </pc:spChg>
      </pc:sldChg>
      <pc:sldChg chg="modSp add mod">
        <pc:chgData name="Rob Elliott" userId="04040a5f-f8f3-4f1b-92ff-388c2ca4c4a6" providerId="ADAL" clId="{EC94C08C-B94F-562A-AB01-1B10AD496A2C}" dt="2025-09-11T17:45:43.120" v="168" actId="20577"/>
        <pc:sldMkLst>
          <pc:docMk/>
          <pc:sldMk cId="2621893055" sldId="276"/>
        </pc:sldMkLst>
        <pc:spChg chg="mod">
          <ac:chgData name="Rob Elliott" userId="04040a5f-f8f3-4f1b-92ff-388c2ca4c4a6" providerId="ADAL" clId="{EC94C08C-B94F-562A-AB01-1B10AD496A2C}" dt="2025-09-11T17:45:43.120" v="168" actId="20577"/>
          <ac:spMkLst>
            <pc:docMk/>
            <pc:sldMk cId="2621893055" sldId="276"/>
            <ac:spMk id="4" creationId="{0C218A17-096C-AED1-C745-D58ECF2EFEFF}"/>
          </ac:spMkLst>
        </pc:spChg>
      </pc:sldChg>
      <pc:sldChg chg="add del">
        <pc:chgData name="Rob Elliott" userId="04040a5f-f8f3-4f1b-92ff-388c2ca4c4a6" providerId="ADAL" clId="{EC94C08C-B94F-562A-AB01-1B10AD496A2C}" dt="2025-09-11T17:43:56.181" v="1"/>
        <pc:sldMkLst>
          <pc:docMk/>
          <pc:sldMk cId="4150780583" sldId="276"/>
        </pc:sldMkLst>
      </pc:sldChg>
      <pc:sldChg chg="add">
        <pc:chgData name="Rob Elliott" userId="04040a5f-f8f3-4f1b-92ff-388c2ca4c4a6" providerId="ADAL" clId="{EC94C08C-B94F-562A-AB01-1B10AD496A2C}" dt="2025-09-11T17:44:05.971" v="4"/>
        <pc:sldMkLst>
          <pc:docMk/>
          <pc:sldMk cId="1864232972" sldId="277"/>
        </pc:sldMkLst>
      </pc:sldChg>
      <pc:sldChg chg="add del">
        <pc:chgData name="Rob Elliott" userId="04040a5f-f8f3-4f1b-92ff-388c2ca4c4a6" providerId="ADAL" clId="{EC94C08C-B94F-562A-AB01-1B10AD496A2C}" dt="2025-09-11T17:43:56.181" v="1"/>
        <pc:sldMkLst>
          <pc:docMk/>
          <pc:sldMk cId="2088246347" sldId="277"/>
        </pc:sldMkLst>
      </pc:sldChg>
      <pc:sldChg chg="add">
        <pc:chgData name="Rob Elliott" userId="04040a5f-f8f3-4f1b-92ff-388c2ca4c4a6" providerId="ADAL" clId="{EC94C08C-B94F-562A-AB01-1B10AD496A2C}" dt="2025-09-11T17:44:05.971" v="4"/>
        <pc:sldMkLst>
          <pc:docMk/>
          <pc:sldMk cId="2088246347" sldId="278"/>
        </pc:sldMkLst>
      </pc:sldChg>
      <pc:sldChg chg="add del">
        <pc:chgData name="Rob Elliott" userId="04040a5f-f8f3-4f1b-92ff-388c2ca4c4a6" providerId="ADAL" clId="{EC94C08C-B94F-562A-AB01-1B10AD496A2C}" dt="2025-09-11T17:43:56.181" v="1"/>
        <pc:sldMkLst>
          <pc:docMk/>
          <pc:sldMk cId="3340524853" sldId="278"/>
        </pc:sldMkLst>
      </pc:sldChg>
      <pc:sldChg chg="add del">
        <pc:chgData name="Rob Elliott" userId="04040a5f-f8f3-4f1b-92ff-388c2ca4c4a6" providerId="ADAL" clId="{EC94C08C-B94F-562A-AB01-1B10AD496A2C}" dt="2025-09-11T17:43:56.181" v="1"/>
        <pc:sldMkLst>
          <pc:docMk/>
          <pc:sldMk cId="1806651867" sldId="279"/>
        </pc:sldMkLst>
      </pc:sldChg>
      <pc:sldChg chg="add">
        <pc:chgData name="Rob Elliott" userId="04040a5f-f8f3-4f1b-92ff-388c2ca4c4a6" providerId="ADAL" clId="{EC94C08C-B94F-562A-AB01-1B10AD496A2C}" dt="2025-09-11T17:44:05.971" v="4"/>
        <pc:sldMkLst>
          <pc:docMk/>
          <pc:sldMk cId="3340524853" sldId="279"/>
        </pc:sldMkLst>
      </pc:sldChg>
      <pc:sldChg chg="add del">
        <pc:chgData name="Rob Elliott" userId="04040a5f-f8f3-4f1b-92ff-388c2ca4c4a6" providerId="ADAL" clId="{EC94C08C-B94F-562A-AB01-1B10AD496A2C}" dt="2025-09-11T17:43:56.181" v="1"/>
        <pc:sldMkLst>
          <pc:docMk/>
          <pc:sldMk cId="1132678226" sldId="280"/>
        </pc:sldMkLst>
      </pc:sldChg>
      <pc:sldChg chg="add">
        <pc:chgData name="Rob Elliott" userId="04040a5f-f8f3-4f1b-92ff-388c2ca4c4a6" providerId="ADAL" clId="{EC94C08C-B94F-562A-AB01-1B10AD496A2C}" dt="2025-09-11T17:44:05.971" v="4"/>
        <pc:sldMkLst>
          <pc:docMk/>
          <pc:sldMk cId="1806651867" sldId="280"/>
        </pc:sldMkLst>
      </pc:sldChg>
      <pc:sldChg chg="add">
        <pc:chgData name="Rob Elliott" userId="04040a5f-f8f3-4f1b-92ff-388c2ca4c4a6" providerId="ADAL" clId="{EC94C08C-B94F-562A-AB01-1B10AD496A2C}" dt="2025-09-11T17:44:05.971" v="4"/>
        <pc:sldMkLst>
          <pc:docMk/>
          <pc:sldMk cId="4294138808" sldId="281"/>
        </pc:sldMkLst>
      </pc:sldChg>
      <pc:sldChg chg="modSp new mod">
        <pc:chgData name="Rob Elliott" userId="04040a5f-f8f3-4f1b-92ff-388c2ca4c4a6" providerId="ADAL" clId="{EC94C08C-B94F-562A-AB01-1B10AD496A2C}" dt="2025-09-11T18:10:53.210" v="315" actId="20577"/>
        <pc:sldMkLst>
          <pc:docMk/>
          <pc:sldMk cId="3737033172" sldId="282"/>
        </pc:sldMkLst>
        <pc:spChg chg="mod">
          <ac:chgData name="Rob Elliott" userId="04040a5f-f8f3-4f1b-92ff-388c2ca4c4a6" providerId="ADAL" clId="{EC94C08C-B94F-562A-AB01-1B10AD496A2C}" dt="2025-09-11T18:10:53.210" v="315" actId="20577"/>
          <ac:spMkLst>
            <pc:docMk/>
            <pc:sldMk cId="3737033172" sldId="282"/>
            <ac:spMk id="3" creationId="{17079D5B-6474-1658-5903-05B02CBAC72D}"/>
          </ac:spMkLst>
        </pc:spChg>
        <pc:spChg chg="mod">
          <ac:chgData name="Rob Elliott" userId="04040a5f-f8f3-4f1b-92ff-388c2ca4c4a6" providerId="ADAL" clId="{EC94C08C-B94F-562A-AB01-1B10AD496A2C}" dt="2025-09-11T18:10:29.026" v="195" actId="20577"/>
          <ac:spMkLst>
            <pc:docMk/>
            <pc:sldMk cId="3737033172" sldId="282"/>
            <ac:spMk id="4" creationId="{A02254AE-5CED-9CDE-6044-E35C0194B4A2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26CF7-48D8-2F46-AFC8-8A5D2298DFDD}" type="datetimeFigureOut">
              <a:rPr lang="en-US" smtClean="0"/>
              <a:t>9/11/25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7BF745-0557-B241-863F-056113C703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674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7BF745-0557-B241-863F-056113C7032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3316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2005070"/>
            <a:ext cx="7763458" cy="592834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29338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bg2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6FFA1BC-72F9-9048-3E39-D300A3A6A5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07129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bg2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fld id="{C7124C19-F609-8C4C-8116-78E353E3E672}" type="datetime1">
              <a:rPr lang="en-US" smtClean="0"/>
              <a:t>3/29/23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EC3163-7E89-C90A-4497-846BA4987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BF1C9772-21E9-60AF-EA4D-990518FB845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4527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itle 6">
            <a:extLst>
              <a:ext uri="{FF2B5EF4-FFF2-40B4-BE49-F238E27FC236}">
                <a16:creationId xmlns:a16="http://schemas.microsoft.com/office/drawing/2014/main" id="{B1EEEEC0-D7E4-4DE5-4E3D-FAAD9ABA89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23257" y="1812045"/>
            <a:ext cx="7763458" cy="719757"/>
          </a:xfrm>
        </p:spPr>
        <p:txBody>
          <a:bodyPr>
            <a:noAutofit/>
          </a:bodyPr>
          <a:lstStyle>
            <a:lvl1pPr>
              <a:defRPr sz="54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Presentation Title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EDB9B8-C811-84E9-5F58-0130F3A8050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23257" y="2617146"/>
            <a:ext cx="7763458" cy="449263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24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24BF34A7-30DF-7BD2-A5A2-434BBF6672C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23257" y="3148847"/>
            <a:ext cx="7763458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>
                <a:solidFill>
                  <a:schemeClr val="tx1"/>
                </a:solidFill>
                <a:latin typeface="Acumin Pro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3/31/23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C8F108-1702-5F20-3D95-B2102374CA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4CFA9E7-7538-3E2F-C153-0158206399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99252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34176D92-8FAB-782E-E607-5D0C5CC9C2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FDAFB6-8BB6-ADBB-6574-5B0C25E7B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972" y="4671391"/>
            <a:ext cx="11266714" cy="1401419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5FF931D0-D7E7-D9E1-3CCC-83299A09228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78972" y="6085510"/>
            <a:ext cx="11266714" cy="449263"/>
          </a:xfrm>
        </p:spPr>
        <p:txBody>
          <a:bodyPr>
            <a:noAutofit/>
          </a:bodyPr>
          <a:lstStyle>
            <a:lvl1pPr marL="0" indent="0" algn="ctr">
              <a:buFontTx/>
              <a:buNone/>
              <a:defRPr sz="2000" b="1" i="0">
                <a:solidFill>
                  <a:schemeClr val="tx1"/>
                </a:solidFill>
                <a:latin typeface="Acumin Pro Semibold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5866111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-9525"/>
            <a:ext cx="12192000" cy="6867525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EFC2CE8-E7A7-5DA8-903C-7C61B21A6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42123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1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ECEF9E-3A6E-C6FF-42DA-EDF0D1D98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CAD524F-ADFB-FF46-A001-5030604377D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2843251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 numCol="2">
            <a:noAutofit/>
          </a:bodyPr>
          <a:lstStyle>
            <a:lvl1pPr marL="0" indent="0" algn="l" fontAlgn="t">
              <a:buFontTx/>
              <a:buNone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A85743F-DCAE-A9EE-5293-03DFB306B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E99B4CAC-1043-AFE7-E5AB-E64101AF155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199844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6628D381-488B-4C1C-32F0-1D389C1FF7E3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8086" y="1543324"/>
            <a:ext cx="11266714" cy="4454706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5EE0A7E-143D-2A83-397F-55801DA066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65EE62C3-A7DA-7701-DE4B-C1A290C4FAE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AC54E73-61A3-FF0B-7F4C-17B1D97376A1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F705AEC-1F4B-D402-6142-24D61C516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269036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6" y="1543324"/>
            <a:ext cx="5413169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8F449F3F-4187-E891-E28D-ABAA40118134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6309157" y="1543324"/>
            <a:ext cx="5425643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FC4CE19-DA95-2729-993D-BB0D45B6B56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59EA93-442C-59A0-2250-A5181989CDD4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82AE1B83-EE6D-EA0B-DD6A-AF15AFD6A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399634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ith Content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C9742D-9D8E-3928-8B2A-C7202DA72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9E3ED-7921-E7F3-A0A2-0467597EF7E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468087" y="1543324"/>
            <a:ext cx="3507565" cy="439033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6D77F14-E88B-D0A5-6F63-E4DA45A7CD6B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4342217" y="1543323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5A95E987-1BAB-5DE6-3A52-75935C62985E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8243137" y="1543322"/>
            <a:ext cx="3507565" cy="4390337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CA31FF2-2F1A-7D0F-36B0-1773F6A9AB3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77EB8B-3A4C-F880-133B-94D59A7B36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8E3C9-6B0B-C4C1-8036-586EE706297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7145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3" y="3652272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1" y="1543323"/>
            <a:ext cx="546974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275945" y="1543323"/>
            <a:ext cx="5458727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264929" y="3652271"/>
            <a:ext cx="5469743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A7288C-38D9-0159-D0E4-B042D466D17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4C9FCD37-EAE5-5E1F-F19B-0843EF6AF1F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668508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opy -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aseline="0">
                <a:solidFill>
                  <a:schemeClr val="accent4">
                    <a:lumMod val="65000"/>
                  </a:schemeClr>
                </a:solidFill>
                <a:latin typeface="Franklin Gothic Medium Cond" panose="020B0606030402020204" pitchFamily="34" charset="0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6A937CB7-FF71-AF7C-945C-0E285D7B2D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6314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2" y="1543323"/>
            <a:ext cx="3534479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336974" y="1543324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710C66FF-C32F-9EF8-4FBC-44E08230B65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325959" y="3652272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8205605" y="1532307"/>
            <a:ext cx="3527360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347E27B2-1DE2-3469-81EF-9EBD7DC7AFB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194590" y="3641255"/>
            <a:ext cx="3534479" cy="2345757"/>
          </a:xfrm>
        </p:spPr>
        <p:txBody>
          <a:bodyPr numCol="1">
            <a:noAutofit/>
          </a:bodyPr>
          <a:lstStyle>
            <a:lvl1pPr marL="285750" indent="-285750" algn="l" fontAlgn="t">
              <a:buFont typeface="Wingdings" pitchFamily="2" charset="2"/>
              <a:buChar char="§"/>
              <a:defRPr sz="1800" baseline="0">
                <a:latin typeface="Acumin Pro" panose="020B0504020202020204" pitchFamily="34" charset="77"/>
              </a:defRPr>
            </a:lvl1pPr>
            <a:lvl2pPr marL="457200" indent="0" algn="l">
              <a:buFontTx/>
              <a:buNone/>
              <a:defRPr sz="1800"/>
            </a:lvl2pPr>
            <a:lvl3pPr marL="914400" indent="0" algn="l">
              <a:buFontTx/>
              <a:buNone/>
              <a:defRPr sz="1800"/>
            </a:lvl3pPr>
            <a:lvl4pPr marL="1371600" indent="0" algn="l">
              <a:buFontTx/>
              <a:buNone/>
              <a:defRPr sz="1800"/>
            </a:lvl4pPr>
            <a:lvl5pPr marL="1828800" indent="0" algn="l">
              <a:buFontTx/>
              <a:buNone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47B2B3-AD22-934B-7901-EF00010BA35F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68043993-A23E-2800-6166-87A2E901B88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6076719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27402-16CB-60F1-259A-4E1A16194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2" y="457200"/>
            <a:ext cx="4314823" cy="96409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889552-EB9F-6D72-9130-E107C02C22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57202" y="1570383"/>
            <a:ext cx="4314823" cy="429860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5F6EAB8-D2BB-0BDE-C7AC-895B69CA5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71871" y="457200"/>
            <a:ext cx="6662927" cy="5411788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C6DC60-EE89-734D-242E-5043417AC8B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95D3C33-27D3-B844-8764-066A5767D11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62900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hoto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E99A83-2C12-9A72-A547-B9374C107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314" y="470037"/>
            <a:ext cx="4325711" cy="1034775"/>
          </a:xfrm>
        </p:spPr>
        <p:txBody>
          <a:bodyPr anchor="b"/>
          <a:lstStyle>
            <a:lvl1pPr fontAlgn="t"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470037"/>
            <a:ext cx="6562498" cy="5391013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46314" y="1759226"/>
            <a:ext cx="4325711" cy="40860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DDC806-6E08-B58A-6B09-ECD209B759D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2FD94D-1CE6-402A-C500-6DCE6F9A3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6314" y="6215540"/>
            <a:ext cx="3350434" cy="3547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3543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3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7832766-AA56-63AE-E2AA-9A2947343D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CF92D672-5C11-B647-ADA7-722837BA86C0}"/>
              </a:ext>
            </a:extLst>
          </p:cNvPr>
          <p:cNvSpPr>
            <a:spLocks noGrp="1"/>
          </p:cNvSpPr>
          <p:nvPr>
            <p:ph type="pic" idx="12"/>
          </p:nvPr>
        </p:nvSpPr>
        <p:spPr>
          <a:xfrm>
            <a:off x="6286962" y="1543323"/>
            <a:ext cx="5458727" cy="431772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AFB8997-E903-BD34-CBB7-A70F3BD090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480C45-204B-0517-4FC2-236945E741BF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E8E9D75D-EF46-B669-7F0B-847008B9553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9417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py with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68086" y="1543323"/>
            <a:ext cx="5862679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615759" y="1543322"/>
            <a:ext cx="5129927" cy="4307573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3486577" y="3795304"/>
            <a:ext cx="2844188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68086" y="3795304"/>
            <a:ext cx="2844188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A3C43D-3312-15BB-B055-F99C088EB6F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C77598CD-72E0-76B5-3E7C-CE820E7B586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8244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s with Cap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A59AA2-58AF-A659-F919-8BDA04ADA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35428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457200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60A3B0E8-AC0D-A169-37E3-2D123D6EBF24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4325104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640970D8-E511-89A8-FC5C-6DB37485ADE3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8181729" y="1367317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6B04B79A-B4BD-0306-3D46-D570E1F51CA6}"/>
              </a:ext>
            </a:extLst>
          </p:cNvPr>
          <p:cNvSpPr>
            <a:spLocks noGrp="1"/>
          </p:cNvSpPr>
          <p:nvPr>
            <p:ph type="body" sz="half" idx="18"/>
          </p:nvPr>
        </p:nvSpPr>
        <p:spPr>
          <a:xfrm>
            <a:off x="4303332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450B4796-C4B7-C272-5ADD-7D6C896B703E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8181729" y="3253121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4633AE4D-056F-FC97-1F10-877F247AB319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413656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>
            <a:extLst>
              <a:ext uri="{FF2B5EF4-FFF2-40B4-BE49-F238E27FC236}">
                <a16:creationId xmlns:a16="http://schemas.microsoft.com/office/drawing/2014/main" id="{19716662-3C77-F831-E45C-F9EA49810F58}"/>
              </a:ext>
            </a:extLst>
          </p:cNvPr>
          <p:cNvSpPr>
            <a:spLocks noGrp="1"/>
          </p:cNvSpPr>
          <p:nvPr>
            <p:ph type="pic" idx="21"/>
          </p:nvPr>
        </p:nvSpPr>
        <p:spPr>
          <a:xfrm>
            <a:off x="43542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1ED1A14F-5E0D-476E-9C60-BD987EFC4940}"/>
              </a:ext>
            </a:extLst>
          </p:cNvPr>
          <p:cNvSpPr>
            <a:spLocks noGrp="1"/>
          </p:cNvSpPr>
          <p:nvPr>
            <p:ph type="pic" idx="22"/>
          </p:nvPr>
        </p:nvSpPr>
        <p:spPr>
          <a:xfrm>
            <a:off x="4303332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A0003A4C-26CB-DD7F-0B22-024AFB58DC67}"/>
              </a:ext>
            </a:extLst>
          </p:cNvPr>
          <p:cNvSpPr>
            <a:spLocks noGrp="1"/>
          </p:cNvSpPr>
          <p:nvPr>
            <p:ph type="pic" idx="23"/>
          </p:nvPr>
        </p:nvSpPr>
        <p:spPr>
          <a:xfrm>
            <a:off x="8193008" y="3770844"/>
            <a:ext cx="3520020" cy="1750458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08CE8D58-56A2-6AE5-AB18-C53F4134DD88}"/>
              </a:ext>
            </a:extLst>
          </p:cNvPr>
          <p:cNvSpPr>
            <a:spLocks noGrp="1"/>
          </p:cNvSpPr>
          <p:nvPr>
            <p:ph type="body" sz="half" idx="24"/>
          </p:nvPr>
        </p:nvSpPr>
        <p:spPr>
          <a:xfrm>
            <a:off x="4281560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7A4C2D1F-1A58-AC60-F606-B816E5F23FFF}"/>
              </a:ext>
            </a:extLst>
          </p:cNvPr>
          <p:cNvSpPr>
            <a:spLocks noGrp="1"/>
          </p:cNvSpPr>
          <p:nvPr>
            <p:ph type="body" sz="half" idx="25"/>
          </p:nvPr>
        </p:nvSpPr>
        <p:spPr>
          <a:xfrm>
            <a:off x="8193008" y="5656648"/>
            <a:ext cx="3541792" cy="36576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924D92CB-DB6C-EEE8-BDA7-E3D7B064364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0A2560-8530-94AA-9E7F-F5A56AB4E3D7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7AF31650-E388-54F8-9AE5-64910C9556BD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5033032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Coll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EA1DABA-769B-1407-1BFC-75930C1DE70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9AF8687-CA4E-66EB-17A8-BE41F3023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C508144-F984-C37C-90F6-AA8C545F3DA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46314" y="1542762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480D7F-9BE0-34B6-0080-2DFC58123F3E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334406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5D5694FC-6767-0363-8F8C-4C8AEA0C5DCC}"/>
              </a:ext>
            </a:extLst>
          </p:cNvPr>
          <p:cNvSpPr>
            <a:spLocks noGrp="1"/>
          </p:cNvSpPr>
          <p:nvPr>
            <p:ph type="pic" idx="16"/>
          </p:nvPr>
        </p:nvSpPr>
        <p:spPr>
          <a:xfrm>
            <a:off x="623655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6223A017-A902-92C1-8A99-7D45B08D860D}"/>
              </a:ext>
            </a:extLst>
          </p:cNvPr>
          <p:cNvSpPr>
            <a:spLocks noGrp="1"/>
          </p:cNvSpPr>
          <p:nvPr>
            <p:ph type="pic" idx="17"/>
          </p:nvPr>
        </p:nvSpPr>
        <p:spPr>
          <a:xfrm>
            <a:off x="9129043" y="1542762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2">
            <a:extLst>
              <a:ext uri="{FF2B5EF4-FFF2-40B4-BE49-F238E27FC236}">
                <a16:creationId xmlns:a16="http://schemas.microsoft.com/office/drawing/2014/main" id="{FE352EAA-3DC6-450E-518D-B55638975ECE}"/>
              </a:ext>
            </a:extLst>
          </p:cNvPr>
          <p:cNvSpPr>
            <a:spLocks noGrp="1"/>
          </p:cNvSpPr>
          <p:nvPr>
            <p:ph type="pic" idx="18"/>
          </p:nvPr>
        </p:nvSpPr>
        <p:spPr>
          <a:xfrm>
            <a:off x="1843620" y="3651150"/>
            <a:ext cx="2611015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1E5E3807-051E-4D4B-1143-A6B4BDDBB5D8}"/>
              </a:ext>
            </a:extLst>
          </p:cNvPr>
          <p:cNvSpPr>
            <a:spLocks noGrp="1"/>
          </p:cNvSpPr>
          <p:nvPr>
            <p:ph type="pic" idx="19"/>
          </p:nvPr>
        </p:nvSpPr>
        <p:spPr>
          <a:xfrm>
            <a:off x="474136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9659EF4B-6B57-DE2A-B33A-D60A659CFE6D}"/>
              </a:ext>
            </a:extLst>
          </p:cNvPr>
          <p:cNvSpPr>
            <a:spLocks noGrp="1"/>
          </p:cNvSpPr>
          <p:nvPr>
            <p:ph type="pic" idx="20"/>
          </p:nvPr>
        </p:nvSpPr>
        <p:spPr>
          <a:xfrm>
            <a:off x="7633859" y="3651150"/>
            <a:ext cx="2605756" cy="188567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1B72767-6954-6B12-1677-BE947CE88E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AC297EAB-60AE-2CA6-7FC1-B2BF3AB1084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931317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2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6521986" y="3884037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67A134D-7A3A-AD4B-91DF-57347E308706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4581B053-21C8-C0AD-58C7-637A6315D1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21726" y="3395949"/>
            <a:ext cx="521294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B2033E-9DB9-9A2B-D4C5-6D8960838D22}"/>
              </a:ext>
            </a:extLst>
          </p:cNvPr>
          <p:cNvSpPr/>
          <p:nvPr userDrawn="1"/>
        </p:nvSpPr>
        <p:spPr>
          <a:xfrm>
            <a:off x="6521856" y="5636913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02FFCFA-A84F-7535-4A5F-29A5FC646063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21726" y="5636913"/>
            <a:ext cx="5212813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C45827-5CB3-E873-7680-6D8C2AAB95D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C87E9216-1A8F-085F-5596-89DFB20E790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855271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with 3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2E1BF6-9F66-A119-6E10-5D16400A75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521986" y="1643073"/>
            <a:ext cx="5212813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3D45392-3CD8-B80C-F2B3-4B45BA45F3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Picture Placeholder 2">
            <a:extLst>
              <a:ext uri="{FF2B5EF4-FFF2-40B4-BE49-F238E27FC236}">
                <a16:creationId xmlns:a16="http://schemas.microsoft.com/office/drawing/2014/main" id="{0492B2E6-F25A-DAD4-50C4-028EE4F9F201}"/>
              </a:ext>
            </a:extLst>
          </p:cNvPr>
          <p:cNvSpPr>
            <a:spLocks noGrp="1"/>
          </p:cNvSpPr>
          <p:nvPr>
            <p:ph type="pic" idx="13"/>
          </p:nvPr>
        </p:nvSpPr>
        <p:spPr>
          <a:xfrm>
            <a:off x="9287219" y="3884037"/>
            <a:ext cx="2447580" cy="2055591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Picture Placeholder 2">
            <a:extLst>
              <a:ext uri="{FF2B5EF4-FFF2-40B4-BE49-F238E27FC236}">
                <a16:creationId xmlns:a16="http://schemas.microsoft.com/office/drawing/2014/main" id="{E4F1D849-D57F-29CA-A61A-410807726101}"/>
              </a:ext>
            </a:extLst>
          </p:cNvPr>
          <p:cNvSpPr>
            <a:spLocks noGrp="1"/>
          </p:cNvSpPr>
          <p:nvPr>
            <p:ph type="pic" idx="14"/>
          </p:nvPr>
        </p:nvSpPr>
        <p:spPr>
          <a:xfrm>
            <a:off x="6521986" y="3879120"/>
            <a:ext cx="2528916" cy="2055592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3">
            <a:extLst>
              <a:ext uri="{FF2B5EF4-FFF2-40B4-BE49-F238E27FC236}">
                <a16:creationId xmlns:a16="http://schemas.microsoft.com/office/drawing/2014/main" id="{6AB35901-94D3-C7C4-1CE7-B31E29C657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DC2C5294-0EFC-A3EC-D994-11DDCFE70D67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446315" y="1643073"/>
            <a:ext cx="5745165" cy="4307571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800"/>
            </a:lvl3pPr>
            <a:lvl4pPr>
              <a:defRPr sz="1500"/>
            </a:lvl4pPr>
            <a:lvl5pPr>
              <a:defRPr sz="14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CAC4E08-5A51-BF4F-655E-4E54DD771548}"/>
              </a:ext>
            </a:extLst>
          </p:cNvPr>
          <p:cNvSpPr/>
          <p:nvPr userDrawn="1"/>
        </p:nvSpPr>
        <p:spPr>
          <a:xfrm>
            <a:off x="6521986" y="3395949"/>
            <a:ext cx="5212813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7D80C23-74F3-F853-02BF-83C743039F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571823" y="3395949"/>
            <a:ext cx="5162846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F22EB8-4EFD-86A4-8EB8-8A4F1A1AA2DF}"/>
              </a:ext>
            </a:extLst>
          </p:cNvPr>
          <p:cNvSpPr/>
          <p:nvPr userDrawn="1"/>
        </p:nvSpPr>
        <p:spPr>
          <a:xfrm>
            <a:off x="6512818" y="5631997"/>
            <a:ext cx="2512330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6A4B2AA-E0AE-18DD-BAA3-AF2A9CA6987A}"/>
              </a:ext>
            </a:extLst>
          </p:cNvPr>
          <p:cNvSpPr>
            <a:spLocks noGrp="1"/>
          </p:cNvSpPr>
          <p:nvPr>
            <p:ph type="body" sz="half" idx="19"/>
          </p:nvPr>
        </p:nvSpPr>
        <p:spPr>
          <a:xfrm>
            <a:off x="6562654" y="5631997"/>
            <a:ext cx="2488248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18B5CD1-FF93-2C9C-1BFF-73A3CE39E65D}"/>
              </a:ext>
            </a:extLst>
          </p:cNvPr>
          <p:cNvSpPr/>
          <p:nvPr userDrawn="1"/>
        </p:nvSpPr>
        <p:spPr>
          <a:xfrm>
            <a:off x="9287218" y="5641703"/>
            <a:ext cx="2431941" cy="30271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C52272AC-9734-6D60-9441-B5E7B9E4E372}"/>
              </a:ext>
            </a:extLst>
          </p:cNvPr>
          <p:cNvSpPr>
            <a:spLocks noGrp="1"/>
          </p:cNvSpPr>
          <p:nvPr>
            <p:ph type="body" sz="half" idx="20"/>
          </p:nvPr>
        </p:nvSpPr>
        <p:spPr>
          <a:xfrm>
            <a:off x="9337055" y="5641703"/>
            <a:ext cx="2408630" cy="302715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1CBD603-B977-E0E5-7C2E-C0061CD0B72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id="{A7F1900C-EBAA-D81A-8063-47664791EA0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34418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Bla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4CFF414-FA47-F7EC-7EFB-7073E26BB831}"/>
              </a:ext>
            </a:extLst>
          </p:cNvPr>
          <p:cNvSpPr/>
          <p:nvPr userDrawn="1"/>
        </p:nvSpPr>
        <p:spPr>
          <a:xfrm>
            <a:off x="7938475" y="1315894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13C0F4F-1E76-E3A4-E5AA-8FA79C7C69FB}"/>
              </a:ext>
            </a:extLst>
          </p:cNvPr>
          <p:cNvSpPr/>
          <p:nvPr userDrawn="1"/>
        </p:nvSpPr>
        <p:spPr>
          <a:xfrm>
            <a:off x="4420956" y="1315895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67105CB-DECE-0616-2A57-776784CFC1CB}"/>
              </a:ext>
            </a:extLst>
          </p:cNvPr>
          <p:cNvSpPr/>
          <p:nvPr userDrawn="1"/>
        </p:nvSpPr>
        <p:spPr>
          <a:xfrm>
            <a:off x="903437" y="1315896"/>
            <a:ext cx="3319531" cy="4513267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813FE17-B697-FB87-4ED6-D832D798E9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506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65CB9D-AA49-05C2-2100-C63D32C82B85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943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43204028-135E-83A2-B94A-693154F531B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284" y="143646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D4E810FD-2D00-764A-B144-B235C21E32F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721" y="4045824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0A71EF50-386A-A3B9-93FB-6EF179A4EE4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803" y="1433918"/>
            <a:ext cx="3319462" cy="339561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8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3" name="Picture Placeholder 10">
            <a:extLst>
              <a:ext uri="{FF2B5EF4-FFF2-40B4-BE49-F238E27FC236}">
                <a16:creationId xmlns:a16="http://schemas.microsoft.com/office/drawing/2014/main" id="{6AE17ED9-FDD9-34C3-1F7D-9A8EA4C4B40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7240" y="4043274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itle 15">
            <a:extLst>
              <a:ext uri="{FF2B5EF4-FFF2-40B4-BE49-F238E27FC236}">
                <a16:creationId xmlns:a16="http://schemas.microsoft.com/office/drawing/2014/main" id="{77D3ED32-45F9-B948-371F-67E8465B2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Text Placeholder 3">
            <a:extLst>
              <a:ext uri="{FF2B5EF4-FFF2-40B4-BE49-F238E27FC236}">
                <a16:creationId xmlns:a16="http://schemas.microsoft.com/office/drawing/2014/main" id="{140B5B1B-89D1-9945-6AB1-0D9B2E27009A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087907" y="2065260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CCAB75A6-8C36-AD93-09A1-D377BF55C686}"/>
              </a:ext>
            </a:extLst>
          </p:cNvPr>
          <p:cNvSpPr>
            <a:spLocks noGrp="1"/>
          </p:cNvSpPr>
          <p:nvPr>
            <p:ph type="body" sz="half" idx="20" hasCustomPrompt="1"/>
          </p:nvPr>
        </p:nvSpPr>
        <p:spPr>
          <a:xfrm>
            <a:off x="4605427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9BFCE088-E342-EDAD-213D-39C8B8D85057}"/>
              </a:ext>
            </a:extLst>
          </p:cNvPr>
          <p:cNvSpPr>
            <a:spLocks noGrp="1"/>
          </p:cNvSpPr>
          <p:nvPr>
            <p:ph type="body" sz="half" idx="21" hasCustomPrompt="1"/>
          </p:nvPr>
        </p:nvSpPr>
        <p:spPr>
          <a:xfrm>
            <a:off x="8122945" y="2065259"/>
            <a:ext cx="2950589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52A11A-CEFD-01B7-2324-466BE85E97BA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2" name="Picture 2">
            <a:extLst>
              <a:ext uri="{FF2B5EF4-FFF2-40B4-BE49-F238E27FC236}">
                <a16:creationId xmlns:a16="http://schemas.microsoft.com/office/drawing/2014/main" id="{F1D30E38-DCA5-D7B3-D3F6-C20A366C600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1671260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3 Blocks -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8C98D576-4759-5408-883D-2E56D9D0F603}"/>
              </a:ext>
            </a:extLst>
          </p:cNvPr>
          <p:cNvSpPr/>
          <p:nvPr userDrawn="1"/>
        </p:nvSpPr>
        <p:spPr>
          <a:xfrm>
            <a:off x="7938216" y="1315892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2C44A1A-1D1D-F2D9-8EC1-EFF25EBA1FB0}"/>
              </a:ext>
            </a:extLst>
          </p:cNvPr>
          <p:cNvSpPr/>
          <p:nvPr userDrawn="1"/>
        </p:nvSpPr>
        <p:spPr>
          <a:xfrm>
            <a:off x="4420697" y="1315893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38D75A-DD50-6C6E-0A9D-7F77E72C780A}"/>
              </a:ext>
            </a:extLst>
          </p:cNvPr>
          <p:cNvSpPr/>
          <p:nvPr userDrawn="1"/>
        </p:nvSpPr>
        <p:spPr>
          <a:xfrm>
            <a:off x="903178" y="1315894"/>
            <a:ext cx="3319531" cy="4513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876A1563-09E6-06B6-EC4A-8E309CC57B1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3247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AF401EC8-7352-A985-133C-726A718A9E9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421025" y="143646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71A04C69-EC92-81B2-FCD5-39464C669BE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38544" y="1433916"/>
            <a:ext cx="3319462" cy="339561"/>
          </a:xfrm>
        </p:spPr>
        <p:txBody>
          <a:bodyPr>
            <a:noAutofit/>
          </a:bodyPr>
          <a:lstStyle>
            <a:lvl1pPr marL="0" indent="0" algn="ctr" fontAlgn="t">
              <a:spcBef>
                <a:spcPts val="0"/>
              </a:spcBef>
              <a:buFontTx/>
              <a:buNone/>
              <a:defRPr sz="1800" b="1" i="0" baseline="0">
                <a:solidFill>
                  <a:schemeClr val="tx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AE5BF8CB-9477-F598-75C4-6F35D608B35B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1101684" y="2040670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AE6CE746-1703-63A8-BBD4-546AD104E27E}"/>
              </a:ext>
            </a:extLst>
          </p:cNvPr>
          <p:cNvSpPr>
            <a:spLocks noGrp="1"/>
          </p:cNvSpPr>
          <p:nvPr>
            <p:ph type="body" sz="half" idx="24" hasCustomPrompt="1"/>
          </p:nvPr>
        </p:nvSpPr>
        <p:spPr>
          <a:xfrm>
            <a:off x="4604880" y="2065258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33" name="Picture Placeholder 10">
            <a:extLst>
              <a:ext uri="{FF2B5EF4-FFF2-40B4-BE49-F238E27FC236}">
                <a16:creationId xmlns:a16="http://schemas.microsoft.com/office/drawing/2014/main" id="{53952BA5-2190-5106-0EBD-DA1D15EFBB9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101684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4" name="Picture Placeholder 10">
            <a:extLst>
              <a:ext uri="{FF2B5EF4-FFF2-40B4-BE49-F238E27FC236}">
                <a16:creationId xmlns:a16="http://schemas.microsoft.com/office/drawing/2014/main" id="{835FE666-CADC-4DB4-80A4-BFD9823DE05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619462" y="4045822"/>
            <a:ext cx="2951163" cy="155575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5" name="Picture Placeholder 10">
            <a:extLst>
              <a:ext uri="{FF2B5EF4-FFF2-40B4-BE49-F238E27FC236}">
                <a16:creationId xmlns:a16="http://schemas.microsoft.com/office/drawing/2014/main" id="{AECA5017-0E7C-4957-02B2-65FA6C1F6E5F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8136981" y="4043272"/>
            <a:ext cx="2951163" cy="1555750"/>
          </a:xfrm>
        </p:spPr>
        <p:txBody>
          <a:bodyPr/>
          <a:lstStyle>
            <a:lvl1pPr marL="0" indent="0">
              <a:buNone/>
              <a:defRPr b="1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F4CE92C-83FA-CA44-69CB-E6229E144199}"/>
              </a:ext>
            </a:extLst>
          </p:cNvPr>
          <p:cNvSpPr>
            <a:spLocks noGrp="1"/>
          </p:cNvSpPr>
          <p:nvPr>
            <p:ph type="body" sz="half" idx="25" hasCustomPrompt="1"/>
          </p:nvPr>
        </p:nvSpPr>
        <p:spPr>
          <a:xfrm>
            <a:off x="8129414" y="2071424"/>
            <a:ext cx="2951163" cy="1691333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body copy.</a:t>
            </a:r>
          </a:p>
        </p:txBody>
      </p:sp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C556C0F-0FF4-1816-A9DC-60D03FBFCE53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3ED305B7-F98B-EB39-4331-AD7D293F0E8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894665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- 5 Colo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itle 39">
            <a:extLst>
              <a:ext uri="{FF2B5EF4-FFF2-40B4-BE49-F238E27FC236}">
                <a16:creationId xmlns:a16="http://schemas.microsoft.com/office/drawing/2014/main" id="{2CAB310C-9DF2-C217-7A37-81705800E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979A34A-6A6B-FC98-1EC8-8347FAB1A48F}"/>
              </a:ext>
            </a:extLst>
          </p:cNvPr>
          <p:cNvSpPr/>
          <p:nvPr userDrawn="1"/>
        </p:nvSpPr>
        <p:spPr>
          <a:xfrm>
            <a:off x="1008584" y="1660596"/>
            <a:ext cx="1918020" cy="4364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3F2A76-73C1-7478-1C52-F70D9B50BC0A}"/>
              </a:ext>
            </a:extLst>
          </p:cNvPr>
          <p:cNvSpPr/>
          <p:nvPr userDrawn="1"/>
        </p:nvSpPr>
        <p:spPr>
          <a:xfrm>
            <a:off x="1011339" y="2160555"/>
            <a:ext cx="1915265" cy="32335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B6525D0-8078-E003-46A7-FFCB83C221E0}"/>
              </a:ext>
            </a:extLst>
          </p:cNvPr>
          <p:cNvSpPr/>
          <p:nvPr userDrawn="1"/>
        </p:nvSpPr>
        <p:spPr>
          <a:xfrm>
            <a:off x="3045437" y="1660596"/>
            <a:ext cx="1918020" cy="4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AE6AD059-9160-4AE4-0F86-92FB0AAD082C}"/>
              </a:ext>
            </a:extLst>
          </p:cNvPr>
          <p:cNvSpPr/>
          <p:nvPr userDrawn="1"/>
        </p:nvSpPr>
        <p:spPr>
          <a:xfrm>
            <a:off x="3048192" y="2160555"/>
            <a:ext cx="1915265" cy="323350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F701C0-7A2F-0B95-E95C-07302A14CA56}"/>
              </a:ext>
            </a:extLst>
          </p:cNvPr>
          <p:cNvSpPr/>
          <p:nvPr userDrawn="1"/>
        </p:nvSpPr>
        <p:spPr>
          <a:xfrm>
            <a:off x="5082290" y="1660596"/>
            <a:ext cx="1918020" cy="436418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D786ED8-9187-C7FB-F774-CE52A2971FFD}"/>
              </a:ext>
            </a:extLst>
          </p:cNvPr>
          <p:cNvSpPr/>
          <p:nvPr userDrawn="1"/>
        </p:nvSpPr>
        <p:spPr>
          <a:xfrm>
            <a:off x="5085045" y="2160555"/>
            <a:ext cx="1915265" cy="323350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A6F5635-02F3-829F-B778-4A766D8D4A2D}"/>
              </a:ext>
            </a:extLst>
          </p:cNvPr>
          <p:cNvSpPr/>
          <p:nvPr userDrawn="1"/>
        </p:nvSpPr>
        <p:spPr>
          <a:xfrm>
            <a:off x="7119143" y="1660596"/>
            <a:ext cx="1918020" cy="436418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3CBD6A50-2E1C-FDDB-2F9B-D9101B8535C5}"/>
              </a:ext>
            </a:extLst>
          </p:cNvPr>
          <p:cNvSpPr/>
          <p:nvPr userDrawn="1"/>
        </p:nvSpPr>
        <p:spPr>
          <a:xfrm>
            <a:off x="7121898" y="2160555"/>
            <a:ext cx="1915265" cy="323350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B239B4FF-413F-3DBC-C6E4-087C951C5464}"/>
              </a:ext>
            </a:extLst>
          </p:cNvPr>
          <p:cNvSpPr/>
          <p:nvPr userDrawn="1"/>
        </p:nvSpPr>
        <p:spPr>
          <a:xfrm>
            <a:off x="9155998" y="1660596"/>
            <a:ext cx="1918020" cy="436418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0">
            <a:schemeClr val="accent1"/>
          </a:lnRef>
          <a:fillRef idx="1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100">
              <a:solidFill>
                <a:schemeClr val="bg1"/>
              </a:solidFill>
              <a:latin typeface="Franklin Gothic Medium" panose="020B060302010202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CB8434E-9F38-4592-327E-51A570C73E09}"/>
              </a:ext>
            </a:extLst>
          </p:cNvPr>
          <p:cNvSpPr/>
          <p:nvPr userDrawn="1"/>
        </p:nvSpPr>
        <p:spPr>
          <a:xfrm>
            <a:off x="9158753" y="2160555"/>
            <a:ext cx="1915265" cy="323350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Clr>
                <a:schemeClr val="tx1">
                  <a:lumMod val="50000"/>
                  <a:lumOff val="50000"/>
                </a:schemeClr>
              </a:buClr>
              <a:buSzTx/>
              <a:buFontTx/>
              <a:buNone/>
              <a:tabLst/>
              <a:defRPr/>
            </a:pPr>
            <a:endParaRPr lang="en-GB" sz="1200" kern="0">
              <a:solidFill>
                <a:sysClr val="windowText" lastClr="000000"/>
              </a:solidFill>
              <a:latin typeface="Franklin Gothic Book" panose="020B0503020102020204" pitchFamily="34" charset="0"/>
              <a:cs typeface="Calibri Light" panose="020F0302020204030204" pitchFamily="34" charset="0"/>
            </a:endParaRP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1BA8130D-B7F2-9815-5056-6F334D4BBA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08584" y="1783909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A41A66E4-0B84-E1FB-88CD-3E0E6E80C4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045438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235E5CE7-3D80-1BB5-DACD-8A63CA927E9A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082291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685C02D4-EA4F-4962-D397-F6439EC5C6E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119145" y="1768552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F46F0A7-55C4-6BAE-BCB0-157A86C9199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156000" y="1770870"/>
            <a:ext cx="1918018" cy="220506"/>
          </a:xfrm>
        </p:spPr>
        <p:txBody>
          <a:bodyPr>
            <a:noAutofit/>
          </a:bodyPr>
          <a:lstStyle>
            <a:lvl1pPr marL="0" indent="0" algn="ctr" fontAlgn="ctr">
              <a:spcBef>
                <a:spcPts val="0"/>
              </a:spcBef>
              <a:buFontTx/>
              <a:buNone/>
              <a:defRPr sz="1200" b="1" i="0" baseline="0">
                <a:solidFill>
                  <a:schemeClr val="bg1"/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edit Subhead</a:t>
            </a:r>
          </a:p>
        </p:txBody>
      </p:sp>
      <p:sp>
        <p:nvSpPr>
          <p:cNvPr id="49" name="Text Placeholder 3">
            <a:extLst>
              <a:ext uri="{FF2B5EF4-FFF2-40B4-BE49-F238E27FC236}">
                <a16:creationId xmlns:a16="http://schemas.microsoft.com/office/drawing/2014/main" id="{9E69C3F7-0A3A-FAC2-6540-8BB750E9AA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7982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3">
            <a:extLst>
              <a:ext uri="{FF2B5EF4-FFF2-40B4-BE49-F238E27FC236}">
                <a16:creationId xmlns:a16="http://schemas.microsoft.com/office/drawing/2014/main" id="{040CB427-2320-1A81-037C-6D83BCA5B36F}"/>
              </a:ext>
            </a:extLst>
          </p:cNvPr>
          <p:cNvSpPr>
            <a:spLocks noGrp="1"/>
          </p:cNvSpPr>
          <p:nvPr>
            <p:ph type="body" sz="half" idx="32"/>
          </p:nvPr>
        </p:nvSpPr>
        <p:spPr>
          <a:xfrm>
            <a:off x="3175312" y="2299864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3">
            <a:extLst>
              <a:ext uri="{FF2B5EF4-FFF2-40B4-BE49-F238E27FC236}">
                <a16:creationId xmlns:a16="http://schemas.microsoft.com/office/drawing/2014/main" id="{3144BCA8-7BD5-8323-CDAB-E5362D78AA68}"/>
              </a:ext>
            </a:extLst>
          </p:cNvPr>
          <p:cNvSpPr>
            <a:spLocks noGrp="1"/>
          </p:cNvSpPr>
          <p:nvPr>
            <p:ph type="body" sz="half" idx="33"/>
          </p:nvPr>
        </p:nvSpPr>
        <p:spPr>
          <a:xfrm>
            <a:off x="5212165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3">
            <a:extLst>
              <a:ext uri="{FF2B5EF4-FFF2-40B4-BE49-F238E27FC236}">
                <a16:creationId xmlns:a16="http://schemas.microsoft.com/office/drawing/2014/main" id="{82EC0719-39BA-B2AB-F29D-3C947DC78925}"/>
              </a:ext>
            </a:extLst>
          </p:cNvPr>
          <p:cNvSpPr>
            <a:spLocks noGrp="1"/>
          </p:cNvSpPr>
          <p:nvPr>
            <p:ph type="body" sz="half" idx="34"/>
          </p:nvPr>
        </p:nvSpPr>
        <p:spPr>
          <a:xfrm>
            <a:off x="7249018" y="2298292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3" name="Text Placeholder 3">
            <a:extLst>
              <a:ext uri="{FF2B5EF4-FFF2-40B4-BE49-F238E27FC236}">
                <a16:creationId xmlns:a16="http://schemas.microsoft.com/office/drawing/2014/main" id="{B939ED29-1A95-3771-8E52-C1F99F848ABD}"/>
              </a:ext>
            </a:extLst>
          </p:cNvPr>
          <p:cNvSpPr>
            <a:spLocks noGrp="1"/>
          </p:cNvSpPr>
          <p:nvPr>
            <p:ph type="body" sz="half" idx="35"/>
          </p:nvPr>
        </p:nvSpPr>
        <p:spPr>
          <a:xfrm>
            <a:off x="9285873" y="2312717"/>
            <a:ext cx="1658269" cy="2958028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13">
            <a:extLst>
              <a:ext uri="{FF2B5EF4-FFF2-40B4-BE49-F238E27FC236}">
                <a16:creationId xmlns:a16="http://schemas.microsoft.com/office/drawing/2014/main" id="{F45DEB53-8B0A-80C6-DDED-B7234423508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954291"/>
            <a:ext cx="11277600" cy="365760"/>
          </a:xfrm>
        </p:spPr>
        <p:txBody>
          <a:bodyPr>
            <a:noAutofit/>
          </a:bodyPr>
          <a:lstStyle>
            <a:lvl1pPr marL="0" indent="0" algn="l">
              <a:buNone/>
              <a:defRPr sz="2200" b="1" i="0" baseline="0">
                <a:solidFill>
                  <a:schemeClr val="accent4">
                    <a:lumMod val="65000"/>
                  </a:schemeClr>
                </a:solidFill>
                <a:latin typeface="Acumin Pro Condensed Semibold" panose="020B0506020202020204" pitchFamily="34" charset="77"/>
              </a:defRPr>
            </a:lvl1pPr>
          </a:lstStyle>
          <a:p>
            <a:pPr lvl="0"/>
            <a:r>
              <a:rPr lang="en-US"/>
              <a:t>Click to add subhead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728143-5B5E-2F91-1A50-ECF61312F188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3566E4A-BC5E-1BD6-D669-AED4803AE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260" y="6215540"/>
            <a:ext cx="3350434" cy="357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4754071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Black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4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-944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E3836B8-46F8-6347-6A27-7BDA1D77E9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637483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with Caption - White Diago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DC36684E-7DEE-F47A-FA01-89E8EC8104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610386" y="-9525"/>
            <a:ext cx="6581614" cy="6882938"/>
          </a:xfrm>
          <a:ln>
            <a:noFill/>
          </a:ln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500C207-AC1E-087B-DE95-A55BC82CAF9A}"/>
              </a:ext>
            </a:extLst>
          </p:cNvPr>
          <p:cNvSpPr/>
          <p:nvPr userDrawn="1"/>
        </p:nvSpPr>
        <p:spPr>
          <a:xfrm>
            <a:off x="0" y="0"/>
            <a:ext cx="7284203" cy="6882938"/>
          </a:xfrm>
          <a:custGeom>
            <a:avLst/>
            <a:gdLst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7284203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67440"/>
              <a:gd name="connsiteX1" fmla="*/ 7284203 w 7284203"/>
              <a:gd name="connsiteY1" fmla="*/ 0 h 6867440"/>
              <a:gd name="connsiteX2" fmla="*/ 5114441 w 7284203"/>
              <a:gd name="connsiteY2" fmla="*/ 6867440 h 6867440"/>
              <a:gd name="connsiteX3" fmla="*/ 0 w 7284203"/>
              <a:gd name="connsiteY3" fmla="*/ 6867440 h 6867440"/>
              <a:gd name="connsiteX4" fmla="*/ 0 w 7284203"/>
              <a:gd name="connsiteY4" fmla="*/ 0 h 6867440"/>
              <a:gd name="connsiteX0" fmla="*/ 0 w 7284203"/>
              <a:gd name="connsiteY0" fmla="*/ 0 h 6882938"/>
              <a:gd name="connsiteX1" fmla="*/ 7284203 w 7284203"/>
              <a:gd name="connsiteY1" fmla="*/ 0 h 6882938"/>
              <a:gd name="connsiteX2" fmla="*/ 5610386 w 7284203"/>
              <a:gd name="connsiteY2" fmla="*/ 6882938 h 6882938"/>
              <a:gd name="connsiteX3" fmla="*/ 0 w 7284203"/>
              <a:gd name="connsiteY3" fmla="*/ 6867440 h 6882938"/>
              <a:gd name="connsiteX4" fmla="*/ 0 w 7284203"/>
              <a:gd name="connsiteY4" fmla="*/ 0 h 68829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84203" h="6882938">
                <a:moveTo>
                  <a:pt x="0" y="0"/>
                </a:moveTo>
                <a:lnTo>
                  <a:pt x="7284203" y="0"/>
                </a:lnTo>
                <a:lnTo>
                  <a:pt x="5610386" y="6882938"/>
                </a:lnTo>
                <a:lnTo>
                  <a:pt x="0" y="686744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2696218-EA6F-DE53-DF14-6383AEA462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42005" y="891153"/>
            <a:ext cx="3932237" cy="1600200"/>
          </a:xfrm>
        </p:spPr>
        <p:txBody>
          <a:bodyPr anchor="b"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4B620EBE-30BB-D534-67D3-D8578AA68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42005" y="2491353"/>
            <a:ext cx="3932237" cy="3811588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223C719-BBA8-8B6C-9920-142BDE7BB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150201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6" name="Triangle 5">
            <a:extLst>
              <a:ext uri="{FF2B5EF4-FFF2-40B4-BE49-F238E27FC236}">
                <a16:creationId xmlns:a16="http://schemas.microsoft.com/office/drawing/2014/main" id="{47BD40D6-A6F9-8B8C-560F-0C7A97097E8F}"/>
              </a:ext>
            </a:extLst>
          </p:cNvPr>
          <p:cNvSpPr/>
          <p:nvPr userDrawn="1"/>
        </p:nvSpPr>
        <p:spPr>
          <a:xfrm>
            <a:off x="9954706" y="-9439"/>
            <a:ext cx="2246721" cy="6867440"/>
          </a:xfrm>
          <a:custGeom>
            <a:avLst/>
            <a:gdLst>
              <a:gd name="connsiteX0" fmla="*/ 0 w 2243579"/>
              <a:gd name="connsiteY0" fmla="*/ 0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0 w 2243579"/>
              <a:gd name="connsiteY4" fmla="*/ 0 h 6881568"/>
              <a:gd name="connsiteX0" fmla="*/ 1300899 w 2243579"/>
              <a:gd name="connsiteY0" fmla="*/ 565608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300899 w 2243579"/>
              <a:gd name="connsiteY4" fmla="*/ 565608 h 6881568"/>
              <a:gd name="connsiteX0" fmla="*/ 1602557 w 2243579"/>
              <a:gd name="connsiteY0" fmla="*/ 18854 h 6881568"/>
              <a:gd name="connsiteX1" fmla="*/ 2243579 w 2243579"/>
              <a:gd name="connsiteY1" fmla="*/ 0 h 6881568"/>
              <a:gd name="connsiteX2" fmla="*/ 2243579 w 2243579"/>
              <a:gd name="connsiteY2" fmla="*/ 6881568 h 6881568"/>
              <a:gd name="connsiteX3" fmla="*/ 0 w 2243579"/>
              <a:gd name="connsiteY3" fmla="*/ 6881568 h 6881568"/>
              <a:gd name="connsiteX4" fmla="*/ 1602557 w 2243579"/>
              <a:gd name="connsiteY4" fmla="*/ 18854 h 6881568"/>
              <a:gd name="connsiteX0" fmla="*/ 1319753 w 1960775"/>
              <a:gd name="connsiteY0" fmla="*/ 18854 h 6881568"/>
              <a:gd name="connsiteX1" fmla="*/ 1960775 w 1960775"/>
              <a:gd name="connsiteY1" fmla="*/ 0 h 6881568"/>
              <a:gd name="connsiteX2" fmla="*/ 1960775 w 1960775"/>
              <a:gd name="connsiteY2" fmla="*/ 6881568 h 6881568"/>
              <a:gd name="connsiteX3" fmla="*/ 0 w 1960775"/>
              <a:gd name="connsiteY3" fmla="*/ 6806154 h 6881568"/>
              <a:gd name="connsiteX4" fmla="*/ 1319753 w 1960775"/>
              <a:gd name="connsiteY4" fmla="*/ 18854 h 6881568"/>
              <a:gd name="connsiteX0" fmla="*/ 1593130 w 2234152"/>
              <a:gd name="connsiteY0" fmla="*/ 18854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93130 w 2234152"/>
              <a:gd name="connsiteY4" fmla="*/ 18854 h 6881569"/>
              <a:gd name="connsiteX0" fmla="*/ 1583717 w 2234152"/>
              <a:gd name="connsiteY0" fmla="*/ 9420 h 6881569"/>
              <a:gd name="connsiteX1" fmla="*/ 2234152 w 2234152"/>
              <a:gd name="connsiteY1" fmla="*/ 0 h 6881569"/>
              <a:gd name="connsiteX2" fmla="*/ 2234152 w 2234152"/>
              <a:gd name="connsiteY2" fmla="*/ 6881568 h 6881569"/>
              <a:gd name="connsiteX3" fmla="*/ 0 w 2234152"/>
              <a:gd name="connsiteY3" fmla="*/ 6881569 h 6881569"/>
              <a:gd name="connsiteX4" fmla="*/ 1583717 w 2234152"/>
              <a:gd name="connsiteY4" fmla="*/ 9420 h 6881569"/>
              <a:gd name="connsiteX0" fmla="*/ 1583717 w 2243566"/>
              <a:gd name="connsiteY0" fmla="*/ 0 h 6872149"/>
              <a:gd name="connsiteX1" fmla="*/ 2243566 w 2243566"/>
              <a:gd name="connsiteY1" fmla="*/ 12 h 6872149"/>
              <a:gd name="connsiteX2" fmla="*/ 2234152 w 2243566"/>
              <a:gd name="connsiteY2" fmla="*/ 6872148 h 6872149"/>
              <a:gd name="connsiteX3" fmla="*/ 0 w 2243566"/>
              <a:gd name="connsiteY3" fmla="*/ 6872149 h 6872149"/>
              <a:gd name="connsiteX4" fmla="*/ 1583717 w 2243566"/>
              <a:gd name="connsiteY4" fmla="*/ 0 h 6872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43566" h="6872149">
                <a:moveTo>
                  <a:pt x="1583717" y="0"/>
                </a:moveTo>
                <a:lnTo>
                  <a:pt x="2243566" y="12"/>
                </a:lnTo>
                <a:lnTo>
                  <a:pt x="2234152" y="6872148"/>
                </a:lnTo>
                <a:lnTo>
                  <a:pt x="0" y="6872149"/>
                </a:lnTo>
                <a:lnTo>
                  <a:pt x="1583717" y="0"/>
                </a:lnTo>
                <a:close/>
              </a:path>
            </a:pathLst>
          </a:custGeom>
          <a:solidFill>
            <a:srgbClr val="CFB99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1870E27-202E-F717-3FB6-D69451DF13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bg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E966E-ACAB-E285-70D0-66AC08DF13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bg2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1ED8702-10BE-D052-6922-2244FAA25D1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258" y="5796005"/>
            <a:ext cx="4318000" cy="461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365397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 - Gol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Black Triangle">
            <a:extLst>
              <a:ext uri="{FF2B5EF4-FFF2-40B4-BE49-F238E27FC236}">
                <a16:creationId xmlns:a16="http://schemas.microsoft.com/office/drawing/2014/main" id="{E6FF8326-7C7F-B6EE-5081-7AD19B61BF9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6800" y="0"/>
            <a:ext cx="2235200" cy="6858000"/>
          </a:xfrm>
          <a:prstGeom prst="rect">
            <a:avLst/>
          </a:prstGeom>
          <a:noFill/>
        </p:spPr>
      </p:pic>
      <p:sp>
        <p:nvSpPr>
          <p:cNvPr id="3" name="Title 6">
            <a:extLst>
              <a:ext uri="{FF2B5EF4-FFF2-40B4-BE49-F238E27FC236}">
                <a16:creationId xmlns:a16="http://schemas.microsoft.com/office/drawing/2014/main" id="{1648B145-A545-0D6D-AFF0-0F715C9075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5070" y="2466280"/>
            <a:ext cx="7981645" cy="719757"/>
          </a:xfrm>
        </p:spPr>
        <p:txBody>
          <a:bodyPr>
            <a:noAutofit/>
          </a:bodyPr>
          <a:lstStyle>
            <a:lvl1pPr>
              <a:defRPr sz="960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THANK YOU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3D40940-377F-6BBC-02CB-083B672BF56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4339" y="3434010"/>
            <a:ext cx="7874567" cy="449263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800" b="0" i="0">
                <a:solidFill>
                  <a:schemeClr val="tx1"/>
                </a:solidFill>
                <a:latin typeface="Acumin Pro Medium" panose="020B0504020202020204" pitchFamily="34" charset="77"/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add contact info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1E3761E7-C1FB-3C92-9D08-465FECF5765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143" y="5829397"/>
            <a:ext cx="4318000" cy="4610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802538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AF61CC-58D4-72CE-66CA-BFE87D085D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086" y="385004"/>
            <a:ext cx="11266714" cy="5890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slide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1FD4295-B2CD-F1FF-F99B-B267D1740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8086" y="1192696"/>
            <a:ext cx="11266714" cy="48379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DCC5ACE-5747-34C7-00B2-2E4EABE6A0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634663" y="6290433"/>
            <a:ext cx="11001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94776A-187E-9540-9EA4-8D5781AB769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6148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6" r:id="rId2"/>
    <p:sldLayoutId id="2147483702" r:id="rId3"/>
    <p:sldLayoutId id="2147483708" r:id="rId4"/>
    <p:sldLayoutId id="2147483687" r:id="rId5"/>
    <p:sldLayoutId id="2147483714" r:id="rId6"/>
    <p:sldLayoutId id="2147483688" r:id="rId7"/>
    <p:sldLayoutId id="2147483650" r:id="rId8"/>
    <p:sldLayoutId id="2147483701" r:id="rId9"/>
    <p:sldLayoutId id="2147483711" r:id="rId10"/>
    <p:sldLayoutId id="2147483712" r:id="rId11"/>
    <p:sldLayoutId id="2147483656" r:id="rId12"/>
    <p:sldLayoutId id="2147483657" r:id="rId13"/>
    <p:sldLayoutId id="2147483706" r:id="rId14"/>
    <p:sldLayoutId id="2147483705" r:id="rId15"/>
    <p:sldLayoutId id="2147483707" r:id="rId16"/>
    <p:sldLayoutId id="2147483713" r:id="rId17"/>
    <p:sldLayoutId id="2147483709" r:id="rId18"/>
    <p:sldLayoutId id="2147483710" r:id="rId19"/>
    <p:sldLayoutId id="2147483653" r:id="rId20"/>
    <p:sldLayoutId id="2147483690" r:id="rId21"/>
    <p:sldLayoutId id="2147483704" r:id="rId22"/>
    <p:sldLayoutId id="2147483692" r:id="rId23"/>
    <p:sldLayoutId id="2147483693" r:id="rId24"/>
    <p:sldLayoutId id="2147483691" r:id="rId25"/>
    <p:sldLayoutId id="2147483703" r:id="rId26"/>
  </p:sldLayoutIdLst>
  <p:hf hdr="0" ftr="0" dt="0"/>
  <p:txStyles>
    <p:titleStyle>
      <a:lvl1pPr algn="l" defTabSz="914400" rtl="0" eaLnBrk="1" fontAlgn="b" latinLnBrk="0" hangingPunct="1">
        <a:lnSpc>
          <a:spcPct val="90000"/>
        </a:lnSpc>
        <a:spcBef>
          <a:spcPct val="0"/>
        </a:spcBef>
        <a:buNone/>
        <a:defRPr lang="en-US" sz="4800" b="1" i="1" kern="1200" cap="none" baseline="0" dirty="0">
          <a:solidFill>
            <a:schemeClr val="tx1"/>
          </a:solidFill>
          <a:latin typeface="Acumin Pro Condensed Semibold" panose="020B0506020202020204" pitchFamily="34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Wingdings" pitchFamily="2" charset="2"/>
        <a:buChar char="§"/>
        <a:defRPr sz="20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8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6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5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itchFamily="2" charset="2"/>
        <a:buChar char="§"/>
        <a:defRPr sz="1400" b="0" i="0" kern="1200" baseline="0">
          <a:solidFill>
            <a:schemeClr val="tx1"/>
          </a:solidFill>
          <a:latin typeface="Acumin Pro" panose="020B0504020202020204" pitchFamily="34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0C795B1-908F-AA93-0D66-E119ED1177B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079D5B-6474-1658-5903-05B02CBAC72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We will use the Google Cloud Platform in class today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You received instructions via Brightspace about how to set that up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A02254AE-5CED-9CDE-6044-E35C0194B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Google Cloud Platform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F84008-F1F0-4E46-12BB-4E2C4000E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033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Beginning SQL Queries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91BF94-59A9-105F-273E-B29E440F250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4.1</a:t>
            </a:r>
          </a:p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8930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3DF570-0F4A-7AE3-3CF7-8CE482039827}"/>
              </a:ext>
            </a:extLst>
          </p:cNvPr>
          <p:cNvSpPr/>
          <p:nvPr/>
        </p:nvSpPr>
        <p:spPr>
          <a:xfrm>
            <a:off x="896112" y="2276170"/>
            <a:ext cx="822960" cy="2743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FE2F1B-328E-AF69-42F2-ED3FAEF18E00}"/>
              </a:ext>
            </a:extLst>
          </p:cNvPr>
          <p:cNvSpPr/>
          <p:nvPr/>
        </p:nvSpPr>
        <p:spPr>
          <a:xfrm>
            <a:off x="2322576" y="3321441"/>
            <a:ext cx="1325880" cy="4733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D9B8AB-F353-DC4C-A8FC-C530AE7E04D9}"/>
              </a:ext>
            </a:extLst>
          </p:cNvPr>
          <p:cNvSpPr/>
          <p:nvPr/>
        </p:nvSpPr>
        <p:spPr>
          <a:xfrm>
            <a:off x="896112" y="1907625"/>
            <a:ext cx="822960" cy="274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FC235-E77A-95C4-B88E-C9313470A8B1}"/>
              </a:ext>
            </a:extLst>
          </p:cNvPr>
          <p:cNvSpPr/>
          <p:nvPr/>
        </p:nvSpPr>
        <p:spPr>
          <a:xfrm>
            <a:off x="539496" y="3321441"/>
            <a:ext cx="1078992" cy="4733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8A205C-C3CF-B8CB-AE65-8322700C25C8}"/>
              </a:ext>
            </a:extLst>
          </p:cNvPr>
          <p:cNvSpPr/>
          <p:nvPr/>
        </p:nvSpPr>
        <p:spPr>
          <a:xfrm>
            <a:off x="896112" y="1543323"/>
            <a:ext cx="822960" cy="274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009A5A-56BB-D717-9652-25109B6BDC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BFD55D-2897-ACD2-28BE-5F7063A6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Select Query Basics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D820D-73D4-C992-2C2F-301F4637E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3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2A2B6E-151D-BEBC-27C0-570A7CA89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488" y="2175641"/>
            <a:ext cx="5913311" cy="411479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64174-C90B-1257-5C94-A6D02941F1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WHAT   data do I want to retrieve?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WHERE is that data stored?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WHICH records do I want?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r>
              <a:rPr lang="en-US" sz="2800"/>
              <a:t>WHAT and WHERE are required!!</a:t>
            </a:r>
          </a:p>
        </p:txBody>
      </p:sp>
    </p:spTree>
    <p:extLst>
      <p:ext uri="{BB962C8B-B14F-4D97-AF65-F5344CB8AC3E}">
        <p14:creationId xmlns:p14="http://schemas.microsoft.com/office/powerpoint/2010/main" val="1864232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10" grpId="0" animBg="1"/>
      <p:bldP spid="9" grpId="0" animBg="1"/>
      <p:bldP spid="8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483028-6CCE-F964-AABD-6A5022A739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833706-58F7-6445-BC55-3D59DFAD7C5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Get in the habit of creating comments within your queries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Queries will get complex </a:t>
            </a:r>
            <a:r>
              <a:rPr lang="en-US" b="1"/>
              <a:t>quickly</a:t>
            </a:r>
            <a:r>
              <a:rPr lang="en-US"/>
              <a:t>. Best to annotate them while you remember what is going 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 sz="3600"/>
              <a:t>Two Styles of Comments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Single line</a:t>
            </a:r>
          </a:p>
          <a:p>
            <a:pPr lvl="1"/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 This is a comment in SQL</a:t>
            </a:r>
          </a:p>
          <a:p>
            <a:pPr lvl="1"/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* FROM users;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Multi-line</a:t>
            </a:r>
          </a:p>
          <a:p>
            <a:pPr lvl="1"/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/* This is a multi-line comment</a:t>
            </a:r>
          </a:p>
          <a:p>
            <a:pPr lvl="1"/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 SQL */</a:t>
            </a:r>
          </a:p>
          <a:p>
            <a:pPr lvl="1"/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* FROM users;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D0E4A52-AFC5-7CD1-E411-E8EF20C222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Commenting Queries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337A365-42B9-93C1-8D6B-A56EE61651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895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2D476A6-0AC2-332D-4395-745991EC657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FAF398-A31D-CFC3-3A0A-A7022046A2C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SQL is </a:t>
            </a:r>
            <a:r>
              <a:rPr lang="en-US" err="1"/>
              <a:t>CaSe</a:t>
            </a:r>
            <a:r>
              <a:rPr lang="en-US"/>
              <a:t> </a:t>
            </a:r>
            <a:r>
              <a:rPr lang="en-US" err="1"/>
              <a:t>InSeNsItIve</a:t>
            </a:r>
            <a:endParaRPr lang="en-US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b="1"/>
              <a:t>Convention</a:t>
            </a:r>
            <a:r>
              <a:rPr lang="en-US"/>
              <a:t> is to use CAPS for SQL keywords </a:t>
            </a:r>
            <a:r>
              <a:rPr lang="en-US" i="1"/>
              <a:t>(not required)</a:t>
            </a:r>
          </a:p>
          <a:p>
            <a:pPr lvl="2"/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family_name</a:t>
            </a:r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US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given_name</a:t>
            </a:r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FROM users;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SQL ignores whitespace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You can write queries on multiple lines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Can inject comments throughout your SQL statement</a:t>
            </a:r>
          </a:p>
          <a:p>
            <a:pPr lvl="2"/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SELECT *</a:t>
            </a:r>
          </a:p>
          <a:p>
            <a:pPr lvl="2"/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 Here’s a comment that won’t impact the query</a:t>
            </a:r>
          </a:p>
          <a:p>
            <a:pPr lvl="2"/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 `</a:t>
            </a:r>
            <a:r>
              <a:rPr lang="en-US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bigquery</a:t>
            </a:r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-public-</a:t>
            </a:r>
            <a:r>
              <a:rPr lang="en-US" err="1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data.faa.us_airports</a:t>
            </a:r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` </a:t>
            </a:r>
          </a:p>
          <a:p>
            <a:pPr lvl="2"/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-- Here’s another comment</a:t>
            </a:r>
          </a:p>
          <a:p>
            <a:pPr lvl="2"/>
            <a:r>
              <a:rPr lang="en-US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LIMIT 1000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SQL queries can be joined with a semi-colon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This will execute multiple queries in sequence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/>
              <a:t>Semi-colon is traditionally found at the end of </a:t>
            </a:r>
            <a:r>
              <a:rPr lang="en-US" i="1"/>
              <a:t>every</a:t>
            </a:r>
            <a:r>
              <a:rPr lang="en-US"/>
              <a:t> SQL statement </a:t>
            </a:r>
            <a:r>
              <a:rPr lang="en-US" i="1"/>
              <a:t>(not required)</a:t>
            </a: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 b="1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483B4B17-0D2A-88E9-2CE7-BF3DCA8AB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Quick Tricks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A98B18C-F919-E44F-3600-B2F00388A8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8587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4E4BC2E-E14A-9340-4992-B3DF8980F3DA}"/>
              </a:ext>
            </a:extLst>
          </p:cNvPr>
          <p:cNvSpPr/>
          <p:nvPr/>
        </p:nvSpPr>
        <p:spPr>
          <a:xfrm>
            <a:off x="4828032" y="2986325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9090DC-D710-4793-ED3B-5997B54D1B51}"/>
              </a:ext>
            </a:extLst>
          </p:cNvPr>
          <p:cNvSpPr/>
          <p:nvPr/>
        </p:nvSpPr>
        <p:spPr>
          <a:xfrm>
            <a:off x="2980944" y="328146"/>
            <a:ext cx="1371600" cy="5890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035E4F-CAE9-C2DA-6E2F-16174F6A2E2C}"/>
              </a:ext>
            </a:extLst>
          </p:cNvPr>
          <p:cNvSpPr/>
          <p:nvPr/>
        </p:nvSpPr>
        <p:spPr>
          <a:xfrm>
            <a:off x="4828032" y="2622779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7DB91-91E1-DE52-3990-D0A5DAE2CE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2798619" cy="4454706"/>
          </a:xfrm>
        </p:spPr>
        <p:txBody>
          <a:bodyPr/>
          <a:lstStyle/>
          <a:p>
            <a:r>
              <a:rPr lang="en-US"/>
              <a:t>SQL WHAT Keywords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SELECT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(AS)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C72499-4F75-E15F-6CBE-BF041663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Queries: WHAT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34DBC-59CC-4235-6CBD-045F952C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32E968-3B68-E0F1-5DB2-64F49AC78A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What data do you want to retrieve?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010AE-5BA1-47C0-0A37-27364740FBC7}"/>
              </a:ext>
            </a:extLst>
          </p:cNvPr>
          <p:cNvSpPr txBox="1"/>
          <p:nvPr/>
        </p:nvSpPr>
        <p:spPr>
          <a:xfrm>
            <a:off x="4901184" y="1492811"/>
            <a:ext cx="6647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title and director from ‘movies’ 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title, director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movies;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B582BFA2-E1C4-836E-12E2-288784F8FEBE}"/>
              </a:ext>
            </a:extLst>
          </p:cNvPr>
          <p:cNvSpPr/>
          <p:nvPr/>
        </p:nvSpPr>
        <p:spPr>
          <a:xfrm>
            <a:off x="4532376" y="1333023"/>
            <a:ext cx="7498080" cy="2258568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7FA9ED-126E-A3C7-5EE9-F2218591BFF1}"/>
              </a:ext>
            </a:extLst>
          </p:cNvPr>
          <p:cNvSpPr/>
          <p:nvPr/>
        </p:nvSpPr>
        <p:spPr>
          <a:xfrm>
            <a:off x="4828032" y="5465030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56F08B-0D5C-9CE9-41AD-5C06087AB9F4}"/>
              </a:ext>
            </a:extLst>
          </p:cNvPr>
          <p:cNvSpPr/>
          <p:nvPr/>
        </p:nvSpPr>
        <p:spPr>
          <a:xfrm>
            <a:off x="4828032" y="5101484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C6E911-1641-2570-F14B-0EBE1A0AD8FD}"/>
              </a:ext>
            </a:extLst>
          </p:cNvPr>
          <p:cNvSpPr txBox="1"/>
          <p:nvPr/>
        </p:nvSpPr>
        <p:spPr>
          <a:xfrm>
            <a:off x="4901184" y="3971516"/>
            <a:ext cx="6647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title and director from ‘movies’ with short names 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title AS t, director AS d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movies;</a:t>
            </a: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35BAF118-F402-8A92-3107-D028B617BBD6}"/>
              </a:ext>
            </a:extLst>
          </p:cNvPr>
          <p:cNvSpPr/>
          <p:nvPr/>
        </p:nvSpPr>
        <p:spPr>
          <a:xfrm>
            <a:off x="4532376" y="3811728"/>
            <a:ext cx="7498080" cy="2258568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7088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9" grpId="0" animBg="1"/>
      <p:bldP spid="3" grpId="0" build="p"/>
      <p:bldP spid="8" grpId="0"/>
      <p:bldP spid="12" grpId="0" animBg="1"/>
      <p:bldP spid="13" grpId="0" animBg="1"/>
      <p:bldP spid="14" grpId="0" animBg="1"/>
      <p:bldP spid="15" grpId="0"/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3761AB5-74F7-9E69-F8E3-9B5447B5D0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Aliasing columns and tables is optional, but often helpful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C2EFB3-13D1-793C-8B8A-5D15CF79D02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You will frequently work with long or awkward table and field names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the “AS” keyword to shorten your queries and make them more meaningful to the task at hand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Particularly helpful when you are working with multiple tables in a single query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0279AFC-1BE5-C035-1169-E7E74D8559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(AS)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2BABF8-E241-FAC5-AE74-C2B986369D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5D12682-E39D-5475-F91F-298E04668CBB}"/>
              </a:ext>
            </a:extLst>
          </p:cNvPr>
          <p:cNvSpPr/>
          <p:nvPr/>
        </p:nvSpPr>
        <p:spPr>
          <a:xfrm>
            <a:off x="468086" y="5332964"/>
            <a:ext cx="3498908" cy="5113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9858F0-9702-A359-FB25-C5CFAA5C126A}"/>
              </a:ext>
            </a:extLst>
          </p:cNvPr>
          <p:cNvSpPr/>
          <p:nvPr/>
        </p:nvSpPr>
        <p:spPr>
          <a:xfrm>
            <a:off x="468086" y="4688497"/>
            <a:ext cx="3498908" cy="6367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7C8379-9201-7469-8CE1-1245BE2B04D0}"/>
              </a:ext>
            </a:extLst>
          </p:cNvPr>
          <p:cNvSpPr txBox="1"/>
          <p:nvPr/>
        </p:nvSpPr>
        <p:spPr>
          <a:xfrm>
            <a:off x="457199" y="3156125"/>
            <a:ext cx="33649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title and director from ‘movies’ 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title AS t, director AS d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 AS m;</a:t>
            </a:r>
          </a:p>
        </p:txBody>
      </p:sp>
      <p:sp>
        <p:nvSpPr>
          <p:cNvPr id="9" name="Frame 8">
            <a:extLst>
              <a:ext uri="{FF2B5EF4-FFF2-40B4-BE49-F238E27FC236}">
                <a16:creationId xmlns:a16="http://schemas.microsoft.com/office/drawing/2014/main" id="{F82663D1-498A-E545-8D99-BDDE529602CB}"/>
              </a:ext>
            </a:extLst>
          </p:cNvPr>
          <p:cNvSpPr/>
          <p:nvPr/>
        </p:nvSpPr>
        <p:spPr>
          <a:xfrm>
            <a:off x="307195" y="2996336"/>
            <a:ext cx="3798461" cy="3157575"/>
          </a:xfrm>
          <a:prstGeom prst="frame">
            <a:avLst>
              <a:gd name="adj1" fmla="val 2665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E2FC7D-2F36-E8F4-5840-6EC494DA480D}"/>
              </a:ext>
            </a:extLst>
          </p:cNvPr>
          <p:cNvSpPr/>
          <p:nvPr/>
        </p:nvSpPr>
        <p:spPr>
          <a:xfrm>
            <a:off x="4448776" y="5332964"/>
            <a:ext cx="3498908" cy="5113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7C4C4A5-ADAC-5817-D011-C3F019894733}"/>
              </a:ext>
            </a:extLst>
          </p:cNvPr>
          <p:cNvSpPr/>
          <p:nvPr/>
        </p:nvSpPr>
        <p:spPr>
          <a:xfrm>
            <a:off x="4448776" y="4688497"/>
            <a:ext cx="3498908" cy="6367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15D2120-D155-CC94-1911-B94DE0763602}"/>
              </a:ext>
            </a:extLst>
          </p:cNvPr>
          <p:cNvSpPr txBox="1"/>
          <p:nvPr/>
        </p:nvSpPr>
        <p:spPr>
          <a:xfrm>
            <a:off x="4437889" y="3156125"/>
            <a:ext cx="33649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title and director from ‘movies’ 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title t, director d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 m;</a:t>
            </a:r>
          </a:p>
        </p:txBody>
      </p:sp>
      <p:sp>
        <p:nvSpPr>
          <p:cNvPr id="17" name="Frame 16">
            <a:extLst>
              <a:ext uri="{FF2B5EF4-FFF2-40B4-BE49-F238E27FC236}">
                <a16:creationId xmlns:a16="http://schemas.microsoft.com/office/drawing/2014/main" id="{735979FD-C830-368E-00F0-1568E8D68762}"/>
              </a:ext>
            </a:extLst>
          </p:cNvPr>
          <p:cNvSpPr/>
          <p:nvPr/>
        </p:nvSpPr>
        <p:spPr>
          <a:xfrm>
            <a:off x="4287885" y="2996336"/>
            <a:ext cx="3798461" cy="3157575"/>
          </a:xfrm>
          <a:prstGeom prst="frame">
            <a:avLst>
              <a:gd name="adj1" fmla="val 2665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6214FA13-FFAE-874F-B008-D3A1C44E4B30}"/>
              </a:ext>
            </a:extLst>
          </p:cNvPr>
          <p:cNvSpPr/>
          <p:nvPr/>
        </p:nvSpPr>
        <p:spPr>
          <a:xfrm>
            <a:off x="8397241" y="5332964"/>
            <a:ext cx="3498908" cy="511348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8E187AC-3C73-CF9E-523F-9939B9406D5E}"/>
              </a:ext>
            </a:extLst>
          </p:cNvPr>
          <p:cNvSpPr/>
          <p:nvPr/>
        </p:nvSpPr>
        <p:spPr>
          <a:xfrm>
            <a:off x="8397241" y="4688497"/>
            <a:ext cx="3498908" cy="63670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6B5764C-E726-63A6-89EF-1FC6353D3364}"/>
              </a:ext>
            </a:extLst>
          </p:cNvPr>
          <p:cNvSpPr txBox="1"/>
          <p:nvPr/>
        </p:nvSpPr>
        <p:spPr>
          <a:xfrm>
            <a:off x="8386354" y="3156125"/>
            <a:ext cx="336499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title and director from ‘movies’ 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m.title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 t,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m.director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 d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 m;</a:t>
            </a:r>
          </a:p>
        </p:txBody>
      </p:sp>
      <p:sp>
        <p:nvSpPr>
          <p:cNvPr id="21" name="Frame 20">
            <a:extLst>
              <a:ext uri="{FF2B5EF4-FFF2-40B4-BE49-F238E27FC236}">
                <a16:creationId xmlns:a16="http://schemas.microsoft.com/office/drawing/2014/main" id="{F40F593B-BB50-DF29-89CD-D3C1122D7093}"/>
              </a:ext>
            </a:extLst>
          </p:cNvPr>
          <p:cNvSpPr/>
          <p:nvPr/>
        </p:nvSpPr>
        <p:spPr>
          <a:xfrm>
            <a:off x="8236350" y="2996336"/>
            <a:ext cx="3798461" cy="3157575"/>
          </a:xfrm>
          <a:prstGeom prst="frame">
            <a:avLst>
              <a:gd name="adj1" fmla="val 2665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8246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  <p:bldP spid="7" grpId="0" animBg="1"/>
      <p:bldP spid="8" grpId="0"/>
      <p:bldP spid="9" grpId="0" animBg="1"/>
      <p:bldP spid="14" grpId="0" animBg="1"/>
      <p:bldP spid="15" grpId="0" animBg="1"/>
      <p:bldP spid="16" grpId="0"/>
      <p:bldP spid="17" grpId="0" animBg="1"/>
      <p:bldP spid="18" grpId="0" animBg="1"/>
      <p:bldP spid="19" grpId="0" animBg="1"/>
      <p:bldP spid="20" grpId="0"/>
      <p:bldP spid="2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4E4BC2E-E14A-9340-4992-B3DF8980F3DA}"/>
              </a:ext>
            </a:extLst>
          </p:cNvPr>
          <p:cNvSpPr/>
          <p:nvPr/>
        </p:nvSpPr>
        <p:spPr>
          <a:xfrm>
            <a:off x="4828032" y="2986325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9090DC-D710-4793-ED3B-5997B54D1B51}"/>
              </a:ext>
            </a:extLst>
          </p:cNvPr>
          <p:cNvSpPr/>
          <p:nvPr/>
        </p:nvSpPr>
        <p:spPr>
          <a:xfrm>
            <a:off x="2980944" y="328146"/>
            <a:ext cx="457200" cy="5890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035E4F-CAE9-C2DA-6E2F-16174F6A2E2C}"/>
              </a:ext>
            </a:extLst>
          </p:cNvPr>
          <p:cNvSpPr/>
          <p:nvPr/>
        </p:nvSpPr>
        <p:spPr>
          <a:xfrm>
            <a:off x="4828032" y="2622779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C72499-4F75-E15F-6CBE-BF041663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Queries: *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34DBC-59CC-4235-6CBD-045F952C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8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32E968-3B68-E0F1-5DB2-64F49AC78A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Caution when </a:t>
            </a:r>
            <a:r>
              <a:rPr lang="en-US" err="1"/>
              <a:t>SELECTing</a:t>
            </a:r>
            <a:r>
              <a:rPr lang="en-US"/>
              <a:t> *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010AE-5BA1-47C0-0A37-27364740FBC7}"/>
              </a:ext>
            </a:extLst>
          </p:cNvPr>
          <p:cNvSpPr txBox="1"/>
          <p:nvPr/>
        </p:nvSpPr>
        <p:spPr>
          <a:xfrm>
            <a:off x="4901184" y="1492811"/>
            <a:ext cx="6647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everything from ‘movies’ 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*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movies;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B582BFA2-E1C4-836E-12E2-288784F8FEBE}"/>
              </a:ext>
            </a:extLst>
          </p:cNvPr>
          <p:cNvSpPr/>
          <p:nvPr/>
        </p:nvSpPr>
        <p:spPr>
          <a:xfrm>
            <a:off x="4532376" y="1333023"/>
            <a:ext cx="7498080" cy="2258568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7FA9ED-126E-A3C7-5EE9-F2218591BFF1}"/>
              </a:ext>
            </a:extLst>
          </p:cNvPr>
          <p:cNvSpPr/>
          <p:nvPr/>
        </p:nvSpPr>
        <p:spPr>
          <a:xfrm>
            <a:off x="4828032" y="5465030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56F08B-0D5C-9CE9-41AD-5C06087AB9F4}"/>
              </a:ext>
            </a:extLst>
          </p:cNvPr>
          <p:cNvSpPr/>
          <p:nvPr/>
        </p:nvSpPr>
        <p:spPr>
          <a:xfrm>
            <a:off x="4828032" y="5101484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C6E911-1641-2570-F14B-0EBE1A0AD8FD}"/>
              </a:ext>
            </a:extLst>
          </p:cNvPr>
          <p:cNvSpPr txBox="1"/>
          <p:nvPr/>
        </p:nvSpPr>
        <p:spPr>
          <a:xfrm>
            <a:off x="4901184" y="3971516"/>
            <a:ext cx="6647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Covid Database Example (30 million rows) 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acc,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assay_type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genome_metadata_cluster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35BAF118-F402-8A92-3107-D028B617BBD6}"/>
              </a:ext>
            </a:extLst>
          </p:cNvPr>
          <p:cNvSpPr/>
          <p:nvPr/>
        </p:nvSpPr>
        <p:spPr>
          <a:xfrm>
            <a:off x="4532376" y="3811728"/>
            <a:ext cx="7498080" cy="2843830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06E1C6-8F09-3CD1-E7C3-14576C43359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200" y="1543324"/>
            <a:ext cx="3962400" cy="4454706"/>
          </a:xfrm>
        </p:spPr>
        <p:txBody>
          <a:bodyPr/>
          <a:lstStyle/>
          <a:p>
            <a:r>
              <a:rPr lang="en-US"/>
              <a:t>* is a shortcut to retrieve all fields</a:t>
            </a:r>
          </a:p>
          <a:p>
            <a:endParaRPr lang="en-US"/>
          </a:p>
          <a:p>
            <a:endParaRPr lang="en-US"/>
          </a:p>
          <a:p>
            <a:endParaRPr lang="en-US"/>
          </a:p>
          <a:p>
            <a:r>
              <a:rPr lang="en-US"/>
              <a:t>🚨 🚨 Don’t rely on “*”🚨 🚨</a:t>
            </a:r>
          </a:p>
          <a:p>
            <a:pPr marL="342900" indent="-342900">
              <a:buAutoNum type="arabicPeriod"/>
            </a:pPr>
            <a:r>
              <a:rPr lang="en-US"/>
              <a:t>Brings back too much data</a:t>
            </a:r>
          </a:p>
          <a:p>
            <a:pPr marL="342900" indent="-342900">
              <a:buAutoNum type="arabicPeriod"/>
            </a:pPr>
            <a:r>
              <a:rPr lang="en-US"/>
              <a:t>Increases query time</a:t>
            </a:r>
          </a:p>
          <a:p>
            <a:pPr marL="342900" indent="-342900">
              <a:buAutoNum type="arabicPeriod"/>
            </a:pPr>
            <a:r>
              <a:rPr lang="en-US"/>
              <a:t>Increases query costs</a:t>
            </a:r>
          </a:p>
        </p:txBody>
      </p:sp>
    </p:spTree>
    <p:extLst>
      <p:ext uri="{BB962C8B-B14F-4D97-AF65-F5344CB8AC3E}">
        <p14:creationId xmlns:p14="http://schemas.microsoft.com/office/powerpoint/2010/main" val="334052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9" grpId="0" animBg="1"/>
      <p:bldP spid="8" grpId="0"/>
      <p:bldP spid="12" grpId="0" animBg="1"/>
      <p:bldP spid="13" grpId="0" animBg="1"/>
      <p:bldP spid="14" grpId="0" animBg="1"/>
      <p:bldP spid="15" grpId="0"/>
      <p:bldP spid="16" grpId="0" animBg="1"/>
      <p:bldP spid="7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E9090DC-D710-4793-ED3B-5997B54D1B51}"/>
              </a:ext>
            </a:extLst>
          </p:cNvPr>
          <p:cNvSpPr/>
          <p:nvPr/>
        </p:nvSpPr>
        <p:spPr>
          <a:xfrm>
            <a:off x="2980944" y="328146"/>
            <a:ext cx="457200" cy="58903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C72499-4F75-E15F-6CBE-BF041663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Queries: *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34DBC-59CC-4235-6CBD-045F952C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32E968-3B68-E0F1-5DB2-64F49AC78A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Caution when </a:t>
            </a:r>
            <a:r>
              <a:rPr lang="en-US" err="1"/>
              <a:t>SELECTing</a:t>
            </a:r>
            <a:r>
              <a:rPr lang="en-US"/>
              <a:t> *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7FA9ED-126E-A3C7-5EE9-F2218591BFF1}"/>
              </a:ext>
            </a:extLst>
          </p:cNvPr>
          <p:cNvSpPr/>
          <p:nvPr/>
        </p:nvSpPr>
        <p:spPr>
          <a:xfrm>
            <a:off x="672302" y="3466604"/>
            <a:ext cx="5106706" cy="3990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56F08B-0D5C-9CE9-41AD-5C06087AB9F4}"/>
              </a:ext>
            </a:extLst>
          </p:cNvPr>
          <p:cNvSpPr/>
          <p:nvPr/>
        </p:nvSpPr>
        <p:spPr>
          <a:xfrm>
            <a:off x="672302" y="3103058"/>
            <a:ext cx="5106706" cy="3990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C6E911-1641-2570-F14B-0EBE1A0AD8FD}"/>
              </a:ext>
            </a:extLst>
          </p:cNvPr>
          <p:cNvSpPr txBox="1"/>
          <p:nvPr/>
        </p:nvSpPr>
        <p:spPr>
          <a:xfrm>
            <a:off x="745454" y="1973091"/>
            <a:ext cx="510670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Covid Database Example 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(30 million rows) 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acc,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assay_type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genome_metadata_cluster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611 MB of data consumed */</a:t>
            </a: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35BAF118-F402-8A92-3107-D028B617BBD6}"/>
              </a:ext>
            </a:extLst>
          </p:cNvPr>
          <p:cNvSpPr/>
          <p:nvPr/>
        </p:nvSpPr>
        <p:spPr>
          <a:xfrm>
            <a:off x="422366" y="1813302"/>
            <a:ext cx="5627914" cy="2932433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8BC12F7-EE05-D64E-4F42-0B507E3924B0}"/>
              </a:ext>
            </a:extLst>
          </p:cNvPr>
          <p:cNvSpPr/>
          <p:nvPr/>
        </p:nvSpPr>
        <p:spPr>
          <a:xfrm>
            <a:off x="6550152" y="3466604"/>
            <a:ext cx="5106706" cy="399093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3AF6098-653D-E79D-55C7-7F45AC64DF3C}"/>
              </a:ext>
            </a:extLst>
          </p:cNvPr>
          <p:cNvSpPr/>
          <p:nvPr/>
        </p:nvSpPr>
        <p:spPr>
          <a:xfrm>
            <a:off x="6550152" y="3103058"/>
            <a:ext cx="5106706" cy="39909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611D7DE-8CF2-1F6A-148C-455A4AE588E2}"/>
              </a:ext>
            </a:extLst>
          </p:cNvPr>
          <p:cNvSpPr txBox="1"/>
          <p:nvPr/>
        </p:nvSpPr>
        <p:spPr>
          <a:xfrm>
            <a:off x="6483096" y="1973091"/>
            <a:ext cx="544503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Covid Database Example 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(30 million rows) 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* 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</a:t>
            </a:r>
            <a:r>
              <a:rPr lang="en-US" sz="2400" err="1">
                <a:latin typeface="Consolas" panose="020B0609020204030204" pitchFamily="49" charset="0"/>
                <a:cs typeface="Consolas" panose="020B0609020204030204" pitchFamily="49" charset="0"/>
              </a:rPr>
              <a:t>genome_metadata_cluster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</a:t>
            </a:r>
            <a:r>
              <a:rPr lang="en-US" sz="240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56.37 GB</a:t>
            </a:r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 of data consumed */</a:t>
            </a:r>
          </a:p>
        </p:txBody>
      </p:sp>
      <p:sp>
        <p:nvSpPr>
          <p:cNvPr id="24" name="Frame 23">
            <a:extLst>
              <a:ext uri="{FF2B5EF4-FFF2-40B4-BE49-F238E27FC236}">
                <a16:creationId xmlns:a16="http://schemas.microsoft.com/office/drawing/2014/main" id="{D344F7F7-0D90-5233-E202-7BE16CFB5C06}"/>
              </a:ext>
            </a:extLst>
          </p:cNvPr>
          <p:cNvSpPr/>
          <p:nvPr/>
        </p:nvSpPr>
        <p:spPr>
          <a:xfrm>
            <a:off x="6300216" y="1813302"/>
            <a:ext cx="5627914" cy="2932433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5" name="Line Callout 1 24">
            <a:extLst>
              <a:ext uri="{FF2B5EF4-FFF2-40B4-BE49-F238E27FC236}">
                <a16:creationId xmlns:a16="http://schemas.microsoft.com/office/drawing/2014/main" id="{354D5801-AA97-7BF1-DFB8-827802308042}"/>
              </a:ext>
            </a:extLst>
          </p:cNvPr>
          <p:cNvSpPr/>
          <p:nvPr/>
        </p:nvSpPr>
        <p:spPr>
          <a:xfrm>
            <a:off x="5779008" y="5497019"/>
            <a:ext cx="3502152" cy="886968"/>
          </a:xfrm>
          <a:prstGeom prst="borderCallout1">
            <a:avLst>
              <a:gd name="adj1" fmla="val -8054"/>
              <a:gd name="adj2" fmla="val 26839"/>
              <a:gd name="adj3" fmla="val -114304"/>
              <a:gd name="adj4" fmla="val 34991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This query costs </a:t>
            </a:r>
            <a:r>
              <a:rPr lang="en-US" sz="2800" b="1"/>
              <a:t>94 times</a:t>
            </a:r>
            <a:r>
              <a:rPr lang="en-US" sz="2800"/>
              <a:t> </a:t>
            </a:r>
            <a:r>
              <a:rPr lang="en-US"/>
              <a:t>as much as the first</a:t>
            </a:r>
          </a:p>
        </p:txBody>
      </p:sp>
    </p:spTree>
    <p:extLst>
      <p:ext uri="{BB962C8B-B14F-4D97-AF65-F5344CB8AC3E}">
        <p14:creationId xmlns:p14="http://schemas.microsoft.com/office/powerpoint/2010/main" val="18066518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/>
      <p:bldP spid="16" grpId="0" animBg="1"/>
      <p:bldP spid="21" grpId="0" animBg="1"/>
      <p:bldP spid="22" grpId="0" animBg="1"/>
      <p:bldP spid="23" grpId="0"/>
      <p:bldP spid="24" grpId="0" animBg="1"/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C4E4BC2E-E14A-9340-4992-B3DF8980F3DA}"/>
              </a:ext>
            </a:extLst>
          </p:cNvPr>
          <p:cNvSpPr/>
          <p:nvPr/>
        </p:nvSpPr>
        <p:spPr>
          <a:xfrm>
            <a:off x="4828032" y="2986325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9090DC-D710-4793-ED3B-5997B54D1B51}"/>
              </a:ext>
            </a:extLst>
          </p:cNvPr>
          <p:cNvSpPr/>
          <p:nvPr/>
        </p:nvSpPr>
        <p:spPr>
          <a:xfrm>
            <a:off x="2980944" y="328146"/>
            <a:ext cx="1618488" cy="58903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035E4F-CAE9-C2DA-6E2F-16174F6A2E2C}"/>
              </a:ext>
            </a:extLst>
          </p:cNvPr>
          <p:cNvSpPr/>
          <p:nvPr/>
        </p:nvSpPr>
        <p:spPr>
          <a:xfrm>
            <a:off x="4828032" y="2622779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7DB91-91E1-DE52-3990-D0A5DAE2CE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2798619" cy="4454706"/>
          </a:xfrm>
        </p:spPr>
        <p:txBody>
          <a:bodyPr/>
          <a:lstStyle/>
          <a:p>
            <a:r>
              <a:rPr lang="en-US"/>
              <a:t>SQL WHERE Keywords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FROM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(AS)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C72499-4F75-E15F-6CBE-BF041663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Queries: WHERE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34DBC-59CC-4235-6CBD-045F952C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32E968-3B68-E0F1-5DB2-64F49AC78A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Where is that data stored?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010AE-5BA1-47C0-0A37-27364740FBC7}"/>
              </a:ext>
            </a:extLst>
          </p:cNvPr>
          <p:cNvSpPr txBox="1"/>
          <p:nvPr/>
        </p:nvSpPr>
        <p:spPr>
          <a:xfrm>
            <a:off x="4901184" y="1492811"/>
            <a:ext cx="6647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title and director from ‘movies’ 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title, director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movies;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B582BFA2-E1C4-836E-12E2-288784F8FEBE}"/>
              </a:ext>
            </a:extLst>
          </p:cNvPr>
          <p:cNvSpPr/>
          <p:nvPr/>
        </p:nvSpPr>
        <p:spPr>
          <a:xfrm>
            <a:off x="4532376" y="1333023"/>
            <a:ext cx="7498080" cy="2258568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7FA9ED-126E-A3C7-5EE9-F2218591BFF1}"/>
              </a:ext>
            </a:extLst>
          </p:cNvPr>
          <p:cNvSpPr/>
          <p:nvPr/>
        </p:nvSpPr>
        <p:spPr>
          <a:xfrm>
            <a:off x="4828032" y="5465030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456F08B-0D5C-9CE9-41AD-5C06087AB9F4}"/>
              </a:ext>
            </a:extLst>
          </p:cNvPr>
          <p:cNvSpPr/>
          <p:nvPr/>
        </p:nvSpPr>
        <p:spPr>
          <a:xfrm>
            <a:off x="4828032" y="5101484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0C6E911-1641-2570-F14B-0EBE1A0AD8FD}"/>
              </a:ext>
            </a:extLst>
          </p:cNvPr>
          <p:cNvSpPr txBox="1"/>
          <p:nvPr/>
        </p:nvSpPr>
        <p:spPr>
          <a:xfrm>
            <a:off x="4901184" y="3971516"/>
            <a:ext cx="664768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title and director from ‘movies’ with short names 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title AS t, director AS d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 m;</a:t>
            </a:r>
          </a:p>
        </p:txBody>
      </p:sp>
      <p:sp>
        <p:nvSpPr>
          <p:cNvPr id="16" name="Frame 15">
            <a:extLst>
              <a:ext uri="{FF2B5EF4-FFF2-40B4-BE49-F238E27FC236}">
                <a16:creationId xmlns:a16="http://schemas.microsoft.com/office/drawing/2014/main" id="{35BAF118-F402-8A92-3107-D028B617BBD6}"/>
              </a:ext>
            </a:extLst>
          </p:cNvPr>
          <p:cNvSpPr/>
          <p:nvPr/>
        </p:nvSpPr>
        <p:spPr>
          <a:xfrm>
            <a:off x="4532376" y="3811728"/>
            <a:ext cx="7498080" cy="2258568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941388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0" grpId="0" animBg="1"/>
      <p:bldP spid="9" grpId="0" animBg="1"/>
      <p:bldP spid="3" grpId="0" build="p"/>
      <p:bldP spid="8" grpId="0"/>
      <p:bldP spid="12" grpId="0" animBg="1"/>
      <p:bldP spid="13" grpId="0" animBg="1"/>
      <p:bldP spid="14" grpId="0" animBg="1"/>
      <p:bldP spid="15" grpId="0"/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F09A7-CF48-9701-322A-A0BBD1C2F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Single Table Queries: Filters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5ECE6A5-5820-F9F9-2DA3-CCB1797FB8D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218A17-096C-AED1-C745-D58ECF2EFEF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4.1</a:t>
            </a:r>
          </a:p>
        </p:txBody>
      </p:sp>
    </p:spTree>
    <p:extLst>
      <p:ext uri="{BB962C8B-B14F-4D97-AF65-F5344CB8AC3E}">
        <p14:creationId xmlns:p14="http://schemas.microsoft.com/office/powerpoint/2010/main" val="41549970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613DF570-0F4A-7AE3-3CF7-8CE482039827}"/>
              </a:ext>
            </a:extLst>
          </p:cNvPr>
          <p:cNvSpPr/>
          <p:nvPr/>
        </p:nvSpPr>
        <p:spPr>
          <a:xfrm>
            <a:off x="896112" y="2276170"/>
            <a:ext cx="822960" cy="27432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0FE2F1B-328E-AF69-42F2-ED3FAEF18E00}"/>
              </a:ext>
            </a:extLst>
          </p:cNvPr>
          <p:cNvSpPr/>
          <p:nvPr/>
        </p:nvSpPr>
        <p:spPr>
          <a:xfrm>
            <a:off x="2322576" y="3321441"/>
            <a:ext cx="1325880" cy="473319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8D9B8AB-F353-DC4C-A8FC-C530AE7E04D9}"/>
              </a:ext>
            </a:extLst>
          </p:cNvPr>
          <p:cNvSpPr/>
          <p:nvPr/>
        </p:nvSpPr>
        <p:spPr>
          <a:xfrm>
            <a:off x="896112" y="1907625"/>
            <a:ext cx="822960" cy="27432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FC235-E77A-95C4-B88E-C9313470A8B1}"/>
              </a:ext>
            </a:extLst>
          </p:cNvPr>
          <p:cNvSpPr/>
          <p:nvPr/>
        </p:nvSpPr>
        <p:spPr>
          <a:xfrm>
            <a:off x="539496" y="3321441"/>
            <a:ext cx="1078992" cy="47331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8A205C-C3CF-B8CB-AE65-8322700C25C8}"/>
              </a:ext>
            </a:extLst>
          </p:cNvPr>
          <p:cNvSpPr/>
          <p:nvPr/>
        </p:nvSpPr>
        <p:spPr>
          <a:xfrm>
            <a:off x="896112" y="1543323"/>
            <a:ext cx="822960" cy="2743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5009A5A-56BB-D717-9652-25109B6BDCD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BFD55D-2897-ACD2-28BE-5F7063A6DE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Select Query Basics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EFD820D-73D4-C992-2C2F-301F4637ED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E2A2B6E-151D-BEBC-27C0-570A7CA89D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488" y="2175641"/>
            <a:ext cx="5913311" cy="4114792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964174-C90B-1257-5C94-A6D02941F1A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11266713" cy="4454706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/>
              <a:t>WHAT   data do I want to retrieve?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WHERE is that data stored?</a:t>
            </a:r>
          </a:p>
          <a:p>
            <a:pPr marL="342900" indent="-342900">
              <a:buFont typeface="+mj-lt"/>
              <a:buAutoNum type="arabicPeriod"/>
            </a:pPr>
            <a:r>
              <a:rPr lang="en-US"/>
              <a:t>WHICH records do I want?</a:t>
            </a:r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pPr marL="342900" indent="-342900">
              <a:buFont typeface="+mj-lt"/>
              <a:buAutoNum type="arabicPeriod"/>
            </a:pPr>
            <a:endParaRPr lang="en-US"/>
          </a:p>
          <a:p>
            <a:r>
              <a:rPr lang="en-US" sz="2800"/>
              <a:t>WHAT and WHERE are required!!</a:t>
            </a:r>
          </a:p>
        </p:txBody>
      </p:sp>
    </p:spTree>
    <p:extLst>
      <p:ext uri="{BB962C8B-B14F-4D97-AF65-F5344CB8AC3E}">
        <p14:creationId xmlns:p14="http://schemas.microsoft.com/office/powerpoint/2010/main" val="32054024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1" grpId="0" animBg="1"/>
      <p:bldP spid="9" grpId="0" animBg="1"/>
      <p:bldP spid="3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834D94-42EF-1329-C74F-E39CAD852E26}"/>
              </a:ext>
            </a:extLst>
          </p:cNvPr>
          <p:cNvSpPr/>
          <p:nvPr/>
        </p:nvSpPr>
        <p:spPr>
          <a:xfrm>
            <a:off x="4828032" y="3770677"/>
            <a:ext cx="6906768" cy="36576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4E4BC2E-E14A-9340-4992-B3DF8980F3DA}"/>
              </a:ext>
            </a:extLst>
          </p:cNvPr>
          <p:cNvSpPr/>
          <p:nvPr/>
        </p:nvSpPr>
        <p:spPr>
          <a:xfrm>
            <a:off x="4828032" y="3395256"/>
            <a:ext cx="6906768" cy="36576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E9090DC-D710-4793-ED3B-5997B54D1B51}"/>
              </a:ext>
            </a:extLst>
          </p:cNvPr>
          <p:cNvSpPr/>
          <p:nvPr/>
        </p:nvSpPr>
        <p:spPr>
          <a:xfrm>
            <a:off x="3096557" y="328146"/>
            <a:ext cx="1618488" cy="589031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B035E4F-CAE9-C2DA-6E2F-16174F6A2E2C}"/>
              </a:ext>
            </a:extLst>
          </p:cNvPr>
          <p:cNvSpPr/>
          <p:nvPr/>
        </p:nvSpPr>
        <p:spPr>
          <a:xfrm>
            <a:off x="4828032" y="3031710"/>
            <a:ext cx="6906768" cy="36576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A7DB91-91E1-DE52-3990-D0A5DAE2CEE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57199" y="1543324"/>
            <a:ext cx="2798619" cy="4454706"/>
          </a:xfrm>
        </p:spPr>
        <p:txBody>
          <a:bodyPr/>
          <a:lstStyle/>
          <a:p>
            <a:r>
              <a:rPr lang="en-US"/>
              <a:t>SQL WHICH Keywords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WHERE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=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LIKE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/>
              <a:t>%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NOT LIKE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BETWEEN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DISTINCT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&gt;, &gt;=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&lt;, &lt;=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AND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1C72499-4F75-E15F-6CBE-BF0416634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SQL Queries: WHICH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E34DBC-59CC-4235-6CBD-045F952C1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32E968-3B68-E0F1-5DB2-64F49AC78AA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/>
              <a:t>Which records do I want to retrieve?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6010AE-5BA1-47C0-0A37-27364740FBC7}"/>
              </a:ext>
            </a:extLst>
          </p:cNvPr>
          <p:cNvSpPr txBox="1"/>
          <p:nvPr/>
        </p:nvSpPr>
        <p:spPr>
          <a:xfrm>
            <a:off x="4901184" y="1492811"/>
            <a:ext cx="664768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/* Select title and director from ‘movies’ where title is ‘Toy Story’*/</a:t>
            </a: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endParaRPr lang="en-US" sz="240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SELECT title, director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FROM movies</a:t>
            </a:r>
          </a:p>
          <a:p>
            <a:r>
              <a:rPr lang="en-US" sz="2400">
                <a:latin typeface="Consolas" panose="020B0609020204030204" pitchFamily="49" charset="0"/>
                <a:cs typeface="Consolas" panose="020B0609020204030204" pitchFamily="49" charset="0"/>
              </a:rPr>
              <a:t>WHERE title = ‘Toy Story’;</a:t>
            </a:r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B582BFA2-E1C4-836E-12E2-288784F8FEBE}"/>
              </a:ext>
            </a:extLst>
          </p:cNvPr>
          <p:cNvSpPr/>
          <p:nvPr/>
        </p:nvSpPr>
        <p:spPr>
          <a:xfrm>
            <a:off x="4532376" y="1333023"/>
            <a:ext cx="7498080" cy="3225122"/>
          </a:xfrm>
          <a:prstGeom prst="frame">
            <a:avLst>
              <a:gd name="adj1" fmla="val 4403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6225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  <p:bldP spid="10" grpId="0" animBg="1"/>
      <p:bldP spid="9" grpId="0" animBg="1"/>
      <p:bldP spid="3" grpId="0" uiExpand="1" build="p"/>
      <p:bldP spid="8" grpId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8FD6C06-375F-D06F-02E2-BF255223423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3FE848-18A7-45D4-4D61-F5F69905D2F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/>
              <a:t>SQL ORDER Keywords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ORDER BY </a:t>
            </a:r>
            <a:r>
              <a:rPr lang="en-US" i="1">
                <a:solidFill>
                  <a:schemeClr val="accent6"/>
                </a:solidFill>
              </a:rPr>
              <a:t>{field list}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ASC (default)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DESC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SQL GROUP Keyword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GROUP BY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i="1"/>
              <a:t>Powerful; used for consolidating similar records together in summary queries &amp; aggregations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9BB0DF1-759C-B8EA-F564-6307B6E67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Ordering and Grouping Query 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454A38-E93C-49FB-6225-ACCB24846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234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58FB91-04E2-3D65-0977-E05D382AFF8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61D075-5C50-994C-DDC4-19DBD1C247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general: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“filtering” returns a list of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“aggregation” returns the result(s) of a calculation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</a:t>
            </a:r>
            <a:r>
              <a:rPr lang="en-US" b="1"/>
              <a:t>filters</a:t>
            </a:r>
            <a:r>
              <a:rPr lang="en-US"/>
              <a:t> when you need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Export results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Find specific records for further research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Use </a:t>
            </a:r>
            <a:r>
              <a:rPr lang="en-US" b="1"/>
              <a:t>aggregations</a:t>
            </a:r>
            <a:r>
              <a:rPr lang="en-US"/>
              <a:t> when you need to: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Find a calculated value from multiple records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/>
              <a:t>Get an answer to a question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F94ACD-971D-96AA-9976-3037C047C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Filtering vs. Aggregation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3D2902-7A40-8FB2-6553-59F1806676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94776A-187E-9540-9EA4-8D5781AB769D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6586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theme/theme1.xml><?xml version="1.0" encoding="utf-8"?>
<a:theme xmlns:a="http://schemas.openxmlformats.org/drawingml/2006/main" name="Office Theme">
  <a:themeElements>
    <a:clrScheme name="Custom 1">
      <a:dk1>
        <a:srgbClr val="000000"/>
      </a:dk1>
      <a:lt1>
        <a:srgbClr val="FEFFFF"/>
      </a:lt1>
      <a:dk2>
        <a:srgbClr val="55585F"/>
      </a:dk2>
      <a:lt2>
        <a:srgbClr val="CECACB"/>
      </a:lt2>
      <a:accent1>
        <a:srgbClr val="CFB891"/>
      </a:accent1>
      <a:accent2>
        <a:srgbClr val="555960"/>
      </a:accent2>
      <a:accent3>
        <a:srgbClr val="8D6F3D"/>
      </a:accent3>
      <a:accent4>
        <a:srgbClr val="FFFFFF"/>
      </a:accent4>
      <a:accent5>
        <a:srgbClr val="DAAA00"/>
      </a:accent5>
      <a:accent6>
        <a:srgbClr val="9D9694"/>
      </a:accent6>
      <a:hlink>
        <a:srgbClr val="000000"/>
      </a:hlink>
      <a:folHlink>
        <a:srgbClr val="FEFFFF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dk1">
            <a:shade val="50000"/>
          </a:schemeClr>
        </a:lnRef>
        <a:fillRef idx="1">
          <a:schemeClr val="dk1"/>
        </a:fillRef>
        <a:effectRef idx="0">
          <a:schemeClr val="dk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MGMT_lecture" id="{747DC2A2-EEE5-334E-812D-36A71899033A}" vid="{4F570285-B5C5-1346-8072-0076D2FCB5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4E202481DC1CB46AA011D949D311478" ma:contentTypeVersion="14" ma:contentTypeDescription="Create a new document." ma:contentTypeScope="" ma:versionID="525164dac9297210c095a5bd80287f9a">
  <xsd:schema xmlns:xsd="http://www.w3.org/2001/XMLSchema" xmlns:xs="http://www.w3.org/2001/XMLSchema" xmlns:p="http://schemas.microsoft.com/office/2006/metadata/properties" xmlns:ns2="37af3f4b-4b66-46f9-8456-831d9bc3e737" xmlns:ns3="d6656b4d-3fa0-4709-acfb-d5e813445d1e" targetNamespace="http://schemas.microsoft.com/office/2006/metadata/properties" ma:root="true" ma:fieldsID="47e49e78aff16fc85174c3b1ac7b7e79" ns2:_="" ns3:_="">
    <xsd:import namespace="37af3f4b-4b66-46f9-8456-831d9bc3e737"/>
    <xsd:import namespace="d6656b4d-3fa0-4709-acfb-d5e813445d1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7af3f4b-4b66-46f9-8456-831d9bc3e737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8e9e90a8-b24c-4be7-8760-a88b2cd47eb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5" nillable="true" ma:displayName="MediaServiceDateTaken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9" nillable="true" ma:displayName="Location" ma:indexed="true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6656b4d-3fa0-4709-acfb-d5e813445d1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ebcf308-42de-4d63-b51a-b2360cc04078}" ma:internalName="TaxCatchAll" ma:showField="CatchAllData" ma:web="d6656b4d-3fa0-4709-acfb-d5e813445d1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d6656b4d-3fa0-4709-acfb-d5e813445d1e">
      <UserInfo>
        <DisplayName>Schott, Thomas H.</DisplayName>
        <AccountId>17</AccountId>
        <AccountType/>
      </UserInfo>
      <UserInfo>
        <DisplayName>Sarault, Olivia M</DisplayName>
        <AccountId>29</AccountId>
        <AccountType/>
      </UserInfo>
      <UserInfo>
        <DisplayName>Hiller, Kelly R</DisplayName>
        <AccountId>98</AccountId>
        <AccountType/>
      </UserInfo>
      <UserInfo>
        <DisplayName>Eddy, Abigail Ellen</DisplayName>
        <AccountId>46</AccountId>
        <AccountType/>
      </UserInfo>
      <UserInfo>
        <DisplayName>Gu, Yu Rain</DisplayName>
        <AccountId>77</AccountId>
        <AccountType/>
      </UserInfo>
      <UserInfo>
        <DisplayName>Reese, Kristy S</DisplayName>
        <AccountId>26</AccountId>
        <AccountType/>
      </UserInfo>
    </SharedWithUsers>
    <lcf76f155ced4ddcb4097134ff3c332f xmlns="37af3f4b-4b66-46f9-8456-831d9bc3e737">
      <Terms xmlns="http://schemas.microsoft.com/office/infopath/2007/PartnerControls"/>
    </lcf76f155ced4ddcb4097134ff3c332f>
    <TaxCatchAll xmlns="d6656b4d-3fa0-4709-acfb-d5e813445d1e" xsi:nil="true"/>
  </documentManagement>
</p:properties>
</file>

<file path=customXml/itemProps1.xml><?xml version="1.0" encoding="utf-8"?>
<ds:datastoreItem xmlns:ds="http://schemas.openxmlformats.org/officeDocument/2006/customXml" ds:itemID="{427F8518-0786-4241-9955-5A8DAADF5AFF}">
  <ds:schemaRefs>
    <ds:schemaRef ds:uri="37af3f4b-4b66-46f9-8456-831d9bc3e737"/>
    <ds:schemaRef ds:uri="d6656b4d-3fa0-4709-acfb-d5e813445d1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F5B64EEB-1B4A-4920-AA44-E234D7D487D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1DE0D6C-581B-4814-98E7-EF172D5D46A1}">
  <ds:schemaRefs>
    <ds:schemaRef ds:uri="http://schemas.microsoft.com/office/infopath/2007/PartnerControls"/>
    <ds:schemaRef ds:uri="http://schemas.microsoft.com/office/2006/documentManagement/types"/>
    <ds:schemaRef ds:uri="http://purl.org/dc/dcmitype/"/>
    <ds:schemaRef ds:uri="d6656b4d-3fa0-4709-acfb-d5e813445d1e"/>
    <ds:schemaRef ds:uri="http://schemas.microsoft.com/office/2006/metadata/properties"/>
    <ds:schemaRef ds:uri="http://schemas.openxmlformats.org/package/2006/metadata/core-properties"/>
    <ds:schemaRef ds:uri="http://purl.org/dc/terms/"/>
    <ds:schemaRef ds:uri="http://www.w3.org/XML/1998/namespace"/>
    <ds:schemaRef ds:uri="http://purl.org/dc/elements/1.1/"/>
    <ds:schemaRef ds:uri="37af3f4b-4b66-46f9-8456-831d9bc3e737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821</Words>
  <Application>Microsoft Macintosh PowerPoint</Application>
  <PresentationFormat>Widescreen</PresentationFormat>
  <Paragraphs>184</Paragraphs>
  <Slides>15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7" baseType="lpstr">
      <vt:lpstr>Arial</vt:lpstr>
      <vt:lpstr>Consolas</vt:lpstr>
      <vt:lpstr>Acumin Pro Medium</vt:lpstr>
      <vt:lpstr>Calibri</vt:lpstr>
      <vt:lpstr>Wingdings</vt:lpstr>
      <vt:lpstr>Franklin Gothic Medium</vt:lpstr>
      <vt:lpstr>Franklin Gothic Medium Cond</vt:lpstr>
      <vt:lpstr>Acumin Pro</vt:lpstr>
      <vt:lpstr>Franklin Gothic Book</vt:lpstr>
      <vt:lpstr>Acumin Pro Condensed Semibold</vt:lpstr>
      <vt:lpstr>Acumin Pro Semibold</vt:lpstr>
      <vt:lpstr>Office Theme</vt:lpstr>
      <vt:lpstr>Google Cloud Platform</vt:lpstr>
      <vt:lpstr>Beginning SQL Queries</vt:lpstr>
      <vt:lpstr>SQL Select Query Basics</vt:lpstr>
      <vt:lpstr>Commenting Queries</vt:lpstr>
      <vt:lpstr>SQL Quick Tricks</vt:lpstr>
      <vt:lpstr>SQL Queries: WHAT</vt:lpstr>
      <vt:lpstr>(AS)</vt:lpstr>
      <vt:lpstr>SQL Queries: *</vt:lpstr>
      <vt:lpstr>SQL Queries: *</vt:lpstr>
      <vt:lpstr>SQL Queries: WHERE</vt:lpstr>
      <vt:lpstr>Single Table Queries: Filters</vt:lpstr>
      <vt:lpstr>SQL Select Query Basics</vt:lpstr>
      <vt:lpstr>SQL Queries: WHICH</vt:lpstr>
      <vt:lpstr>Ordering and Grouping Query Results</vt:lpstr>
      <vt:lpstr>Filtering vs. Aggregation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Single Table Queries: Filters</dc:title>
  <dc:creator>Rob Elliott</dc:creator>
  <cp:lastModifiedBy>Rob Elliott</cp:lastModifiedBy>
  <cp:revision>1</cp:revision>
  <dcterms:created xsi:type="dcterms:W3CDTF">2024-09-09T13:49:41Z</dcterms:created>
  <dcterms:modified xsi:type="dcterms:W3CDTF">2025-09-11T18:17:43Z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4044bd30-2ed7-4c9d-9d12-46200872a97b_Enabled">
    <vt:lpwstr>true</vt:lpwstr>
  </property>
  <property fmtid="{D5CDD505-2E9C-101B-9397-08002B2CF9AE}" pid="3" name="MSIP_Label_4044bd30-2ed7-4c9d-9d12-46200872a97b_SetDate">
    <vt:lpwstr>2023-02-20T19:00:53Z</vt:lpwstr>
  </property>
  <property fmtid="{D5CDD505-2E9C-101B-9397-08002B2CF9AE}" pid="4" name="MSIP_Label_4044bd30-2ed7-4c9d-9d12-46200872a97b_Method">
    <vt:lpwstr>Standard</vt:lpwstr>
  </property>
  <property fmtid="{D5CDD505-2E9C-101B-9397-08002B2CF9AE}" pid="5" name="MSIP_Label_4044bd30-2ed7-4c9d-9d12-46200872a97b_Name">
    <vt:lpwstr>defa4170-0d19-0005-0004-bc88714345d2</vt:lpwstr>
  </property>
  <property fmtid="{D5CDD505-2E9C-101B-9397-08002B2CF9AE}" pid="6" name="MSIP_Label_4044bd30-2ed7-4c9d-9d12-46200872a97b_SiteId">
    <vt:lpwstr>4130bd39-7c53-419c-b1e5-8758d6d63f21</vt:lpwstr>
  </property>
  <property fmtid="{D5CDD505-2E9C-101B-9397-08002B2CF9AE}" pid="7" name="MSIP_Label_4044bd30-2ed7-4c9d-9d12-46200872a97b_ActionId">
    <vt:lpwstr>b33bf962-ed92-4dd9-bc75-9825fb79b2e3</vt:lpwstr>
  </property>
  <property fmtid="{D5CDD505-2E9C-101B-9397-08002B2CF9AE}" pid="8" name="MSIP_Label_4044bd30-2ed7-4c9d-9d12-46200872a97b_ContentBits">
    <vt:lpwstr>0</vt:lpwstr>
  </property>
  <property fmtid="{D5CDD505-2E9C-101B-9397-08002B2CF9AE}" pid="9" name="ContentTypeId">
    <vt:lpwstr>0x01010054E202481DC1CB46AA011D949D311478</vt:lpwstr>
  </property>
  <property fmtid="{D5CDD505-2E9C-101B-9397-08002B2CF9AE}" pid="10" name="MediaServiceImageTags">
    <vt:lpwstr/>
  </property>
</Properties>
</file>