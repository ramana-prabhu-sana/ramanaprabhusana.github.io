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27"/>
  </p:notesMasterIdLst>
  <p:sldIdLst>
    <p:sldId id="267" r:id="rId5"/>
    <p:sldId id="268" r:id="rId6"/>
    <p:sldId id="287" r:id="rId7"/>
    <p:sldId id="269" r:id="rId8"/>
    <p:sldId id="270" r:id="rId9"/>
    <p:sldId id="271" r:id="rId10"/>
    <p:sldId id="272" r:id="rId11"/>
    <p:sldId id="273" r:id="rId12"/>
    <p:sldId id="286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8" r:id="rId26"/>
  </p:sldIdLst>
  <p:sldSz cx="12192000" cy="6858000"/>
  <p:notesSz cx="6858000" cy="9144000"/>
  <p:embeddedFontLst>
    <p:embeddedFont>
      <p:font typeface="Acumin Pro" panose="020B0504020202020204" pitchFamily="34" charset="77"/>
      <p:regular r:id="rId28"/>
      <p:bold r:id="rId29"/>
      <p:italic r:id="rId30"/>
      <p:boldItalic r:id="rId31"/>
    </p:embeddedFont>
    <p:embeddedFont>
      <p:font typeface="Acumin Pro Condensed" panose="020B0506020202020204" pitchFamily="34" charset="77"/>
      <p:regular r:id="rId32"/>
    </p:embeddedFont>
    <p:embeddedFont>
      <p:font typeface="Acumin Pro Condensed Semibold" panose="020B0506020202020204" pitchFamily="34" charset="77"/>
      <p:regular r:id="rId33"/>
      <p:bold r:id="rId34"/>
      <p:italic r:id="rId35"/>
      <p:boldItalic r:id="rId36"/>
    </p:embeddedFont>
    <p:embeddedFont>
      <p:font typeface="Acumin Pro Medium" panose="020B0604020202020204" pitchFamily="34" charset="77"/>
      <p:regular r:id="rId37"/>
      <p:italic r:id="rId38"/>
    </p:embeddedFont>
    <p:embeddedFont>
      <p:font typeface="Acumin Pro Semibold" panose="020B0704020202020204" pitchFamily="34" charset="77"/>
      <p:regular r:id="rId39"/>
      <p:bold r:id="rId40"/>
      <p:italic r:id="rId41"/>
      <p:boldItalic r:id="rId42"/>
    </p:embeddedFont>
    <p:embeddedFont>
      <p:font typeface="Franklin Gothic Book" panose="020B0503020102020204" pitchFamily="34" charset="0"/>
      <p:regular r:id="rId43"/>
      <p:italic r:id="rId44"/>
    </p:embeddedFont>
    <p:embeddedFont>
      <p:font typeface="Franklin Gothic Medium" panose="020B0603020102020204" pitchFamily="34" charset="0"/>
      <p:regular r:id="rId45"/>
      <p:italic r:id="rId46"/>
    </p:embeddedFont>
    <p:embeddedFont>
      <p:font typeface="Franklin Gothic Medium Cond" panose="020B0606030402020204" pitchFamily="34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D81DB8-6408-6343-B236-66A8F00CEC4A}" v="252" dt="2025-08-26T21:01:51.2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10"/>
  </p:normalViewPr>
  <p:slideViewPr>
    <p:cSldViewPr snapToGrid="0">
      <p:cViewPr varScale="1">
        <p:scale>
          <a:sx n="113" d="100"/>
          <a:sy n="113" d="100"/>
        </p:scale>
        <p:origin x="536" y="176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2.fntdata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6.xml"/><Relationship Id="rId41" Type="http://schemas.openxmlformats.org/officeDocument/2006/relationships/font" Target="fonts/font14.fntdata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Elliott" userId="04040a5f-f8f3-4f1b-92ff-388c2ca4c4a6" providerId="ADAL" clId="{B5818A68-C4D4-9543-919F-D0C232686B8C}"/>
    <pc:docChg chg="undo redo custSel addSld modSld modMainMaster">
      <pc:chgData name="Rob Elliott" userId="04040a5f-f8f3-4f1b-92ff-388c2ca4c4a6" providerId="ADAL" clId="{B5818A68-C4D4-9543-919F-D0C232686B8C}" dt="2024-08-19T17:18:08.995" v="2704"/>
      <pc:docMkLst>
        <pc:docMk/>
      </pc:docMkLst>
      <pc:sldChg chg="addSp modSp mod">
        <pc:chgData name="Rob Elliott" userId="04040a5f-f8f3-4f1b-92ff-388c2ca4c4a6" providerId="ADAL" clId="{B5818A68-C4D4-9543-919F-D0C232686B8C}" dt="2024-08-16T22:21:02.166" v="47" actId="1076"/>
        <pc:sldMkLst>
          <pc:docMk/>
          <pc:sldMk cId="1622658630" sldId="268"/>
        </pc:sldMkLst>
      </pc:sldChg>
      <pc:sldChg chg="modSp mod modAnim">
        <pc:chgData name="Rob Elliott" userId="04040a5f-f8f3-4f1b-92ff-388c2ca4c4a6" providerId="ADAL" clId="{B5818A68-C4D4-9543-919F-D0C232686B8C}" dt="2024-08-19T16:10:47.868" v="2528" actId="20577"/>
        <pc:sldMkLst>
          <pc:docMk/>
          <pc:sldMk cId="2115358665" sldId="269"/>
        </pc:sldMkLst>
      </pc:sldChg>
      <pc:sldChg chg="addSp modSp mod modAnim">
        <pc:chgData name="Rob Elliott" userId="04040a5f-f8f3-4f1b-92ff-388c2ca4c4a6" providerId="ADAL" clId="{B5818A68-C4D4-9543-919F-D0C232686B8C}" dt="2024-08-19T16:20:39.027" v="2659"/>
        <pc:sldMkLst>
          <pc:docMk/>
          <pc:sldMk cId="2175491584" sldId="270"/>
        </pc:sldMkLst>
      </pc:sldChg>
      <pc:sldChg chg="modSp mod">
        <pc:chgData name="Rob Elliott" userId="04040a5f-f8f3-4f1b-92ff-388c2ca4c4a6" providerId="ADAL" clId="{B5818A68-C4D4-9543-919F-D0C232686B8C}" dt="2024-08-19T16:16:21.342" v="2584" actId="13926"/>
        <pc:sldMkLst>
          <pc:docMk/>
          <pc:sldMk cId="318085292" sldId="271"/>
        </pc:sldMkLst>
      </pc:sldChg>
      <pc:sldChg chg="modSp mod">
        <pc:chgData name="Rob Elliott" userId="04040a5f-f8f3-4f1b-92ff-388c2ca4c4a6" providerId="ADAL" clId="{B5818A68-C4D4-9543-919F-D0C232686B8C}" dt="2024-08-19T16:16:02.312" v="2581" actId="13926"/>
        <pc:sldMkLst>
          <pc:docMk/>
          <pc:sldMk cId="2684881590" sldId="272"/>
        </pc:sldMkLst>
      </pc:sldChg>
      <pc:sldChg chg="modSp mod">
        <pc:chgData name="Rob Elliott" userId="04040a5f-f8f3-4f1b-92ff-388c2ca4c4a6" providerId="ADAL" clId="{B5818A68-C4D4-9543-919F-D0C232686B8C}" dt="2024-08-19T16:16:40.877" v="2585" actId="13926"/>
        <pc:sldMkLst>
          <pc:docMk/>
          <pc:sldMk cId="43822843" sldId="273"/>
        </pc:sldMkLst>
      </pc:sldChg>
      <pc:sldChg chg="addSp modSp mod modAnim">
        <pc:chgData name="Rob Elliott" userId="04040a5f-f8f3-4f1b-92ff-388c2ca4c4a6" providerId="ADAL" clId="{B5818A68-C4D4-9543-919F-D0C232686B8C}" dt="2024-08-19T16:20:54.280" v="2662" actId="14100"/>
        <pc:sldMkLst>
          <pc:docMk/>
          <pc:sldMk cId="4192077600" sldId="274"/>
        </pc:sldMkLst>
      </pc:sldChg>
      <pc:sldChg chg="modSp new mod">
        <pc:chgData name="Rob Elliott" userId="04040a5f-f8f3-4f1b-92ff-388c2ca4c4a6" providerId="ADAL" clId="{B5818A68-C4D4-9543-919F-D0C232686B8C}" dt="2024-08-16T22:31:46.087" v="86" actId="20577"/>
        <pc:sldMkLst>
          <pc:docMk/>
          <pc:sldMk cId="1324862256" sldId="275"/>
        </pc:sldMkLst>
      </pc:sldChg>
      <pc:sldChg chg="addSp modSp new mod modAnim">
        <pc:chgData name="Rob Elliott" userId="04040a5f-f8f3-4f1b-92ff-388c2ca4c4a6" providerId="ADAL" clId="{B5818A68-C4D4-9543-919F-D0C232686B8C}" dt="2024-08-19T16:26:37.513" v="2663"/>
        <pc:sldMkLst>
          <pc:docMk/>
          <pc:sldMk cId="1708421298" sldId="276"/>
        </pc:sldMkLst>
      </pc:sldChg>
      <pc:sldChg chg="addSp modSp new mod modAnim">
        <pc:chgData name="Rob Elliott" userId="04040a5f-f8f3-4f1b-92ff-388c2ca4c4a6" providerId="ADAL" clId="{B5818A68-C4D4-9543-919F-D0C232686B8C}" dt="2024-08-19T16:32:13.735" v="2694"/>
        <pc:sldMkLst>
          <pc:docMk/>
          <pc:sldMk cId="3199462951" sldId="277"/>
        </pc:sldMkLst>
      </pc:sldChg>
      <pc:sldChg chg="addSp delSp modSp new mod">
        <pc:chgData name="Rob Elliott" userId="04040a5f-f8f3-4f1b-92ff-388c2ca4c4a6" providerId="ADAL" clId="{B5818A68-C4D4-9543-919F-D0C232686B8C}" dt="2024-08-19T16:33:35.834" v="2695" actId="3626"/>
        <pc:sldMkLst>
          <pc:docMk/>
          <pc:sldMk cId="745012446" sldId="278"/>
        </pc:sldMkLst>
      </pc:sldChg>
      <pc:sldChg chg="addSp modSp new mod">
        <pc:chgData name="Rob Elliott" userId="04040a5f-f8f3-4f1b-92ff-388c2ca4c4a6" providerId="ADAL" clId="{B5818A68-C4D4-9543-919F-D0C232686B8C}" dt="2024-08-16T22:51:13.054" v="1074" actId="20577"/>
        <pc:sldMkLst>
          <pc:docMk/>
          <pc:sldMk cId="2945661219" sldId="279"/>
        </pc:sldMkLst>
      </pc:sldChg>
      <pc:sldChg chg="addSp modSp add mod modTransition modAnim">
        <pc:chgData name="Rob Elliott" userId="04040a5f-f8f3-4f1b-92ff-388c2ca4c4a6" providerId="ADAL" clId="{B5818A68-C4D4-9543-919F-D0C232686B8C}" dt="2024-08-16T22:55:22.659" v="1152"/>
        <pc:sldMkLst>
          <pc:docMk/>
          <pc:sldMk cId="1590403121" sldId="280"/>
        </pc:sldMkLst>
      </pc:sldChg>
      <pc:sldChg chg="addSp modSp new mod modAnim">
        <pc:chgData name="Rob Elliott" userId="04040a5f-f8f3-4f1b-92ff-388c2ca4c4a6" providerId="ADAL" clId="{B5818A68-C4D4-9543-919F-D0C232686B8C}" dt="2024-08-19T17:16:57.569" v="2701"/>
        <pc:sldMkLst>
          <pc:docMk/>
          <pc:sldMk cId="3997936854" sldId="281"/>
        </pc:sldMkLst>
      </pc:sldChg>
      <pc:sldChg chg="modSp new mod">
        <pc:chgData name="Rob Elliott" userId="04040a5f-f8f3-4f1b-92ff-388c2ca4c4a6" providerId="ADAL" clId="{B5818A68-C4D4-9543-919F-D0C232686B8C}" dt="2024-08-19T15:40:49.750" v="1321" actId="20577"/>
        <pc:sldMkLst>
          <pc:docMk/>
          <pc:sldMk cId="2437627492" sldId="282"/>
        </pc:sldMkLst>
      </pc:sldChg>
      <pc:sldChg chg="modSp new mod modAnim">
        <pc:chgData name="Rob Elliott" userId="04040a5f-f8f3-4f1b-92ff-388c2ca4c4a6" providerId="ADAL" clId="{B5818A68-C4D4-9543-919F-D0C232686B8C}" dt="2024-08-19T17:17:24.157" v="2703" actId="2711"/>
        <pc:sldMkLst>
          <pc:docMk/>
          <pc:sldMk cId="1952000700" sldId="283"/>
        </pc:sldMkLst>
      </pc:sldChg>
      <pc:sldChg chg="modSp new mod modAnim">
        <pc:chgData name="Rob Elliott" userId="04040a5f-f8f3-4f1b-92ff-388c2ca4c4a6" providerId="ADAL" clId="{B5818A68-C4D4-9543-919F-D0C232686B8C}" dt="2024-08-19T17:18:08.995" v="2704"/>
        <pc:sldMkLst>
          <pc:docMk/>
          <pc:sldMk cId="1441154552" sldId="284"/>
        </pc:sldMkLst>
      </pc:sldChg>
      <pc:sldChg chg="modSp new mod">
        <pc:chgData name="Rob Elliott" userId="04040a5f-f8f3-4f1b-92ff-388c2ca4c4a6" providerId="ADAL" clId="{B5818A68-C4D4-9543-919F-D0C232686B8C}" dt="2024-08-19T16:09:13.210" v="2522" actId="20577"/>
        <pc:sldMkLst>
          <pc:docMk/>
          <pc:sldMk cId="3166738722" sldId="285"/>
        </pc:sldMkLst>
      </pc:sldChg>
      <pc:sldChg chg="addSp delSp modSp add mod modAnim">
        <pc:chgData name="Rob Elliott" userId="04040a5f-f8f3-4f1b-92ff-388c2ca4c4a6" providerId="ADAL" clId="{B5818A68-C4D4-9543-919F-D0C232686B8C}" dt="2024-08-19T16:19:11.150" v="2651"/>
        <pc:sldMkLst>
          <pc:docMk/>
          <pc:sldMk cId="750765717" sldId="286"/>
        </pc:sldMkLst>
      </pc:sldChg>
      <pc:sldMasterChg chg="modSldLayout">
        <pc:chgData name="Rob Elliott" userId="04040a5f-f8f3-4f1b-92ff-388c2ca4c4a6" providerId="ADAL" clId="{B5818A68-C4D4-9543-919F-D0C232686B8C}" dt="2024-08-16T22:13:01.231" v="43"/>
        <pc:sldMasterMkLst>
          <pc:docMk/>
          <pc:sldMasterMk cId="3825614813" sldId="2147483648"/>
        </pc:sldMasterMkLst>
        <pc:sldLayoutChg chg="addSp delSp modSp mod">
          <pc:chgData name="Rob Elliott" userId="04040a5f-f8f3-4f1b-92ff-388c2ca4c4a6" providerId="ADAL" clId="{B5818A68-C4D4-9543-919F-D0C232686B8C}" dt="2024-08-16T22:11:38.153" v="1"/>
          <pc:sldLayoutMkLst>
            <pc:docMk/>
            <pc:sldMasterMk cId="3825614813" sldId="2147483648"/>
            <pc:sldLayoutMk cId="4214527922" sldId="2147483649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19.336" v="15"/>
          <pc:sldLayoutMkLst>
            <pc:docMk/>
            <pc:sldMasterMk cId="3825614813" sldId="2147483648"/>
            <pc:sldLayoutMk cId="3639963463" sldId="2147483650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55.375" v="39"/>
          <pc:sldLayoutMkLst>
            <pc:docMk/>
            <pc:sldMasterMk cId="3825614813" sldId="2147483648"/>
            <pc:sldLayoutMk cId="2216712600" sldId="2147483653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31.177" v="23"/>
          <pc:sldLayoutMkLst>
            <pc:docMk/>
            <pc:sldMasterMk cId="3825614813" sldId="2147483648"/>
            <pc:sldLayoutMk cId="406290031" sldId="2147483656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35.526" v="25"/>
          <pc:sldLayoutMkLst>
            <pc:docMk/>
            <pc:sldMasterMk cId="3825614813" sldId="2147483648"/>
            <pc:sldLayoutMk cId="3433354303" sldId="2147483657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1:52.294" v="5"/>
          <pc:sldLayoutMkLst>
            <pc:docMk/>
            <pc:sldMasterMk cId="3825614813" sldId="2147483648"/>
            <pc:sldLayoutMk cId="569925206" sldId="2147483686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10.186" v="9"/>
          <pc:sldLayoutMkLst>
            <pc:docMk/>
            <pc:sldMasterMk cId="3825614813" sldId="2147483648"/>
            <pc:sldLayoutMk cId="3628432518" sldId="2147483687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17.034" v="13"/>
          <pc:sldLayoutMkLst>
            <pc:docMk/>
            <pc:sldMasterMk cId="3825614813" sldId="2147483648"/>
            <pc:sldLayoutMk cId="1626903686" sldId="2147483688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57.619" v="41"/>
          <pc:sldLayoutMkLst>
            <pc:docMk/>
            <pc:sldMasterMk cId="3825614813" sldId="2147483648"/>
            <pc:sldLayoutMk cId="1838946650" sldId="2147483690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1:42.482" v="3"/>
          <pc:sldLayoutMkLst>
            <pc:docMk/>
            <pc:sldMasterMk cId="3825614813" sldId="2147483648"/>
            <pc:sldLayoutMk cId="703653978" sldId="2147483691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22.617" v="17"/>
          <pc:sldLayoutMkLst>
            <pc:docMk/>
            <pc:sldMasterMk cId="3825614813" sldId="2147483648"/>
            <pc:sldLayoutMk cId="1681714512" sldId="2147483701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1:56.480" v="7"/>
          <pc:sldLayoutMkLst>
            <pc:docMk/>
            <pc:sldMasterMk cId="3825614813" sldId="2147483648"/>
            <pc:sldLayoutMk cId="1618025383" sldId="2147483703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3:01.231" v="43"/>
          <pc:sldLayoutMkLst>
            <pc:docMk/>
            <pc:sldMasterMk cId="3825614813" sldId="2147483648"/>
            <pc:sldLayoutMk cId="3347540712" sldId="2147483704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40.493" v="29"/>
          <pc:sldLayoutMkLst>
            <pc:docMk/>
            <pc:sldMasterMk cId="3825614813" sldId="2147483648"/>
            <pc:sldLayoutMk cId="1588244453" sldId="2147483705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38.333" v="27"/>
          <pc:sldLayoutMkLst>
            <pc:docMk/>
            <pc:sldMasterMk cId="3825614813" sldId="2147483648"/>
            <pc:sldLayoutMk cId="15941760" sldId="2147483706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43.706" v="31"/>
          <pc:sldLayoutMkLst>
            <pc:docMk/>
            <pc:sldMasterMk cId="3825614813" sldId="2147483648"/>
            <pc:sldLayoutMk cId="2750330322" sldId="2147483707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49.467" v="35"/>
          <pc:sldLayoutMkLst>
            <pc:docMk/>
            <pc:sldMasterMk cId="3825614813" sldId="2147483648"/>
            <pc:sldLayoutMk cId="885527150" sldId="2147483709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52.861" v="37"/>
          <pc:sldLayoutMkLst>
            <pc:docMk/>
            <pc:sldMasterMk cId="3825614813" sldId="2147483648"/>
            <pc:sldLayoutMk cId="1703441832" sldId="2147483710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25.233" v="19"/>
          <pc:sldLayoutMkLst>
            <pc:docMk/>
            <pc:sldMasterMk cId="3825614813" sldId="2147483648"/>
            <pc:sldLayoutMk cId="1726685085" sldId="2147483711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28.299" v="21"/>
          <pc:sldLayoutMkLst>
            <pc:docMk/>
            <pc:sldMasterMk cId="3825614813" sldId="2147483648"/>
            <pc:sldLayoutMk cId="2460767190" sldId="2147483712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46.130" v="33"/>
          <pc:sldLayoutMkLst>
            <pc:docMk/>
            <pc:sldMasterMk cId="3825614813" sldId="2147483648"/>
            <pc:sldLayoutMk cId="1689313171" sldId="2147483713"/>
          </pc:sldLayoutMkLst>
        </pc:sldLayoutChg>
        <pc:sldLayoutChg chg="addSp delSp modSp mod">
          <pc:chgData name="Rob Elliott" userId="04040a5f-f8f3-4f1b-92ff-388c2ca4c4a6" providerId="ADAL" clId="{B5818A68-C4D4-9543-919F-D0C232686B8C}" dt="2024-08-16T22:12:14.056" v="11"/>
          <pc:sldLayoutMkLst>
            <pc:docMk/>
            <pc:sldMasterMk cId="3825614813" sldId="2147483648"/>
            <pc:sldLayoutMk cId="1131998448" sldId="2147483714"/>
          </pc:sldLayoutMkLst>
        </pc:sldLayoutChg>
      </pc:sldMasterChg>
    </pc:docChg>
  </pc:docChgLst>
  <pc:docChgLst>
    <pc:chgData name="Rob Elliott" userId="04040a5f-f8f3-4f1b-92ff-388c2ca4c4a6" providerId="ADAL" clId="{C7599664-4A88-3841-A3DF-9FC4F774F619}"/>
    <pc:docChg chg="custSel addSld modSld">
      <pc:chgData name="Rob Elliott" userId="04040a5f-f8f3-4f1b-92ff-388c2ca4c4a6" providerId="ADAL" clId="{C7599664-4A88-3841-A3DF-9FC4F774F619}" dt="2024-08-21T14:22:46.043" v="1357"/>
      <pc:docMkLst>
        <pc:docMk/>
      </pc:docMkLst>
      <pc:sldChg chg="addSp modSp new mod modAnim">
        <pc:chgData name="Rob Elliott" userId="04040a5f-f8f3-4f1b-92ff-388c2ca4c4a6" providerId="ADAL" clId="{C7599664-4A88-3841-A3DF-9FC4F774F619}" dt="2024-08-21T14:12:37.813" v="753" actId="12"/>
        <pc:sldMkLst>
          <pc:docMk/>
          <pc:sldMk cId="2684347020" sldId="287"/>
        </pc:sldMkLst>
      </pc:sldChg>
      <pc:sldChg chg="addSp modSp new mod modAnim">
        <pc:chgData name="Rob Elliott" userId="04040a5f-f8f3-4f1b-92ff-388c2ca4c4a6" providerId="ADAL" clId="{C7599664-4A88-3841-A3DF-9FC4F774F619}" dt="2024-08-21T14:22:46.043" v="1357"/>
        <pc:sldMkLst>
          <pc:docMk/>
          <pc:sldMk cId="2902642142" sldId="288"/>
        </pc:sldMkLst>
      </pc:sldChg>
    </pc:docChg>
  </pc:docChgLst>
  <pc:docChgLst>
    <pc:chgData name="Rob Elliott" userId="04040a5f-f8f3-4f1b-92ff-388c2ca4c4a6" providerId="ADAL" clId="{BBEFC1DF-B7FC-1849-8C0C-B9826B7982BE}"/>
    <pc:docChg chg="modSld">
      <pc:chgData name="Rob Elliott" userId="04040a5f-f8f3-4f1b-92ff-388c2ca4c4a6" providerId="ADAL" clId="{BBEFC1DF-B7FC-1849-8C0C-B9826B7982BE}" dt="2024-08-22T13:44:46.420" v="3" actId="27704"/>
      <pc:docMkLst>
        <pc:docMk/>
      </pc:docMkLst>
      <pc:sldChg chg="delAnim">
        <pc:chgData name="Rob Elliott" userId="04040a5f-f8f3-4f1b-92ff-388c2ca4c4a6" providerId="ADAL" clId="{BBEFC1DF-B7FC-1849-8C0C-B9826B7982BE}" dt="2024-08-22T13:44:46.420" v="3" actId="27704"/>
        <pc:sldMkLst>
          <pc:docMk/>
          <pc:sldMk cId="3997936854" sldId="281"/>
        </pc:sldMkLst>
      </pc:sldChg>
    </pc:docChg>
  </pc:docChgLst>
  <pc:docChgLst>
    <pc:chgData name="Rob Elliott" userId="04040a5f-f8f3-4f1b-92ff-388c2ca4c4a6" providerId="ADAL" clId="{97C87D4A-47C2-EF4E-80A2-A765CE37E382}"/>
    <pc:docChg chg="modSld">
      <pc:chgData name="Rob Elliott" userId="04040a5f-f8f3-4f1b-92ff-388c2ca4c4a6" providerId="ADAL" clId="{97C87D4A-47C2-EF4E-80A2-A765CE37E382}" dt="2024-08-21T15:31:38.043" v="40" actId="20577"/>
      <pc:docMkLst>
        <pc:docMk/>
      </pc:docMkLst>
      <pc:sldChg chg="modSp">
        <pc:chgData name="Rob Elliott" userId="04040a5f-f8f3-4f1b-92ff-388c2ca4c4a6" providerId="ADAL" clId="{97C87D4A-47C2-EF4E-80A2-A765CE37E382}" dt="2024-08-21T15:31:38.043" v="40" actId="20577"/>
        <pc:sldMkLst>
          <pc:docMk/>
          <pc:sldMk cId="2684347020" sldId="287"/>
        </pc:sldMkLst>
      </pc:sldChg>
    </pc:docChg>
  </pc:docChgLst>
  <pc:docChgLst>
    <pc:chgData name="Rob Elliott" userId="04040a5f-f8f3-4f1b-92ff-388c2ca4c4a6" providerId="ADAL" clId="{E2329216-7C34-5DCE-90A5-A887F6A94933}"/>
    <pc:docChg chg="custSel modSld">
      <pc:chgData name="Rob Elliott" userId="04040a5f-f8f3-4f1b-92ff-388c2ca4c4a6" providerId="ADAL" clId="{E2329216-7C34-5DCE-90A5-A887F6A94933}" dt="2025-08-26T21:01:51.260" v="270"/>
      <pc:docMkLst>
        <pc:docMk/>
      </pc:docMkLst>
      <pc:sldChg chg="modSp">
        <pc:chgData name="Rob Elliott" userId="04040a5f-f8f3-4f1b-92ff-388c2ca4c4a6" providerId="ADAL" clId="{E2329216-7C34-5DCE-90A5-A887F6A94933}" dt="2025-08-26T20:56:59.608" v="268" actId="20577"/>
        <pc:sldMkLst>
          <pc:docMk/>
          <pc:sldMk cId="1590403121" sldId="280"/>
        </pc:sldMkLst>
        <pc:spChg chg="mod">
          <ac:chgData name="Rob Elliott" userId="04040a5f-f8f3-4f1b-92ff-388c2ca4c4a6" providerId="ADAL" clId="{E2329216-7C34-5DCE-90A5-A887F6A94933}" dt="2025-08-26T20:56:34.961" v="244" actId="20577"/>
          <ac:spMkLst>
            <pc:docMk/>
            <pc:sldMk cId="1590403121" sldId="280"/>
            <ac:spMk id="9" creationId="{D7066DC7-7CBE-5AD8-1E7C-F176BB4BC73E}"/>
          </ac:spMkLst>
        </pc:spChg>
        <pc:spChg chg="mod">
          <ac:chgData name="Rob Elliott" userId="04040a5f-f8f3-4f1b-92ff-388c2ca4c4a6" providerId="ADAL" clId="{E2329216-7C34-5DCE-90A5-A887F6A94933}" dt="2025-08-26T20:56:59.608" v="268" actId="20577"/>
          <ac:spMkLst>
            <pc:docMk/>
            <pc:sldMk cId="1590403121" sldId="280"/>
            <ac:spMk id="17" creationId="{2C749CB7-72B7-F89E-64F3-2DA4721B60E2}"/>
          </ac:spMkLst>
        </pc:spChg>
      </pc:sldChg>
      <pc:sldChg chg="modSp mod">
        <pc:chgData name="Rob Elliott" userId="04040a5f-f8f3-4f1b-92ff-388c2ca4c4a6" providerId="ADAL" clId="{E2329216-7C34-5DCE-90A5-A887F6A94933}" dt="2025-08-26T20:56:30.364" v="237" actId="20577"/>
        <pc:sldMkLst>
          <pc:docMk/>
          <pc:sldMk cId="3997936854" sldId="281"/>
        </pc:sldMkLst>
        <pc:spChg chg="mod">
          <ac:chgData name="Rob Elliott" userId="04040a5f-f8f3-4f1b-92ff-388c2ca4c4a6" providerId="ADAL" clId="{E2329216-7C34-5DCE-90A5-A887F6A94933}" dt="2025-08-26T20:56:30.364" v="237" actId="20577"/>
          <ac:spMkLst>
            <pc:docMk/>
            <pc:sldMk cId="3997936854" sldId="281"/>
            <ac:spMk id="11" creationId="{DF825464-2E79-EE7C-335D-E63CF154D92F}"/>
          </ac:spMkLst>
        </pc:spChg>
      </pc:sldChg>
      <pc:sldChg chg="modSp modAnim">
        <pc:chgData name="Rob Elliott" userId="04040a5f-f8f3-4f1b-92ff-388c2ca4c4a6" providerId="ADAL" clId="{E2329216-7C34-5DCE-90A5-A887F6A94933}" dt="2025-08-26T20:33:43.587" v="40" actId="20577"/>
        <pc:sldMkLst>
          <pc:docMk/>
          <pc:sldMk cId="1952000700" sldId="283"/>
        </pc:sldMkLst>
        <pc:spChg chg="mod">
          <ac:chgData name="Rob Elliott" userId="04040a5f-f8f3-4f1b-92ff-388c2ca4c4a6" providerId="ADAL" clId="{E2329216-7C34-5DCE-90A5-A887F6A94933}" dt="2025-08-26T20:33:43.587" v="40" actId="20577"/>
          <ac:spMkLst>
            <pc:docMk/>
            <pc:sldMk cId="1952000700" sldId="283"/>
            <ac:spMk id="3" creationId="{3FE65539-ACFF-C7F0-00CC-1303D23A8341}"/>
          </ac:spMkLst>
        </pc:spChg>
      </pc:sldChg>
      <pc:sldChg chg="modSp mod modAnim">
        <pc:chgData name="Rob Elliott" userId="04040a5f-f8f3-4f1b-92ff-388c2ca4c4a6" providerId="ADAL" clId="{E2329216-7C34-5DCE-90A5-A887F6A94933}" dt="2025-08-26T20:52:56.318" v="206" actId="20577"/>
        <pc:sldMkLst>
          <pc:docMk/>
          <pc:sldMk cId="1441154552" sldId="284"/>
        </pc:sldMkLst>
        <pc:spChg chg="mod">
          <ac:chgData name="Rob Elliott" userId="04040a5f-f8f3-4f1b-92ff-388c2ca4c4a6" providerId="ADAL" clId="{E2329216-7C34-5DCE-90A5-A887F6A94933}" dt="2025-08-26T20:52:56.318" v="206" actId="20577"/>
          <ac:spMkLst>
            <pc:docMk/>
            <pc:sldMk cId="1441154552" sldId="284"/>
            <ac:spMk id="3" creationId="{872CF3BD-ECC4-4370-1BD1-2F16F1AF4E7F}"/>
          </ac:spMkLst>
        </pc:spChg>
      </pc:sldChg>
      <pc:sldChg chg="addSp delSp modSp mod chgLayout">
        <pc:chgData name="Rob Elliott" userId="04040a5f-f8f3-4f1b-92ff-388c2ca4c4a6" providerId="ADAL" clId="{E2329216-7C34-5DCE-90A5-A887F6A94933}" dt="2025-08-26T21:01:31.427" v="269" actId="700"/>
        <pc:sldMkLst>
          <pc:docMk/>
          <pc:sldMk cId="3166738722" sldId="285"/>
        </pc:sldMkLst>
        <pc:spChg chg="del mod ord">
          <ac:chgData name="Rob Elliott" userId="04040a5f-f8f3-4f1b-92ff-388c2ca4c4a6" providerId="ADAL" clId="{E2329216-7C34-5DCE-90A5-A887F6A94933}" dt="2025-08-26T21:01:31.427" v="269" actId="700"/>
          <ac:spMkLst>
            <pc:docMk/>
            <pc:sldMk cId="3166738722" sldId="285"/>
            <ac:spMk id="2" creationId="{0ABC6DB1-FA61-B401-5565-F9720CAC46AF}"/>
          </ac:spMkLst>
        </pc:spChg>
        <pc:spChg chg="del mod ord">
          <ac:chgData name="Rob Elliott" userId="04040a5f-f8f3-4f1b-92ff-388c2ca4c4a6" providerId="ADAL" clId="{E2329216-7C34-5DCE-90A5-A887F6A94933}" dt="2025-08-26T21:01:31.427" v="269" actId="700"/>
          <ac:spMkLst>
            <pc:docMk/>
            <pc:sldMk cId="3166738722" sldId="285"/>
            <ac:spMk id="3" creationId="{F29DFE85-F866-5009-A895-4D37879C8488}"/>
          </ac:spMkLst>
        </pc:spChg>
        <pc:spChg chg="mod ord">
          <ac:chgData name="Rob Elliott" userId="04040a5f-f8f3-4f1b-92ff-388c2ca4c4a6" providerId="ADAL" clId="{E2329216-7C34-5DCE-90A5-A887F6A94933}" dt="2025-08-26T21:01:31.427" v="269" actId="700"/>
          <ac:spMkLst>
            <pc:docMk/>
            <pc:sldMk cId="3166738722" sldId="285"/>
            <ac:spMk id="4" creationId="{0B6C136C-4EFA-7600-5B52-CCD8CD7CF71F}"/>
          </ac:spMkLst>
        </pc:spChg>
        <pc:spChg chg="mod ord">
          <ac:chgData name="Rob Elliott" userId="04040a5f-f8f3-4f1b-92ff-388c2ca4c4a6" providerId="ADAL" clId="{E2329216-7C34-5DCE-90A5-A887F6A94933}" dt="2025-08-26T21:01:31.427" v="269" actId="700"/>
          <ac:spMkLst>
            <pc:docMk/>
            <pc:sldMk cId="3166738722" sldId="285"/>
            <ac:spMk id="5" creationId="{BC2ADF17-EC31-550C-9B02-979223A6E217}"/>
          </ac:spMkLst>
        </pc:spChg>
        <pc:spChg chg="add mod ord">
          <ac:chgData name="Rob Elliott" userId="04040a5f-f8f3-4f1b-92ff-388c2ca4c4a6" providerId="ADAL" clId="{E2329216-7C34-5DCE-90A5-A887F6A94933}" dt="2025-08-26T21:01:31.427" v="269" actId="700"/>
          <ac:spMkLst>
            <pc:docMk/>
            <pc:sldMk cId="3166738722" sldId="285"/>
            <ac:spMk id="6" creationId="{B8C9DB89-5061-F05E-B9F9-0B5BDAAC9A91}"/>
          </ac:spMkLst>
        </pc:spChg>
        <pc:spChg chg="add mod ord">
          <ac:chgData name="Rob Elliott" userId="04040a5f-f8f3-4f1b-92ff-388c2ca4c4a6" providerId="ADAL" clId="{E2329216-7C34-5DCE-90A5-A887F6A94933}" dt="2025-08-26T21:01:31.427" v="269" actId="700"/>
          <ac:spMkLst>
            <pc:docMk/>
            <pc:sldMk cId="3166738722" sldId="285"/>
            <ac:spMk id="7" creationId="{D9F430CA-6184-E6D6-7193-DD369D301A82}"/>
          </ac:spMkLst>
        </pc:spChg>
      </pc:sldChg>
      <pc:sldChg chg="addSp modSp mod modAnim">
        <pc:chgData name="Rob Elliott" userId="04040a5f-f8f3-4f1b-92ff-388c2ca4c4a6" providerId="ADAL" clId="{E2329216-7C34-5DCE-90A5-A887F6A94933}" dt="2025-08-26T21:01:51.260" v="270"/>
        <pc:sldMkLst>
          <pc:docMk/>
          <pc:sldMk cId="2902642142" sldId="288"/>
        </pc:sldMkLst>
        <pc:spChg chg="mod">
          <ac:chgData name="Rob Elliott" userId="04040a5f-f8f3-4f1b-92ff-388c2ca4c4a6" providerId="ADAL" clId="{E2329216-7C34-5DCE-90A5-A887F6A94933}" dt="2025-08-26T20:55:00.675" v="214" actId="20577"/>
          <ac:spMkLst>
            <pc:docMk/>
            <pc:sldMk cId="2902642142" sldId="288"/>
            <ac:spMk id="6" creationId="{9DB74DAC-1206-C470-BB98-3C542A8505DE}"/>
          </ac:spMkLst>
        </pc:spChg>
        <pc:spChg chg="mod">
          <ac:chgData name="Rob Elliott" userId="04040a5f-f8f3-4f1b-92ff-388c2ca4c4a6" providerId="ADAL" clId="{E2329216-7C34-5DCE-90A5-A887F6A94933}" dt="2025-08-26T20:55:11.179" v="215"/>
          <ac:spMkLst>
            <pc:docMk/>
            <pc:sldMk cId="2902642142" sldId="288"/>
            <ac:spMk id="7" creationId="{28C8ED7D-C398-92E8-FCF7-B8BD91932B89}"/>
          </ac:spMkLst>
        </pc:spChg>
        <pc:spChg chg="mod">
          <ac:chgData name="Rob Elliott" userId="04040a5f-f8f3-4f1b-92ff-388c2ca4c4a6" providerId="ADAL" clId="{E2329216-7C34-5DCE-90A5-A887F6A94933}" dt="2025-08-26T20:55:28.759" v="223" actId="20577"/>
          <ac:spMkLst>
            <pc:docMk/>
            <pc:sldMk cId="2902642142" sldId="288"/>
            <ac:spMk id="8" creationId="{E183DC6D-E609-0446-F802-BE168A0AD35C}"/>
          </ac:spMkLst>
        </pc:spChg>
        <pc:spChg chg="mod">
          <ac:chgData name="Rob Elliott" userId="04040a5f-f8f3-4f1b-92ff-388c2ca4c4a6" providerId="ADAL" clId="{E2329216-7C34-5DCE-90A5-A887F6A94933}" dt="2025-08-26T20:54:50.653" v="208" actId="20577"/>
          <ac:spMkLst>
            <pc:docMk/>
            <pc:sldMk cId="2902642142" sldId="288"/>
            <ac:spMk id="9" creationId="{C4758D7D-5F45-9436-4509-E34781A06AE5}"/>
          </ac:spMkLst>
        </pc:spChg>
        <pc:spChg chg="mod">
          <ac:chgData name="Rob Elliott" userId="04040a5f-f8f3-4f1b-92ff-388c2ca4c4a6" providerId="ADAL" clId="{E2329216-7C34-5DCE-90A5-A887F6A94933}" dt="2025-08-26T20:55:25.415" v="217" actId="20577"/>
          <ac:spMkLst>
            <pc:docMk/>
            <pc:sldMk cId="2902642142" sldId="288"/>
            <ac:spMk id="10" creationId="{D9D1A6D9-3D56-24A7-B503-6567D9F70B34}"/>
          </ac:spMkLst>
        </pc:spChg>
        <pc:spChg chg="mod">
          <ac:chgData name="Rob Elliott" userId="04040a5f-f8f3-4f1b-92ff-388c2ca4c4a6" providerId="ADAL" clId="{E2329216-7C34-5DCE-90A5-A887F6A94933}" dt="2025-08-26T20:55:34.198" v="225" actId="20577"/>
          <ac:spMkLst>
            <pc:docMk/>
            <pc:sldMk cId="2902642142" sldId="288"/>
            <ac:spMk id="11" creationId="{7F2E5918-9DA1-A476-946A-202959991AF7}"/>
          </ac:spMkLst>
        </pc:spChg>
        <pc:spChg chg="add mod">
          <ac:chgData name="Rob Elliott" userId="04040a5f-f8f3-4f1b-92ff-388c2ca4c4a6" providerId="ADAL" clId="{E2329216-7C34-5DCE-90A5-A887F6A94933}" dt="2025-08-26T20:55:52.917" v="228" actId="1076"/>
          <ac:spMkLst>
            <pc:docMk/>
            <pc:sldMk cId="2902642142" sldId="288"/>
            <ac:spMk id="13" creationId="{A9D1CCA0-3D72-EBA1-0FCD-F0D00D6AC3A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69DB6D-FE78-7BBE-B2CC-06A92BFBDB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F3647DF-C1BC-79D0-84E8-E77662197A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3E74056-A850-BF01-8E06-998AF729E8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B5A942B-600E-68FF-B47F-DA03E2CD45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3843BB-C48C-A889-7FB8-1D0EEC657D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EE27D95-59DC-6E0B-81DE-2154D96A4D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3A7D8C-D1C3-8446-5179-1045B9771F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ADE00D3-55E0-77E2-1380-F2AA0F91B8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4B67FC4-959F-54FD-6174-CFF9531C78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B9BDC4-509C-6B26-90B0-3EBEF3540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868003B-14E4-47BB-299F-E58DF9CEA8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7CC1093-87AF-5314-E9B0-FD905D46A3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08EBF7E-2DE4-741A-B289-F00C2EC743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F7359B0-4A54-9900-0D86-24991714FE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CDFA3D0-B8FF-8EEF-1B39-8CBF32DAB9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4C2908A-BF29-A304-B574-1DC3833E03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22CDA3D-2D50-8BF7-0FDA-3518602992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950E946-56FC-7ECA-37D0-B788C07BCC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E4B3D08-282E-EC0F-A458-626D8E9DB8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4AEB8A4-387A-3461-F15F-3F220E95F0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566B2-E0F6-4728-8FFB-5C081A8F49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3682CB9-FB95-0031-5B9E-2DDBFE905E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fred@yahoo.com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" TargetMode="External"/><Relationship Id="rId2" Type="http://schemas.openxmlformats.org/officeDocument/2006/relationships/hyperlink" Target="https://www.drawio.com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ommunityhub.purdue.edu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Conceptual Data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Brainstorming your data structure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DC5FDD-A067-03D6-DE00-1444C488EC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6F444-A1A9-AD07-7453-81136DA8B7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With a list of entities in hand, it’s time to determine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CCA396-6227-FB6D-7AA4-0EDBF152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Entities &amp; Relationships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FEC28-5C76-2854-846F-3B7399B4A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ED9D183-D605-6376-884E-0E6DCB3BB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7316" y="2398972"/>
            <a:ext cx="5408229" cy="337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58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FED737-61B1-AEA5-E098-FA391B3BC4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A5384-279D-8C1F-F1D8-F88B0B8E96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/>
              <a:t>1:1 (“One to One”)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Exactly ONE instance of an entity has a connection with exactly ONE instance of another 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/>
              <a:t>Somewhat</a:t>
            </a:r>
            <a:r>
              <a:rPr lang="en-US"/>
              <a:t> rare in the database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i="1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i="1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i="1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i="1"/>
          </a:p>
          <a:p>
            <a:pPr marL="342900" indent="-342900">
              <a:buFont typeface="+mj-lt"/>
              <a:buAutoNum type="arabicPeriod"/>
            </a:pPr>
            <a:r>
              <a:rPr lang="en-US" b="1"/>
              <a:t>1:* (“One to Many”) </a:t>
            </a:r>
            <a:r>
              <a:rPr lang="en-US" i="1">
                <a:solidFill>
                  <a:schemeClr val="accent3"/>
                </a:solidFill>
              </a:rPr>
              <a:t>(also denoted as 1:N)</a:t>
            </a:r>
            <a:endParaRPr lang="en-US">
              <a:solidFill>
                <a:schemeClr val="accent3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One instance of an entity is connected to multiple instances of another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Most common relationship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b="1"/>
              <a:t>*:* (“Many to Many”) </a:t>
            </a:r>
            <a:r>
              <a:rPr lang="en-US" i="1">
                <a:solidFill>
                  <a:schemeClr val="accent3"/>
                </a:solidFill>
              </a:rPr>
              <a:t>(also denoted as M:N or N:N)</a:t>
            </a:r>
            <a:endParaRPr lang="en-US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Multiple instances of an entity are affiliated with multiple instances of another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Difficult to store as *:* in a relational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3461FD-66AF-70A8-7CFE-1C3E8D57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Relationship Types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31337-C1E8-90F4-312C-2911E43D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Conceptual data model demonstrating a 1:1 connection between a Student entity and a Student ID Card entity.">
            <a:extLst>
              <a:ext uri="{FF2B5EF4-FFF2-40B4-BE49-F238E27FC236}">
                <a16:creationId xmlns:a16="http://schemas.microsoft.com/office/drawing/2014/main" id="{5EE57586-254C-BA62-A451-24B5AAED8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516" y="2413237"/>
            <a:ext cx="4118077" cy="135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4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0A6D81-C77C-613D-5AF1-CEB3EEB0C9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Read between the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D653-130B-5B36-6D5A-DE0251F13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relationships to help discover additional entities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D50C0C-F036-D36A-8883-13C0B2CD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“Implied”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3EBE2-3A99-0073-B7F3-081318DE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0B348E-0B4B-0595-83A8-77CD7F451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669157"/>
              </p:ext>
            </p:extLst>
          </p:nvPr>
        </p:nvGraphicFramePr>
        <p:xfrm>
          <a:off x="1403131" y="3641542"/>
          <a:ext cx="359103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839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2061196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fred@yahoo.com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ahmed@gmail.com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7663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77DD02-3A97-7781-92D0-F932B82B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34104"/>
              </p:ext>
            </p:extLst>
          </p:nvPr>
        </p:nvGraphicFramePr>
        <p:xfrm>
          <a:off x="7197835" y="3641542"/>
          <a:ext cx="2562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094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1281094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Rihannon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Layla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70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A76AF89-36FF-A305-E21C-064236CF1CE8}"/>
              </a:ext>
            </a:extLst>
          </p:cNvPr>
          <p:cNvSpPr txBox="1"/>
          <p:nvPr/>
        </p:nvSpPr>
        <p:spPr>
          <a:xfrm>
            <a:off x="1313793" y="334524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8B395-DF90-9AEC-DEBE-8849C191F669}"/>
              </a:ext>
            </a:extLst>
          </p:cNvPr>
          <p:cNvSpPr txBox="1"/>
          <p:nvPr/>
        </p:nvSpPr>
        <p:spPr>
          <a:xfrm>
            <a:off x="7120758" y="334524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Song</a:t>
            </a:r>
          </a:p>
        </p:txBody>
      </p:sp>
      <p:pic>
        <p:nvPicPr>
          <p:cNvPr id="11" name="Picture 10" descr="Conceptual data model of user favoriting a song">
            <a:extLst>
              <a:ext uri="{FF2B5EF4-FFF2-40B4-BE49-F238E27FC236}">
                <a16:creationId xmlns:a16="http://schemas.microsoft.com/office/drawing/2014/main" id="{208289ED-43F3-C202-5545-AAF5729B7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261" y="2075240"/>
            <a:ext cx="4191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5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0A6D81-C77C-613D-5AF1-CEB3EEB0C9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Read between the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D653-130B-5B36-6D5A-DE0251F13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User 0001 favorites Song 0001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D50C0C-F036-D36A-8883-13C0B2CD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“Implied”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3EBE2-3A99-0073-B7F3-081318DE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0B348E-0B4B-0595-83A8-77CD7F451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60341"/>
              </p:ext>
            </p:extLst>
          </p:nvPr>
        </p:nvGraphicFramePr>
        <p:xfrm>
          <a:off x="760832" y="3725302"/>
          <a:ext cx="470454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481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2107461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  <a:gridCol w="1715605">
                  <a:extLst>
                    <a:ext uri="{9D8B030D-6E8A-4147-A177-3AD203B41FA5}">
                      <a16:colId xmlns:a16="http://schemas.microsoft.com/office/drawing/2014/main" val="2187291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Favorite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fred@yahoo.com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ahmed@gmail.com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7663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77DD02-3A97-7781-92D0-F932B82B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104467"/>
              </p:ext>
            </p:extLst>
          </p:nvPr>
        </p:nvGraphicFramePr>
        <p:xfrm>
          <a:off x="8622543" y="3725302"/>
          <a:ext cx="2562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094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1281094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Rihannon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Layla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70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4C10AE-6300-CFC6-9678-3AF930133574}"/>
              </a:ext>
            </a:extLst>
          </p:cNvPr>
          <p:cNvSpPr txBox="1"/>
          <p:nvPr/>
        </p:nvSpPr>
        <p:spPr>
          <a:xfrm>
            <a:off x="662152" y="342900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650AB-D59B-38B6-B9A0-8382E5F53778}"/>
              </a:ext>
            </a:extLst>
          </p:cNvPr>
          <p:cNvSpPr txBox="1"/>
          <p:nvPr/>
        </p:nvSpPr>
        <p:spPr>
          <a:xfrm>
            <a:off x="8518635" y="342900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Song</a:t>
            </a:r>
          </a:p>
        </p:txBody>
      </p:sp>
      <p:pic>
        <p:nvPicPr>
          <p:cNvPr id="10" name="Picture 9" descr="Conceptual data model of user favoriting a song">
            <a:extLst>
              <a:ext uri="{FF2B5EF4-FFF2-40B4-BE49-F238E27FC236}">
                <a16:creationId xmlns:a16="http://schemas.microsoft.com/office/drawing/2014/main" id="{0A15F4EB-5E5C-4CA2-DB64-938055B17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261" y="2075240"/>
            <a:ext cx="4191000" cy="1270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5AC289-41DE-139B-CA6A-13878968F448}"/>
              </a:ext>
            </a:extLst>
          </p:cNvPr>
          <p:cNvSpPr/>
          <p:nvPr/>
        </p:nvSpPr>
        <p:spPr>
          <a:xfrm>
            <a:off x="3741683" y="3520966"/>
            <a:ext cx="1870841" cy="1545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9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0A6D81-C77C-613D-5AF1-CEB3EEB0C9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Read between the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D653-130B-5B36-6D5A-DE0251F13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User 0002 favorites Song 0001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D50C0C-F036-D36A-8883-13C0B2CD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“Implied”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3EBE2-3A99-0073-B7F3-081318DE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0B348E-0B4B-0595-83A8-77CD7F451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727163"/>
              </p:ext>
            </p:extLst>
          </p:nvPr>
        </p:nvGraphicFramePr>
        <p:xfrm>
          <a:off x="760832" y="3725302"/>
          <a:ext cx="470454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481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2107461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  <a:gridCol w="1715605">
                  <a:extLst>
                    <a:ext uri="{9D8B030D-6E8A-4147-A177-3AD203B41FA5}">
                      <a16:colId xmlns:a16="http://schemas.microsoft.com/office/drawing/2014/main" val="2187291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Favorite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fred@yahoo.com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00FFFF"/>
                          </a:highlight>
                        </a:rPr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ahmed@gmail.com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00FFFF"/>
                          </a:highlight>
                        </a:rPr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7663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77DD02-3A97-7781-92D0-F932B82B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840930"/>
              </p:ext>
            </p:extLst>
          </p:nvPr>
        </p:nvGraphicFramePr>
        <p:xfrm>
          <a:off x="8622543" y="3725302"/>
          <a:ext cx="2562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094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1281094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</a:t>
                      </a:r>
                      <a:r>
                        <a:rPr lang="en-US">
                          <a:highlight>
                            <a:srgbClr val="00FFFF"/>
                          </a:highlight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Rihannon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Layla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70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4C10AE-6300-CFC6-9678-3AF930133574}"/>
              </a:ext>
            </a:extLst>
          </p:cNvPr>
          <p:cNvSpPr txBox="1"/>
          <p:nvPr/>
        </p:nvSpPr>
        <p:spPr>
          <a:xfrm>
            <a:off x="662152" y="342900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650AB-D59B-38B6-B9A0-8382E5F53778}"/>
              </a:ext>
            </a:extLst>
          </p:cNvPr>
          <p:cNvSpPr txBox="1"/>
          <p:nvPr/>
        </p:nvSpPr>
        <p:spPr>
          <a:xfrm>
            <a:off x="8518635" y="342900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Song</a:t>
            </a:r>
          </a:p>
        </p:txBody>
      </p:sp>
      <p:pic>
        <p:nvPicPr>
          <p:cNvPr id="10" name="Picture 9" descr="Conceptual data model of user favoriting a song">
            <a:extLst>
              <a:ext uri="{FF2B5EF4-FFF2-40B4-BE49-F238E27FC236}">
                <a16:creationId xmlns:a16="http://schemas.microsoft.com/office/drawing/2014/main" id="{2136A7A8-06B2-3698-BD2A-E39B9DCE5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261" y="2075240"/>
            <a:ext cx="4191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0A6D81-C77C-613D-5AF1-CEB3EEB0C9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Read between the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D653-130B-5B36-6D5A-DE0251F13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User 0001 favorites Song 0002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D50C0C-F036-D36A-8883-13C0B2CD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“Implied”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3EBE2-3A99-0073-B7F3-081318DE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0B348E-0B4B-0595-83A8-77CD7F451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478754"/>
              </p:ext>
            </p:extLst>
          </p:nvPr>
        </p:nvGraphicFramePr>
        <p:xfrm>
          <a:off x="760832" y="3933945"/>
          <a:ext cx="634416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48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2082516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  <a:gridCol w="1719452">
                  <a:extLst>
                    <a:ext uri="{9D8B030D-6E8A-4147-A177-3AD203B41FA5}">
                      <a16:colId xmlns:a16="http://schemas.microsoft.com/office/drawing/2014/main" val="2187291621"/>
                    </a:ext>
                  </a:extLst>
                </a:gridCol>
                <a:gridCol w="1671146">
                  <a:extLst>
                    <a:ext uri="{9D8B030D-6E8A-4147-A177-3AD203B41FA5}">
                      <a16:colId xmlns:a16="http://schemas.microsoft.com/office/drawing/2014/main" val="560057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Favorite1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Favorite2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fred@yahoo.com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00FFFF"/>
                          </a:highlight>
                        </a:rPr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ahmed@gmail.com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00FFFF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7663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77DD02-3A97-7781-92D0-F932B82B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050452"/>
              </p:ext>
            </p:extLst>
          </p:nvPr>
        </p:nvGraphicFramePr>
        <p:xfrm>
          <a:off x="8622543" y="3933945"/>
          <a:ext cx="2562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094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1281094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</a:t>
                      </a:r>
                      <a:r>
                        <a:rPr lang="en-US">
                          <a:highlight>
                            <a:srgbClr val="00FFFF"/>
                          </a:highlight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Rihannon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Layla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70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4C10AE-6300-CFC6-9678-3AF930133574}"/>
              </a:ext>
            </a:extLst>
          </p:cNvPr>
          <p:cNvSpPr txBox="1"/>
          <p:nvPr/>
        </p:nvSpPr>
        <p:spPr>
          <a:xfrm>
            <a:off x="662152" y="3637643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650AB-D59B-38B6-B9A0-8382E5F53778}"/>
              </a:ext>
            </a:extLst>
          </p:cNvPr>
          <p:cNvSpPr txBox="1"/>
          <p:nvPr/>
        </p:nvSpPr>
        <p:spPr>
          <a:xfrm>
            <a:off x="8518635" y="3637643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Song</a:t>
            </a:r>
          </a:p>
        </p:txBody>
      </p:sp>
      <p:pic>
        <p:nvPicPr>
          <p:cNvPr id="10" name="Picture 9" descr="Conceptual data model of user favoriting a song">
            <a:extLst>
              <a:ext uri="{FF2B5EF4-FFF2-40B4-BE49-F238E27FC236}">
                <a16:creationId xmlns:a16="http://schemas.microsoft.com/office/drawing/2014/main" id="{001167FD-949E-B244-3B76-9B75567D5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261" y="2075240"/>
            <a:ext cx="4191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81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0A6D81-C77C-613D-5AF1-CEB3EEB0C9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Read between the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D653-130B-5B36-6D5A-DE0251F13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User 0001 favorites Song 0002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D50C0C-F036-D36A-8883-13C0B2CD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“Implied”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3EBE2-3A99-0073-B7F3-081318DE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0B348E-0B4B-0595-83A8-77CD7F451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230379"/>
              </p:ext>
            </p:extLst>
          </p:nvPr>
        </p:nvGraphicFramePr>
        <p:xfrm>
          <a:off x="760832" y="3988792"/>
          <a:ext cx="467301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48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2082516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  <a:gridCol w="1719452">
                  <a:extLst>
                    <a:ext uri="{9D8B030D-6E8A-4147-A177-3AD203B41FA5}">
                      <a16:colId xmlns:a16="http://schemas.microsoft.com/office/drawing/2014/main" val="2187291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Favorite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fred@yahoo.com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2"/>
                        </a:rPr>
                        <a:t>fred@yahoo.com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625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00FFFF"/>
                          </a:highlight>
                        </a:rPr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ahmed@gmail.com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00FFFF"/>
                          </a:highlight>
                        </a:rPr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7663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77DD02-3A97-7781-92D0-F932B82B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151539"/>
              </p:ext>
            </p:extLst>
          </p:nvPr>
        </p:nvGraphicFramePr>
        <p:xfrm>
          <a:off x="8622543" y="3988792"/>
          <a:ext cx="2562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094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1281094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</a:t>
                      </a:r>
                      <a:r>
                        <a:rPr lang="en-US">
                          <a:highlight>
                            <a:srgbClr val="00FFFF"/>
                          </a:highlight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Rihannon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Layla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70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4C10AE-6300-CFC6-9678-3AF930133574}"/>
              </a:ext>
            </a:extLst>
          </p:cNvPr>
          <p:cNvSpPr txBox="1"/>
          <p:nvPr/>
        </p:nvSpPr>
        <p:spPr>
          <a:xfrm>
            <a:off x="662152" y="369249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650AB-D59B-38B6-B9A0-8382E5F53778}"/>
              </a:ext>
            </a:extLst>
          </p:cNvPr>
          <p:cNvSpPr txBox="1"/>
          <p:nvPr/>
        </p:nvSpPr>
        <p:spPr>
          <a:xfrm>
            <a:off x="8518635" y="369249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Song</a:t>
            </a:r>
          </a:p>
        </p:txBody>
      </p:sp>
      <p:pic>
        <p:nvPicPr>
          <p:cNvPr id="10" name="Picture 9" descr="Conceptual data model of user favoriting a song">
            <a:extLst>
              <a:ext uri="{FF2B5EF4-FFF2-40B4-BE49-F238E27FC236}">
                <a16:creationId xmlns:a16="http://schemas.microsoft.com/office/drawing/2014/main" id="{BB7D6022-B43E-F66F-56F6-A0EAB02F1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261" y="2075240"/>
            <a:ext cx="4191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2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0A6D81-C77C-613D-5AF1-CEB3EEB0C9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Read between the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D653-130B-5B36-6D5A-DE0251F13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actually have a many-to-many (*:*) relationship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D50C0C-F036-D36A-8883-13C0B2CD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“Implied”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3EBE2-3A99-0073-B7F3-081318DE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" name="Picture 9" descr="Conceptual data model of user favoriting a song">
            <a:extLst>
              <a:ext uri="{FF2B5EF4-FFF2-40B4-BE49-F238E27FC236}">
                <a16:creationId xmlns:a16="http://schemas.microsoft.com/office/drawing/2014/main" id="{BB7D6022-B43E-F66F-56F6-A0EAB02F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590" y="2095362"/>
            <a:ext cx="6934775" cy="2101447"/>
          </a:xfrm>
          <a:prstGeom prst="rect">
            <a:avLst/>
          </a:prstGeom>
        </p:spPr>
      </p:pic>
      <p:pic>
        <p:nvPicPr>
          <p:cNvPr id="12" name="Picture 1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318D26D7-F591-84A9-BF57-ECC1CA143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590" y="4066134"/>
            <a:ext cx="6934776" cy="207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6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0A6D81-C77C-613D-5AF1-CEB3EEB0C9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Read between the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D653-130B-5B36-6D5A-DE0251F13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Add an implied entity (“join table”) to marry a many-to-many relationship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D50C0C-F036-D36A-8883-13C0B2CD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“Implied”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3EBE2-3A99-0073-B7F3-081318DE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0B348E-0B4B-0595-83A8-77CD7F451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11260"/>
              </p:ext>
            </p:extLst>
          </p:nvPr>
        </p:nvGraphicFramePr>
        <p:xfrm>
          <a:off x="760832" y="3988792"/>
          <a:ext cx="29535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48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2082516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fred@yahoo.com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00FFFF"/>
                          </a:highlight>
                        </a:rPr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ahmed@gmail.com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7663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77DD02-3A97-7781-92D0-F932B82B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868833"/>
              </p:ext>
            </p:extLst>
          </p:nvPr>
        </p:nvGraphicFramePr>
        <p:xfrm>
          <a:off x="8622543" y="3988792"/>
          <a:ext cx="2562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094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1281094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Rihannon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Layla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70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4C10AE-6300-CFC6-9678-3AF930133574}"/>
              </a:ext>
            </a:extLst>
          </p:cNvPr>
          <p:cNvSpPr txBox="1"/>
          <p:nvPr/>
        </p:nvSpPr>
        <p:spPr>
          <a:xfrm>
            <a:off x="662152" y="369249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650AB-D59B-38B6-B9A0-8382E5F53778}"/>
              </a:ext>
            </a:extLst>
          </p:cNvPr>
          <p:cNvSpPr txBox="1"/>
          <p:nvPr/>
        </p:nvSpPr>
        <p:spPr>
          <a:xfrm>
            <a:off x="8518635" y="369249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7D6022-B43E-F66F-56F6-A0EAB02F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74650" y="1900996"/>
            <a:ext cx="6653585" cy="1433823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C011C5E-C69A-013F-5BFE-992F3768A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084281"/>
              </p:ext>
            </p:extLst>
          </p:nvPr>
        </p:nvGraphicFramePr>
        <p:xfrm>
          <a:off x="4727307" y="3988792"/>
          <a:ext cx="2562188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1094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1281094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UserID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SongID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7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00FFFF"/>
                          </a:highlight>
                        </a:rPr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62075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0AC1A23-1124-3320-6EB2-B89882998272}"/>
              </a:ext>
            </a:extLst>
          </p:cNvPr>
          <p:cNvSpPr txBox="1"/>
          <p:nvPr/>
        </p:nvSpPr>
        <p:spPr>
          <a:xfrm>
            <a:off x="4660643" y="3692490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Favorite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F0175F-F168-BCA4-9854-A6AF3F9EDD32}"/>
              </a:ext>
            </a:extLst>
          </p:cNvPr>
          <p:cNvSpPr/>
          <p:nvPr/>
        </p:nvSpPr>
        <p:spPr>
          <a:xfrm>
            <a:off x="4230601" y="3462913"/>
            <a:ext cx="3852761" cy="24407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7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CF952-8A6D-5764-87ED-04B226DD4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6" y="1812045"/>
            <a:ext cx="8898509" cy="719757"/>
          </a:xfrm>
        </p:spPr>
        <p:txBody>
          <a:bodyPr/>
          <a:lstStyle/>
          <a:p>
            <a:r>
              <a:rPr lang="en-US"/>
              <a:t>Creating a Conceptual Data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8AD2E-4262-8200-3158-D0412F794B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CDM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71562-182D-FBDB-F3E0-807DF2F74E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E3C8B-75D4-508A-560B-6CDDC576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6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8D3CBE-1E90-656C-C007-CE9A8D8F82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FF149-8550-89AE-EAB0-74B5F7D492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brainstorming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intended to be easily digestible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snapshot of your understanding of the entities and relationships underlying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malleable (not set in stone)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tool for understanding and explaining business processes in layman’s terms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language should be plain and clear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NOT FORMAL, but should be readable and easy to follow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1BC52C-E63C-94D4-A4BD-0A7B0187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CDMs are…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AC9C3-CE9D-87D8-9233-8F62A6C9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52621-93E8-E517-A376-313B80B3C3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63762" y="4370927"/>
            <a:ext cx="6653585" cy="143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2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BFF0CC-A2F4-CDFD-5472-C8A4999769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CE852-874F-9F96-AFF3-AD56EEE68E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4535215" cy="445470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/>
              <a:t>Boxes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Plain language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Singular noun/concept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Arrows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Arrowhead denotes relationship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/>
              <a:t>1:1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/>
              <a:t>1:*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/>
              <a:t>*.*</a:t>
            </a:r>
          </a:p>
          <a:p>
            <a:pPr marL="400050" indent="-400050">
              <a:buFont typeface="+mj-lt"/>
              <a:buAutoNum type="arabicPeriod"/>
            </a:pPr>
            <a:r>
              <a:rPr lang="en-US" b="1"/>
              <a:t>Descriptors</a:t>
            </a:r>
          </a:p>
          <a:p>
            <a:pPr marL="857250" lvl="1" indent="-400050">
              <a:buFont typeface="+mj-lt"/>
              <a:buAutoNum type="alphaLcPeriod"/>
            </a:pPr>
            <a:r>
              <a:rPr lang="en-US"/>
              <a:t>Plain language description of relationship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52B5C4-1967-4DBB-3FD6-84509147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Pieces of a CDM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BA153-CC00-E278-74F4-7A8D22A4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8CE17-C078-E1AF-8BCF-EF42BD4C2852}"/>
              </a:ext>
            </a:extLst>
          </p:cNvPr>
          <p:cNvSpPr txBox="1"/>
          <p:nvPr/>
        </p:nvSpPr>
        <p:spPr>
          <a:xfrm>
            <a:off x="9783698" y="1534588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Instructor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79C9E3-ABCC-7E98-9530-3DE03C65ABF0}"/>
              </a:ext>
            </a:extLst>
          </p:cNvPr>
          <p:cNvSpPr txBox="1"/>
          <p:nvPr/>
        </p:nvSpPr>
        <p:spPr>
          <a:xfrm>
            <a:off x="9783698" y="4748177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79C670-E8A5-9F26-A87B-B367A76E0CD2}"/>
              </a:ext>
            </a:extLst>
          </p:cNvPr>
          <p:cNvSpPr txBox="1"/>
          <p:nvPr/>
        </p:nvSpPr>
        <p:spPr>
          <a:xfrm>
            <a:off x="6412505" y="1534588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Brightspace</a:t>
            </a:r>
            <a:br>
              <a:rPr lang="en-US" b="1"/>
            </a:br>
            <a:r>
              <a:rPr lang="en-US" b="1"/>
              <a:t>Account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8F9188-B29F-73FA-FFDB-D3D5BE12D7D0}"/>
              </a:ext>
            </a:extLst>
          </p:cNvPr>
          <p:cNvCxnSpPr/>
          <p:nvPr/>
        </p:nvCxnSpPr>
        <p:spPr>
          <a:xfrm>
            <a:off x="2420006" y="3307649"/>
            <a:ext cx="20965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A69E4B-F387-DEE2-E7FC-D318F4819A60}"/>
              </a:ext>
            </a:extLst>
          </p:cNvPr>
          <p:cNvCxnSpPr/>
          <p:nvPr/>
        </p:nvCxnSpPr>
        <p:spPr>
          <a:xfrm>
            <a:off x="2420006" y="3640158"/>
            <a:ext cx="2096576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B37326F-2CDE-5581-D6CC-6B9DB55274F1}"/>
              </a:ext>
            </a:extLst>
          </p:cNvPr>
          <p:cNvCxnSpPr/>
          <p:nvPr/>
        </p:nvCxnSpPr>
        <p:spPr>
          <a:xfrm>
            <a:off x="2420006" y="3972667"/>
            <a:ext cx="2096576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2A4324-8998-0C1E-3B26-10A181C2FCA1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363607" y="2092353"/>
            <a:ext cx="14200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0C5567-50DE-5A0E-E28E-EBE6F2F24E66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0759249" y="2650118"/>
            <a:ext cx="0" cy="209805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83353FA-C8E2-5E38-E0EC-AECC9ACD73FE}"/>
              </a:ext>
            </a:extLst>
          </p:cNvPr>
          <p:cNvSpPr txBox="1"/>
          <p:nvPr/>
        </p:nvSpPr>
        <p:spPr>
          <a:xfrm>
            <a:off x="6412505" y="4765647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Student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97980A-5D94-C141-54B4-F8DA9E439879}"/>
              </a:ext>
            </a:extLst>
          </p:cNvPr>
          <p:cNvCxnSpPr>
            <a:cxnSpLocks/>
            <a:stCxn id="18" idx="3"/>
            <a:endCxn id="7" idx="1"/>
          </p:cNvCxnSpPr>
          <p:nvPr/>
        </p:nvCxnSpPr>
        <p:spPr>
          <a:xfrm flipV="1">
            <a:off x="8363607" y="5305942"/>
            <a:ext cx="1420091" cy="1747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1CD9788-58C0-76C5-79AB-1FBCD0CD03A9}"/>
              </a:ext>
            </a:extLst>
          </p:cNvPr>
          <p:cNvSpPr txBox="1"/>
          <p:nvPr/>
        </p:nvSpPr>
        <p:spPr>
          <a:xfrm>
            <a:off x="8631023" y="1789248"/>
            <a:ext cx="88525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"/>
              <a:t>affiliated with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00A08E-5FD2-C82D-2B8D-83725A6455AF}"/>
              </a:ext>
            </a:extLst>
          </p:cNvPr>
          <p:cNvSpPr txBox="1"/>
          <p:nvPr/>
        </p:nvSpPr>
        <p:spPr>
          <a:xfrm>
            <a:off x="10385176" y="3375982"/>
            <a:ext cx="74814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"/>
              <a:t>teaches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D51A4C-3877-732D-E586-9C906763F049}"/>
              </a:ext>
            </a:extLst>
          </p:cNvPr>
          <p:cNvSpPr txBox="1"/>
          <p:nvPr/>
        </p:nvSpPr>
        <p:spPr>
          <a:xfrm>
            <a:off x="8699579" y="4982776"/>
            <a:ext cx="74814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"/>
              <a:t>enrolls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79DCB4C-69E0-4F8C-7F66-98D4C4F1A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8098" y="5540540"/>
            <a:ext cx="1729084" cy="112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6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18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13ECC9-B3FC-A739-5688-573C01A083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FAD53-E14C-D170-61B9-E1D639D827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82BEA7-BB5F-5524-DC05-7B1D0063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Back to the Implied Entities!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90252-A004-D69E-1854-CA3B06C3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FD42E8-449D-2BE3-9FC0-5D669E270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231865"/>
              </p:ext>
            </p:extLst>
          </p:nvPr>
        </p:nvGraphicFramePr>
        <p:xfrm>
          <a:off x="566766" y="2284683"/>
          <a:ext cx="467301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48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2082516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  <a:gridCol w="1719452">
                  <a:extLst>
                    <a:ext uri="{9D8B030D-6E8A-4147-A177-3AD203B41FA5}">
                      <a16:colId xmlns:a16="http://schemas.microsoft.com/office/drawing/2014/main" val="2187291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jose@purdue.edu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jose@purdue.edu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625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mindy@purdue.edu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7663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750763-27E5-13BC-542A-0CED2821F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191084"/>
              </p:ext>
            </p:extLst>
          </p:nvPr>
        </p:nvGraphicFramePr>
        <p:xfrm>
          <a:off x="8428476" y="2284683"/>
          <a:ext cx="309850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253">
                  <a:extLst>
                    <a:ext uri="{9D8B030D-6E8A-4147-A177-3AD203B41FA5}">
                      <a16:colId xmlns:a16="http://schemas.microsoft.com/office/drawing/2014/main" val="1377776817"/>
                    </a:ext>
                  </a:extLst>
                </a:gridCol>
                <a:gridCol w="1549253">
                  <a:extLst>
                    <a:ext uri="{9D8B030D-6E8A-4147-A177-3AD203B41FA5}">
                      <a16:colId xmlns:a16="http://schemas.microsoft.com/office/drawing/2014/main" val="4232105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MGMT 58200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1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MGMT 59000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70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2FB498C-86E1-3F34-43C1-4BEED5A8AB9E}"/>
              </a:ext>
            </a:extLst>
          </p:cNvPr>
          <p:cNvSpPr txBox="1"/>
          <p:nvPr/>
        </p:nvSpPr>
        <p:spPr>
          <a:xfrm>
            <a:off x="468086" y="1988381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Student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0E48F-4544-8D2A-CC4A-B4DFE8549BBC}"/>
              </a:ext>
            </a:extLst>
          </p:cNvPr>
          <p:cNvSpPr txBox="1"/>
          <p:nvPr/>
        </p:nvSpPr>
        <p:spPr>
          <a:xfrm>
            <a:off x="8324569" y="1988381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Course</a:t>
            </a:r>
          </a:p>
        </p:txBody>
      </p:sp>
    </p:spTree>
    <p:extLst>
      <p:ext uri="{BB962C8B-B14F-4D97-AF65-F5344CB8AC3E}">
        <p14:creationId xmlns:p14="http://schemas.microsoft.com/office/powerpoint/2010/main" val="74501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9114D-BA57-3078-E47F-24D8B14EC4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564C5-9D6A-959B-31DC-BC9D03424D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0AB742-DA3D-33EF-89C3-692BF040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*:* Means to Look for Implied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F1BAD-6FEF-E3E5-DEC1-E6E54032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8C79E-1447-4487-1E98-06C6CEA9E185}"/>
              </a:ext>
            </a:extLst>
          </p:cNvPr>
          <p:cNvSpPr txBox="1"/>
          <p:nvPr/>
        </p:nvSpPr>
        <p:spPr>
          <a:xfrm>
            <a:off x="6694134" y="2892727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Course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6E4AC-BEAB-C589-A9ED-0F250E426CA1}"/>
              </a:ext>
            </a:extLst>
          </p:cNvPr>
          <p:cNvSpPr txBox="1"/>
          <p:nvPr/>
        </p:nvSpPr>
        <p:spPr>
          <a:xfrm>
            <a:off x="3322941" y="2910197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Student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F8DF3F-525A-F5B3-9E80-2DD501A1C8C4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5274043" y="3450492"/>
            <a:ext cx="1420091" cy="1747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066DC7-7CBE-5AD8-1E7C-F176BB4BC73E}"/>
              </a:ext>
            </a:extLst>
          </p:cNvPr>
          <p:cNvSpPr txBox="1"/>
          <p:nvPr/>
        </p:nvSpPr>
        <p:spPr>
          <a:xfrm>
            <a:off x="5610015" y="3127326"/>
            <a:ext cx="74814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"/>
              <a:t>enrolls</a:t>
            </a:r>
          </a:p>
        </p:txBody>
      </p:sp>
    </p:spTree>
    <p:extLst>
      <p:ext uri="{BB962C8B-B14F-4D97-AF65-F5344CB8AC3E}">
        <p14:creationId xmlns:p14="http://schemas.microsoft.com/office/powerpoint/2010/main" val="2945661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9114D-BA57-3078-E47F-24D8B14EC4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564C5-9D6A-959B-31DC-BC9D03424D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0AB742-DA3D-33EF-89C3-692BF040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*:* Means to Look for Implied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F1BAD-6FEF-E3E5-DEC1-E6E54032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8C79E-1447-4487-1E98-06C6CEA9E185}"/>
              </a:ext>
            </a:extLst>
          </p:cNvPr>
          <p:cNvSpPr txBox="1"/>
          <p:nvPr/>
        </p:nvSpPr>
        <p:spPr>
          <a:xfrm>
            <a:off x="8683561" y="2939224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Course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6E4AC-BEAB-C589-A9ED-0F250E426CA1}"/>
              </a:ext>
            </a:extLst>
          </p:cNvPr>
          <p:cNvSpPr txBox="1"/>
          <p:nvPr/>
        </p:nvSpPr>
        <p:spPr>
          <a:xfrm>
            <a:off x="1664356" y="2939224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Student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F8DF3F-525A-F5B3-9E80-2DD501A1C8C4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7079094" y="3496989"/>
            <a:ext cx="1604467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AFDCDC3-15A2-08DC-90A3-417A88877CB4}"/>
              </a:ext>
            </a:extLst>
          </p:cNvPr>
          <p:cNvSpPr txBox="1"/>
          <p:nvPr/>
        </p:nvSpPr>
        <p:spPr>
          <a:xfrm>
            <a:off x="5125892" y="2939224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Enrollment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100DF7-939F-5E4A-B462-974FBEB05621}"/>
              </a:ext>
            </a:extLst>
          </p:cNvPr>
          <p:cNvCxnSpPr>
            <a:cxnSpLocks/>
          </p:cNvCxnSpPr>
          <p:nvPr/>
        </p:nvCxnSpPr>
        <p:spPr>
          <a:xfrm>
            <a:off x="3615458" y="3474923"/>
            <a:ext cx="1510434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066DC7-7CBE-5AD8-1E7C-F176BB4BC73E}"/>
              </a:ext>
            </a:extLst>
          </p:cNvPr>
          <p:cNvSpPr txBox="1"/>
          <p:nvPr/>
        </p:nvSpPr>
        <p:spPr>
          <a:xfrm>
            <a:off x="3996602" y="3124346"/>
            <a:ext cx="74814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" dirty="0"/>
              <a:t>creates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749CB7-72B7-F89E-64F3-2DA4721B60E2}"/>
              </a:ext>
            </a:extLst>
          </p:cNvPr>
          <p:cNvSpPr txBox="1"/>
          <p:nvPr/>
        </p:nvSpPr>
        <p:spPr>
          <a:xfrm>
            <a:off x="7420932" y="3136061"/>
            <a:ext cx="91869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" dirty="0"/>
              <a:t>contains</a:t>
            </a:r>
          </a:p>
        </p:txBody>
      </p:sp>
    </p:spTree>
    <p:extLst>
      <p:ext uri="{BB962C8B-B14F-4D97-AF65-F5344CB8AC3E}">
        <p14:creationId xmlns:p14="http://schemas.microsoft.com/office/powerpoint/2010/main" val="1590403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A78E1A-9FC5-F0EA-7AFC-77A160B1B5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B4F78-3530-BAF7-9FED-ABC7100F1B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9EC685-6449-0F14-803A-683E5608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Begin to Think About Unique Identifiers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20CBC-DECB-6DB0-E3F6-D6822312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5269D-C9EF-4738-E4EB-162EDCCCCA75}"/>
              </a:ext>
            </a:extLst>
          </p:cNvPr>
          <p:cNvSpPr txBox="1"/>
          <p:nvPr/>
        </p:nvSpPr>
        <p:spPr>
          <a:xfrm>
            <a:off x="8683561" y="1889338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Course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4AE20-474F-B400-CE19-4A95F5D3E500}"/>
              </a:ext>
            </a:extLst>
          </p:cNvPr>
          <p:cNvSpPr txBox="1"/>
          <p:nvPr/>
        </p:nvSpPr>
        <p:spPr>
          <a:xfrm>
            <a:off x="1664356" y="1889338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Student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E13713-9F27-7E5B-2596-618A11BE8D0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7079094" y="2447103"/>
            <a:ext cx="1604467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9F4F7C-7983-5932-E5A7-8583F4E1EC02}"/>
              </a:ext>
            </a:extLst>
          </p:cNvPr>
          <p:cNvSpPr txBox="1"/>
          <p:nvPr/>
        </p:nvSpPr>
        <p:spPr>
          <a:xfrm>
            <a:off x="5125892" y="1889338"/>
            <a:ext cx="1951102" cy="1115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b="1"/>
              <a:t>Enrollment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83BEB-9F54-2042-B41D-050E21A6D402}"/>
              </a:ext>
            </a:extLst>
          </p:cNvPr>
          <p:cNvCxnSpPr>
            <a:cxnSpLocks/>
          </p:cNvCxnSpPr>
          <p:nvPr/>
        </p:nvCxnSpPr>
        <p:spPr>
          <a:xfrm>
            <a:off x="3615458" y="2425037"/>
            <a:ext cx="1510434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F825464-2E79-EE7C-335D-E63CF154D92F}"/>
              </a:ext>
            </a:extLst>
          </p:cNvPr>
          <p:cNvSpPr txBox="1"/>
          <p:nvPr/>
        </p:nvSpPr>
        <p:spPr>
          <a:xfrm>
            <a:off x="3996602" y="2074460"/>
            <a:ext cx="74814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" dirty="0"/>
              <a:t>creates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E16A6-701F-42A3-0F50-3D8E857E5696}"/>
              </a:ext>
            </a:extLst>
          </p:cNvPr>
          <p:cNvSpPr txBox="1"/>
          <p:nvPr/>
        </p:nvSpPr>
        <p:spPr>
          <a:xfrm>
            <a:off x="7420932" y="2086175"/>
            <a:ext cx="91869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"/>
              <a:t>contains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EF4592-0E73-0BCE-74C1-A65E893C6F27}"/>
              </a:ext>
            </a:extLst>
          </p:cNvPr>
          <p:cNvSpPr txBox="1"/>
          <p:nvPr/>
        </p:nvSpPr>
        <p:spPr>
          <a:xfrm>
            <a:off x="1664356" y="3429000"/>
            <a:ext cx="1951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96C6E-A712-1199-DDB0-1E9258BF70DE}"/>
              </a:ext>
            </a:extLst>
          </p:cNvPr>
          <p:cNvSpPr txBox="1"/>
          <p:nvPr/>
        </p:nvSpPr>
        <p:spPr>
          <a:xfrm>
            <a:off x="8683561" y="3429000"/>
            <a:ext cx="258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Course Number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397F44-6564-0A11-25EE-57B8CA6097E8}"/>
              </a:ext>
            </a:extLst>
          </p:cNvPr>
          <p:cNvSpPr txBox="1"/>
          <p:nvPr/>
        </p:nvSpPr>
        <p:spPr>
          <a:xfrm>
            <a:off x="5125892" y="3401345"/>
            <a:ext cx="25801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Generic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Course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Semester</a:t>
            </a:r>
          </a:p>
        </p:txBody>
      </p:sp>
    </p:spTree>
    <p:extLst>
      <p:ext uri="{BB962C8B-B14F-4D97-AF65-F5344CB8AC3E}">
        <p14:creationId xmlns:p14="http://schemas.microsoft.com/office/powerpoint/2010/main" val="399793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EDD9-EAA3-B0DC-3CE9-71CB8EB03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 CDM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159F6-F4AE-6BDD-40F4-66994357D6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5575C-59C6-7B1F-B6C7-DA7531D9D6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F74C3-B23C-2120-E278-1BECA210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27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5C6063-1C84-336D-8AAE-3B4EDF0C6E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65539-ACFF-C7F0-00CC-1303D23A83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no </a:t>
            </a:r>
            <a:r>
              <a:rPr lang="en-US" i="1" dirty="0"/>
              <a:t>rules</a:t>
            </a:r>
            <a:r>
              <a:rPr lang="en-US" dirty="0"/>
              <a:t> (brainstorming)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BUT there are </a:t>
            </a:r>
            <a:r>
              <a:rPr lang="en-US" i="1" dirty="0"/>
              <a:t>guidelines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Boxes &amp; arrows &amp; descriptors</a:t>
            </a:r>
          </a:p>
          <a:p>
            <a:endParaRPr lang="en-US" dirty="0"/>
          </a:p>
          <a:p>
            <a:r>
              <a:rPr lang="en-US" sz="2800" dirty="0">
                <a:latin typeface="Acumin Pro Condensed" panose="020B0506020202020204" pitchFamily="34" charset="77"/>
              </a:rPr>
              <a:t>Assessment of CDMs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Quality of entities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Do they capture necessary functionality? Do they include implied entities?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Directionality of relationships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Do the relationships accurately denote the interactions?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Descriptors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Specifically relate to business processes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Readability and intelligibility</a:t>
            </a:r>
            <a:endParaRPr lang="en-US" dirty="0"/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Although it’s for brainstorming, you will use this to exchange information with others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E84B2A-80A1-377F-4E07-5B37286E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“Rules” for Drawing a CDM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81810-7832-E740-9161-0B7A34EED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0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0FA666-5EBD-482F-AF04-628BE819A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CF3BD-ECC4-4370-1BD1-2F16F1AF4E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Recommendation:</a:t>
            </a:r>
            <a:r>
              <a:rPr lang="en-US" dirty="0"/>
              <a:t> Use a drawing tool that will also draw Entity Relationship Diagrams (ERDs) (next week)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👍 </a:t>
            </a:r>
            <a:r>
              <a:rPr lang="en-US" dirty="0" err="1"/>
              <a:t>Draw.io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drawio.com</a:t>
            </a:r>
            <a:r>
              <a:rPr lang="en-US" dirty="0"/>
              <a:t>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Free; no account required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🚨Must save file locally🚨 – does not store online automatically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👍 Lucidchart (</a:t>
            </a:r>
            <a:r>
              <a:rPr lang="en-US" dirty="0">
                <a:hlinkClick r:id="rId3"/>
              </a:rPr>
              <a:t>lucid.app</a:t>
            </a:r>
            <a:r>
              <a:rPr lang="en-US" dirty="0"/>
              <a:t>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Sign in with your @</a:t>
            </a:r>
            <a:r>
              <a:rPr lang="en-US" dirty="0" err="1"/>
              <a:t>purdue.edu</a:t>
            </a:r>
            <a:r>
              <a:rPr lang="en-US" dirty="0"/>
              <a:t> email address for free access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You WILL run into limits on the free version (but it will work for this course)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🖐️ Microsoft Visio desktop (available on </a:t>
            </a:r>
            <a:r>
              <a:rPr lang="en-US" dirty="0">
                <a:hlinkClick r:id="rId4"/>
              </a:rPr>
              <a:t>Community Hub</a:t>
            </a:r>
            <a:r>
              <a:rPr lang="en-US" dirty="0"/>
              <a:t>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b="1" dirty="0"/>
              <a:t>WINDOWS ONLY</a:t>
            </a:r>
            <a:endParaRPr lang="en-US" dirty="0"/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Overkill for this course </a:t>
            </a:r>
            <a:r>
              <a:rPr lang="en-US" i="1" dirty="0"/>
              <a:t>(might be used in other courses)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👎 Microsoft Visio web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NOT recommended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Free version DOES NOT include ERD notation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17F971-FD53-45E5-1F95-A491214B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Tools for Drawing CDMs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41CF0-3BEA-64C6-F610-295D04B8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5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6C136C-4EFA-7600-5B52-CCD8CD7C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Draw.io</a:t>
            </a:r>
            <a:r>
              <a:rPr lang="en-US" dirty="0"/>
              <a:t> Demo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C9DB89-5061-F05E-B9F9-0B5BDAAC9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F430CA-6184-E6D6-7193-DD369D301A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ADF17-EC31-550C-9B02-979223A6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38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B92D01-D996-19BE-8A7C-FA46B78756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Assessing the first Individual Assignment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7A046-A83D-92D6-F54A-DF6F82E9E7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first individual assignments will have a series of steps: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Download your randomized system request</a:t>
            </a:r>
          </a:p>
          <a:p>
            <a:pPr marL="342900" indent="-342900">
              <a:buAutoNum type="arabicPeriod"/>
            </a:pPr>
            <a:r>
              <a:rPr lang="en-US" dirty="0"/>
              <a:t>Create your Conceptual Data Model (CDM)</a:t>
            </a:r>
          </a:p>
          <a:p>
            <a:pPr marL="342900" indent="-342900">
              <a:buAutoNum type="arabicPeriod"/>
            </a:pPr>
            <a:r>
              <a:rPr lang="en-US" dirty="0"/>
              <a:t>Upload your CDM to the Circuit peer review tool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Calibrate your reviews (3)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Conduct peer reviews of three other students</a:t>
            </a:r>
          </a:p>
          <a:p>
            <a:pPr marL="342900" indent="-342900">
              <a:buAutoNum type="arabicPeriod"/>
            </a:pPr>
            <a:r>
              <a:rPr lang="en-US" dirty="0"/>
              <a:t>Conduct a self review of your work after you’ve viewed</a:t>
            </a:r>
            <a:br>
              <a:rPr lang="en-US" dirty="0"/>
            </a:br>
            <a:r>
              <a:rPr lang="en-US" dirty="0"/>
              <a:t>other student work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4E8A91-308B-E389-3E2D-071B750E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Individual Assignment: Circuit Peer Review Tool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665A2-C35E-DFAE-AACD-D1FFDBD1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B74DAC-1206-C470-BB98-3C542A8505DE}"/>
              </a:ext>
            </a:extLst>
          </p:cNvPr>
          <p:cNvSpPr/>
          <p:nvPr/>
        </p:nvSpPr>
        <p:spPr>
          <a:xfrm>
            <a:off x="6493790" y="2278251"/>
            <a:ext cx="3316638" cy="11507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Due FRIDAY night (11:59pm)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8ED7D-C398-92E8-FCF7-B8BD91932B89}"/>
              </a:ext>
            </a:extLst>
          </p:cNvPr>
          <p:cNvSpPr/>
          <p:nvPr/>
        </p:nvSpPr>
        <p:spPr>
          <a:xfrm>
            <a:off x="6493790" y="3652273"/>
            <a:ext cx="3316638" cy="60116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Due FRIDAY night (11:59pm)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83DC6D-E609-0446-F802-BE168A0AD35C}"/>
              </a:ext>
            </a:extLst>
          </p:cNvPr>
          <p:cNvSpPr/>
          <p:nvPr/>
        </p:nvSpPr>
        <p:spPr>
          <a:xfrm>
            <a:off x="6493790" y="4508491"/>
            <a:ext cx="3316638" cy="93141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Due MONDAY night (11:59pm)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758D7D-5F45-9436-4509-E34781A06AE5}"/>
              </a:ext>
            </a:extLst>
          </p:cNvPr>
          <p:cNvSpPr/>
          <p:nvPr/>
        </p:nvSpPr>
        <p:spPr>
          <a:xfrm>
            <a:off x="10193175" y="2278250"/>
            <a:ext cx="1658319" cy="115074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D1A6D9-3D56-24A7-B503-6567D9F70B34}"/>
              </a:ext>
            </a:extLst>
          </p:cNvPr>
          <p:cNvSpPr/>
          <p:nvPr/>
        </p:nvSpPr>
        <p:spPr>
          <a:xfrm>
            <a:off x="10193175" y="3606110"/>
            <a:ext cx="1658319" cy="6473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2E5918-9DA1-A476-946A-202959991AF7}"/>
              </a:ext>
            </a:extLst>
          </p:cNvPr>
          <p:cNvSpPr/>
          <p:nvPr/>
        </p:nvSpPr>
        <p:spPr>
          <a:xfrm>
            <a:off x="10193175" y="4545838"/>
            <a:ext cx="1658319" cy="3651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178378-DBCC-D03C-DF74-836BD4309F32}"/>
              </a:ext>
            </a:extLst>
          </p:cNvPr>
          <p:cNvSpPr/>
          <p:nvPr/>
        </p:nvSpPr>
        <p:spPr>
          <a:xfrm>
            <a:off x="10193175" y="5047778"/>
            <a:ext cx="1658319" cy="3651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10%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A9D1CCA0-3D72-EBA1-0FCD-F0D00D6AC3A6}"/>
              </a:ext>
            </a:extLst>
          </p:cNvPr>
          <p:cNvSpPr/>
          <p:nvPr/>
        </p:nvSpPr>
        <p:spPr>
          <a:xfrm rot="2458037">
            <a:off x="8919236" y="1365736"/>
            <a:ext cx="2165131" cy="124022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4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2" id="{9767B9B5-1BF0-0F43-B652-0C60819FC4E6}" vid="{B7CB6F7B-77FC-564D-A9DB-27B153CE12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purl.org/dc/terms/"/>
    <ds:schemaRef ds:uri="http://schemas.microsoft.com/office/2006/documentManagement/types"/>
    <ds:schemaRef ds:uri="d6656b4d-3fa0-4709-acfb-d5e813445d1e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37af3f4b-4b66-46f9-8456-831d9bc3e737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1228</TotalTime>
  <Words>897</Words>
  <Application>Microsoft Macintosh PowerPoint</Application>
  <PresentationFormat>Widescreen</PresentationFormat>
  <Paragraphs>292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Acumin Pro Condensed</vt:lpstr>
      <vt:lpstr>Calibri</vt:lpstr>
      <vt:lpstr>Acumin Pro Medium</vt:lpstr>
      <vt:lpstr>Wingdings</vt:lpstr>
      <vt:lpstr>Franklin Gothic Medium</vt:lpstr>
      <vt:lpstr>Franklin Gothic Medium Cond</vt:lpstr>
      <vt:lpstr>Franklin Gothic Book</vt:lpstr>
      <vt:lpstr>Arial</vt:lpstr>
      <vt:lpstr>Acumin Pro Semibold</vt:lpstr>
      <vt:lpstr>Acumin Pro</vt:lpstr>
      <vt:lpstr>Acumin Pro Condensed Semibold</vt:lpstr>
      <vt:lpstr>Office Theme</vt:lpstr>
      <vt:lpstr>Conceptual Data Models</vt:lpstr>
      <vt:lpstr>Entities &amp; Relationships</vt:lpstr>
      <vt:lpstr>Relationship Types</vt:lpstr>
      <vt:lpstr>“Implied” Entities</vt:lpstr>
      <vt:lpstr>“Implied” Entities</vt:lpstr>
      <vt:lpstr>“Implied” Entities</vt:lpstr>
      <vt:lpstr>“Implied” Entities</vt:lpstr>
      <vt:lpstr>“Implied” Entities</vt:lpstr>
      <vt:lpstr>“Implied” Entities</vt:lpstr>
      <vt:lpstr>“Implied” Entities</vt:lpstr>
      <vt:lpstr>Creating a Conceptual Data Model</vt:lpstr>
      <vt:lpstr>CDMs are…</vt:lpstr>
      <vt:lpstr>Pieces of a CDM</vt:lpstr>
      <vt:lpstr>Back to the Implied Entities!</vt:lpstr>
      <vt:lpstr>*:* Means to Look for Implied Entities</vt:lpstr>
      <vt:lpstr>*:* Means to Look for Implied Entities</vt:lpstr>
      <vt:lpstr>Begin to Think About Unique Identifiers</vt:lpstr>
      <vt:lpstr>Drawing the CDM</vt:lpstr>
      <vt:lpstr>“Rules” for Drawing a CDM</vt:lpstr>
      <vt:lpstr>Tools for Drawing CDMs</vt:lpstr>
      <vt:lpstr>Draw.io Demo</vt:lpstr>
      <vt:lpstr>Individual Assignment: Circuit Peer Review Tool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Conceptual Data Models</dc:title>
  <dc:creator>Rob Elliott</dc:creator>
  <cp:lastModifiedBy>Ramana prabhu Sana</cp:lastModifiedBy>
  <cp:revision>1</cp:revision>
  <dcterms:created xsi:type="dcterms:W3CDTF">2024-08-08T17:50:26Z</dcterms:created>
  <dcterms:modified xsi:type="dcterms:W3CDTF">2025-08-28T13:47:14Z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