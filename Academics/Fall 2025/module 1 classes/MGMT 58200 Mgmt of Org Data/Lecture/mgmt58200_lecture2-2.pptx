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22"/>
  </p:notesMasterIdLst>
  <p:sldIdLst>
    <p:sldId id="267" r:id="rId5"/>
    <p:sldId id="268" r:id="rId6"/>
    <p:sldId id="271" r:id="rId7"/>
    <p:sldId id="269" r:id="rId8"/>
    <p:sldId id="270" r:id="rId9"/>
    <p:sldId id="274" r:id="rId10"/>
    <p:sldId id="272" r:id="rId11"/>
    <p:sldId id="273" r:id="rId12"/>
    <p:sldId id="275" r:id="rId13"/>
    <p:sldId id="276" r:id="rId14"/>
    <p:sldId id="277" r:id="rId15"/>
    <p:sldId id="278" r:id="rId16"/>
    <p:sldId id="281" r:id="rId17"/>
    <p:sldId id="282" r:id="rId18"/>
    <p:sldId id="283" r:id="rId19"/>
    <p:sldId id="284" r:id="rId20"/>
    <p:sldId id="280" r:id="rId21"/>
  </p:sldIdLst>
  <p:sldSz cx="12192000" cy="6858000"/>
  <p:notesSz cx="6858000" cy="9144000"/>
  <p:embeddedFontLst>
    <p:embeddedFont>
      <p:font typeface="Acumin Pro" panose="020B0604020202020204" charset="0"/>
      <p:regular r:id="rId23"/>
      <p:bold r:id="rId24"/>
      <p:italic r:id="rId25"/>
      <p:boldItalic r:id="rId26"/>
    </p:embeddedFont>
    <p:embeddedFont>
      <p:font typeface="Acumin Pro Condensed Semibold" panose="020B0604020202020204" charset="0"/>
      <p:regular r:id="rId27"/>
      <p:bold r:id="rId28"/>
      <p:italic r:id="rId29"/>
      <p:boldItalic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Franklin Gothic Book" panose="020B0604020202020204" charset="0"/>
      <p:regular r:id="rId35"/>
      <p:italic r:id="rId36"/>
    </p:embeddedFont>
    <p:embeddedFont>
      <p:font typeface="Franklin Gothic Medium" panose="020B0603020102020204" pitchFamily="34" charset="0"/>
      <p:regular r:id="rId37"/>
      <p: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D4758-E7CB-3A4D-B637-CA7CE284C25D}" v="339" dt="2024-08-28T19:08:00.171"/>
    <p1510:client id="{C5E32829-B33A-5744-9D2C-D986C945EB01}" v="41" dt="2024-08-28T20:47:56.9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080"/>
        <p:guide pos="31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20" Type="http://schemas.openxmlformats.org/officeDocument/2006/relationships/slide" Target="slides/slide16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Elliott" userId="04040a5f-f8f3-4f1b-92ff-388c2ca4c4a6" providerId="ADAL" clId="{0B551409-DE98-2D43-9B7A-8DF009AC3B22}"/>
    <pc:docChg chg="undo custSel addSld modSld">
      <pc:chgData name="Rob Elliott" userId="04040a5f-f8f3-4f1b-92ff-388c2ca4c4a6" providerId="ADAL" clId="{0B551409-DE98-2D43-9B7A-8DF009AC3B22}" dt="2024-08-26T15:26:56.546" v="2171"/>
      <pc:docMkLst>
        <pc:docMk/>
      </pc:docMkLst>
      <pc:sldChg chg="modSp mod">
        <pc:chgData name="Rob Elliott" userId="04040a5f-f8f3-4f1b-92ff-388c2ca4c4a6" providerId="ADAL" clId="{0B551409-DE98-2D43-9B7A-8DF009AC3B22}" dt="2024-08-23T16:22:09.949" v="5" actId="20577"/>
        <pc:sldMkLst>
          <pc:docMk/>
          <pc:sldMk cId="1707017751" sldId="269"/>
        </pc:sldMkLst>
        <pc:spChg chg="mod">
          <ac:chgData name="Rob Elliott" userId="04040a5f-f8f3-4f1b-92ff-388c2ca4c4a6" providerId="ADAL" clId="{0B551409-DE98-2D43-9B7A-8DF009AC3B22}" dt="2024-08-23T16:22:09.949" v="5" actId="20577"/>
          <ac:spMkLst>
            <pc:docMk/>
            <pc:sldMk cId="1707017751" sldId="269"/>
            <ac:spMk id="3" creationId="{D799388C-C192-1C19-D79A-EB27B87A19FB}"/>
          </ac:spMkLst>
        </pc:spChg>
      </pc:sldChg>
      <pc:sldChg chg="addSp modSp mod">
        <pc:chgData name="Rob Elliott" userId="04040a5f-f8f3-4f1b-92ff-388c2ca4c4a6" providerId="ADAL" clId="{0B551409-DE98-2D43-9B7A-8DF009AC3B22}" dt="2024-08-23T17:14:31.744" v="924" actId="20577"/>
        <pc:sldMkLst>
          <pc:docMk/>
          <pc:sldMk cId="640002532" sldId="270"/>
        </pc:sldMkLst>
        <pc:spChg chg="mod">
          <ac:chgData name="Rob Elliott" userId="04040a5f-f8f3-4f1b-92ff-388c2ca4c4a6" providerId="ADAL" clId="{0B551409-DE98-2D43-9B7A-8DF009AC3B22}" dt="2024-08-23T17:14:31.744" v="924" actId="20577"/>
          <ac:spMkLst>
            <pc:docMk/>
            <pc:sldMk cId="640002532" sldId="270"/>
            <ac:spMk id="2" creationId="{17D95E52-D72E-ADB1-2538-D7A67A178ADC}"/>
          </ac:spMkLst>
        </pc:spChg>
        <pc:spChg chg="mod">
          <ac:chgData name="Rob Elliott" userId="04040a5f-f8f3-4f1b-92ff-388c2ca4c4a6" providerId="ADAL" clId="{0B551409-DE98-2D43-9B7A-8DF009AC3B22}" dt="2024-08-23T17:13:02.343" v="915" actId="207"/>
          <ac:spMkLst>
            <pc:docMk/>
            <pc:sldMk cId="640002532" sldId="270"/>
            <ac:spMk id="3" creationId="{BFD71ADA-1657-FC91-5E0B-244BD7D8B18D}"/>
          </ac:spMkLst>
        </pc:spChg>
        <pc:picChg chg="add mod modCrop">
          <ac:chgData name="Rob Elliott" userId="04040a5f-f8f3-4f1b-92ff-388c2ca4c4a6" providerId="ADAL" clId="{0B551409-DE98-2D43-9B7A-8DF009AC3B22}" dt="2024-08-23T17:14:15.196" v="923" actId="1076"/>
          <ac:picMkLst>
            <pc:docMk/>
            <pc:sldMk cId="640002532" sldId="270"/>
            <ac:picMk id="6" creationId="{C101833F-3108-D28D-B6BC-B8AE2AF41EC6}"/>
          </ac:picMkLst>
        </pc:picChg>
      </pc:sldChg>
      <pc:sldChg chg="addSp modSp new mod">
        <pc:chgData name="Rob Elliott" userId="04040a5f-f8f3-4f1b-92ff-388c2ca4c4a6" providerId="ADAL" clId="{0B551409-DE98-2D43-9B7A-8DF009AC3B22}" dt="2024-08-23T17:09:24.896" v="603" actId="14826"/>
        <pc:sldMkLst>
          <pc:docMk/>
          <pc:sldMk cId="4118110751" sldId="271"/>
        </pc:sldMkLst>
        <pc:spChg chg="mod">
          <ac:chgData name="Rob Elliott" userId="04040a5f-f8f3-4f1b-92ff-388c2ca4c4a6" providerId="ADAL" clId="{0B551409-DE98-2D43-9B7A-8DF009AC3B22}" dt="2024-08-23T17:00:56.550" v="601" actId="20577"/>
          <ac:spMkLst>
            <pc:docMk/>
            <pc:sldMk cId="4118110751" sldId="271"/>
            <ac:spMk id="3" creationId="{393A9168-244A-7206-79F9-8E95B71A0834}"/>
          </ac:spMkLst>
        </pc:spChg>
        <pc:spChg chg="mod">
          <ac:chgData name="Rob Elliott" userId="04040a5f-f8f3-4f1b-92ff-388c2ca4c4a6" providerId="ADAL" clId="{0B551409-DE98-2D43-9B7A-8DF009AC3B22}" dt="2024-08-23T16:24:40.444" v="31" actId="313"/>
          <ac:spMkLst>
            <pc:docMk/>
            <pc:sldMk cId="4118110751" sldId="271"/>
            <ac:spMk id="4" creationId="{FC5008F9-F2F1-6FFE-997E-12FA5D3AF45A}"/>
          </ac:spMkLst>
        </pc:spChg>
        <pc:spChg chg="add mod">
          <ac:chgData name="Rob Elliott" userId="04040a5f-f8f3-4f1b-92ff-388c2ca4c4a6" providerId="ADAL" clId="{0B551409-DE98-2D43-9B7A-8DF009AC3B22}" dt="2024-08-23T16:51:16.031" v="455" actId="767"/>
          <ac:spMkLst>
            <pc:docMk/>
            <pc:sldMk cId="4118110751" sldId="271"/>
            <ac:spMk id="8" creationId="{3D79BA0D-47CD-DE19-93B9-9939A694E55C}"/>
          </ac:spMkLst>
        </pc:spChg>
        <pc:picChg chg="add mod">
          <ac:chgData name="Rob Elliott" userId="04040a5f-f8f3-4f1b-92ff-388c2ca4c4a6" providerId="ADAL" clId="{0B551409-DE98-2D43-9B7A-8DF009AC3B22}" dt="2024-08-23T17:09:24.896" v="603" actId="14826"/>
          <ac:picMkLst>
            <pc:docMk/>
            <pc:sldMk cId="4118110751" sldId="271"/>
            <ac:picMk id="7" creationId="{995D690C-9E7F-FBFE-FA93-D6AAA9BEAE68}"/>
          </ac:picMkLst>
        </pc:picChg>
        <pc:picChg chg="add mod">
          <ac:chgData name="Rob Elliott" userId="04040a5f-f8f3-4f1b-92ff-388c2ca4c4a6" providerId="ADAL" clId="{0B551409-DE98-2D43-9B7A-8DF009AC3B22}" dt="2024-08-23T17:00:41.062" v="574" actId="962"/>
          <ac:picMkLst>
            <pc:docMk/>
            <pc:sldMk cId="4118110751" sldId="271"/>
            <ac:picMk id="10" creationId="{C15622F0-0859-53FC-BCD5-CA31981EBA57}"/>
          </ac:picMkLst>
        </pc:picChg>
      </pc:sldChg>
      <pc:sldChg chg="addSp modSp new mod">
        <pc:chgData name="Rob Elliott" userId="04040a5f-f8f3-4f1b-92ff-388c2ca4c4a6" providerId="ADAL" clId="{0B551409-DE98-2D43-9B7A-8DF009AC3B22}" dt="2024-08-23T17:25:25.509" v="1790" actId="962"/>
        <pc:sldMkLst>
          <pc:docMk/>
          <pc:sldMk cId="330433090" sldId="272"/>
        </pc:sldMkLst>
        <pc:spChg chg="mod">
          <ac:chgData name="Rob Elliott" userId="04040a5f-f8f3-4f1b-92ff-388c2ca4c4a6" providerId="ADAL" clId="{0B551409-DE98-2D43-9B7A-8DF009AC3B22}" dt="2024-08-23T17:23:35.639" v="1504" actId="20577"/>
          <ac:spMkLst>
            <pc:docMk/>
            <pc:sldMk cId="330433090" sldId="272"/>
            <ac:spMk id="3" creationId="{B3B5B885-550A-112F-2B12-2A9609570706}"/>
          </ac:spMkLst>
        </pc:spChg>
        <pc:spChg chg="mod">
          <ac:chgData name="Rob Elliott" userId="04040a5f-f8f3-4f1b-92ff-388c2ca4c4a6" providerId="ADAL" clId="{0B551409-DE98-2D43-9B7A-8DF009AC3B22}" dt="2024-08-23T17:18:43.591" v="945" actId="20577"/>
          <ac:spMkLst>
            <pc:docMk/>
            <pc:sldMk cId="330433090" sldId="272"/>
            <ac:spMk id="4" creationId="{EE1A80C3-37F5-9B3E-0F99-5DE26C45E7D9}"/>
          </ac:spMkLst>
        </pc:spChg>
        <pc:picChg chg="add mod modCrop">
          <ac:chgData name="Rob Elliott" userId="04040a5f-f8f3-4f1b-92ff-388c2ca4c4a6" providerId="ADAL" clId="{0B551409-DE98-2D43-9B7A-8DF009AC3B22}" dt="2024-08-23T17:23:55.455" v="1526" actId="732"/>
          <ac:picMkLst>
            <pc:docMk/>
            <pc:sldMk cId="330433090" sldId="272"/>
            <ac:picMk id="7" creationId="{E52DA081-6062-A7E3-2768-EA44605C49CF}"/>
          </ac:picMkLst>
        </pc:picChg>
        <pc:picChg chg="add mod">
          <ac:chgData name="Rob Elliott" userId="04040a5f-f8f3-4f1b-92ff-388c2ca4c4a6" providerId="ADAL" clId="{0B551409-DE98-2D43-9B7A-8DF009AC3B22}" dt="2024-08-23T17:24:57.521" v="1734" actId="962"/>
          <ac:picMkLst>
            <pc:docMk/>
            <pc:sldMk cId="330433090" sldId="272"/>
            <ac:picMk id="8" creationId="{5A859371-C764-D98F-14E6-2C09476D09FF}"/>
          </ac:picMkLst>
        </pc:picChg>
        <pc:picChg chg="add mod modCrop">
          <ac:chgData name="Rob Elliott" userId="04040a5f-f8f3-4f1b-92ff-388c2ca4c4a6" providerId="ADAL" clId="{0B551409-DE98-2D43-9B7A-8DF009AC3B22}" dt="2024-08-23T17:25:25.509" v="1790" actId="962"/>
          <ac:picMkLst>
            <pc:docMk/>
            <pc:sldMk cId="330433090" sldId="272"/>
            <ac:picMk id="9" creationId="{2F5CDA5E-364D-EB81-DDB2-EC2ABE330678}"/>
          </ac:picMkLst>
        </pc:picChg>
      </pc:sldChg>
      <pc:sldChg chg="addSp modSp new mod">
        <pc:chgData name="Rob Elliott" userId="04040a5f-f8f3-4f1b-92ff-388c2ca4c4a6" providerId="ADAL" clId="{0B551409-DE98-2D43-9B7A-8DF009AC3B22}" dt="2024-08-23T17:26:53.624" v="1862" actId="1076"/>
        <pc:sldMkLst>
          <pc:docMk/>
          <pc:sldMk cId="3162114259" sldId="273"/>
        </pc:sldMkLst>
        <pc:spChg chg="mod">
          <ac:chgData name="Rob Elliott" userId="04040a5f-f8f3-4f1b-92ff-388c2ca4c4a6" providerId="ADAL" clId="{0B551409-DE98-2D43-9B7A-8DF009AC3B22}" dt="2024-08-23T17:26:19.987" v="1861" actId="20577"/>
          <ac:spMkLst>
            <pc:docMk/>
            <pc:sldMk cId="3162114259" sldId="273"/>
            <ac:spMk id="3" creationId="{892E2526-0B90-00B6-B2FA-AC4DC7F933BB}"/>
          </ac:spMkLst>
        </pc:spChg>
        <pc:spChg chg="mod">
          <ac:chgData name="Rob Elliott" userId="04040a5f-f8f3-4f1b-92ff-388c2ca4c4a6" providerId="ADAL" clId="{0B551409-DE98-2D43-9B7A-8DF009AC3B22}" dt="2024-08-23T17:24:21.092" v="1580" actId="20577"/>
          <ac:spMkLst>
            <pc:docMk/>
            <pc:sldMk cId="3162114259" sldId="273"/>
            <ac:spMk id="4" creationId="{1A8B7891-3229-7ABC-19BA-5DF3A3091EEF}"/>
          </ac:spMkLst>
        </pc:spChg>
        <pc:picChg chg="add mod modCrop">
          <ac:chgData name="Rob Elliott" userId="04040a5f-f8f3-4f1b-92ff-388c2ca4c4a6" providerId="ADAL" clId="{0B551409-DE98-2D43-9B7A-8DF009AC3B22}" dt="2024-08-23T17:26:53.624" v="1862" actId="1076"/>
          <ac:picMkLst>
            <pc:docMk/>
            <pc:sldMk cId="3162114259" sldId="273"/>
            <ac:picMk id="6" creationId="{F72CDDED-85D7-C6E6-7DE6-9AF589BECD2C}"/>
          </ac:picMkLst>
        </pc:picChg>
        <pc:picChg chg="add mod modCrop">
          <ac:chgData name="Rob Elliott" userId="04040a5f-f8f3-4f1b-92ff-388c2ca4c4a6" providerId="ADAL" clId="{0B551409-DE98-2D43-9B7A-8DF009AC3B22}" dt="2024-08-23T17:26:53.624" v="1862" actId="1076"/>
          <ac:picMkLst>
            <pc:docMk/>
            <pc:sldMk cId="3162114259" sldId="273"/>
            <ac:picMk id="7" creationId="{EC53E50A-D700-9EBA-17CC-ACB127311FD4}"/>
          </ac:picMkLst>
        </pc:picChg>
        <pc:picChg chg="add mod modCrop">
          <ac:chgData name="Rob Elliott" userId="04040a5f-f8f3-4f1b-92ff-388c2ca4c4a6" providerId="ADAL" clId="{0B551409-DE98-2D43-9B7A-8DF009AC3B22}" dt="2024-08-23T17:26:53.624" v="1862" actId="1076"/>
          <ac:picMkLst>
            <pc:docMk/>
            <pc:sldMk cId="3162114259" sldId="273"/>
            <ac:picMk id="8" creationId="{F3C0BA51-888C-D672-C9EE-3EDF66EDF1FB}"/>
          </ac:picMkLst>
        </pc:picChg>
      </pc:sldChg>
      <pc:sldChg chg="modSp new mod">
        <pc:chgData name="Rob Elliott" userId="04040a5f-f8f3-4f1b-92ff-388c2ca4c4a6" providerId="ADAL" clId="{0B551409-DE98-2D43-9B7A-8DF009AC3B22}" dt="2024-08-23T17:31:08.388" v="2170" actId="12"/>
        <pc:sldMkLst>
          <pc:docMk/>
          <pc:sldMk cId="4230157676" sldId="274"/>
        </pc:sldMkLst>
        <pc:spChg chg="mod">
          <ac:chgData name="Rob Elliott" userId="04040a5f-f8f3-4f1b-92ff-388c2ca4c4a6" providerId="ADAL" clId="{0B551409-DE98-2D43-9B7A-8DF009AC3B22}" dt="2024-08-23T17:27:37.090" v="1911" actId="20577"/>
          <ac:spMkLst>
            <pc:docMk/>
            <pc:sldMk cId="4230157676" sldId="274"/>
            <ac:spMk id="2" creationId="{5B3A037C-C370-D451-66D9-893EEE749946}"/>
          </ac:spMkLst>
        </pc:spChg>
        <pc:spChg chg="mod">
          <ac:chgData name="Rob Elliott" userId="04040a5f-f8f3-4f1b-92ff-388c2ca4c4a6" providerId="ADAL" clId="{0B551409-DE98-2D43-9B7A-8DF009AC3B22}" dt="2024-08-23T17:31:08.388" v="2170" actId="12"/>
          <ac:spMkLst>
            <pc:docMk/>
            <pc:sldMk cId="4230157676" sldId="274"/>
            <ac:spMk id="3" creationId="{DCEFB785-9629-8CE0-B844-5AE21E4959BB}"/>
          </ac:spMkLst>
        </pc:spChg>
        <pc:spChg chg="mod">
          <ac:chgData name="Rob Elliott" userId="04040a5f-f8f3-4f1b-92ff-388c2ca4c4a6" providerId="ADAL" clId="{0B551409-DE98-2D43-9B7A-8DF009AC3B22}" dt="2024-08-23T17:27:25.963" v="1886" actId="20577"/>
          <ac:spMkLst>
            <pc:docMk/>
            <pc:sldMk cId="4230157676" sldId="274"/>
            <ac:spMk id="4" creationId="{AD51CD6A-A75E-0370-E9F7-D158A71C15D2}"/>
          </ac:spMkLst>
        </pc:spChg>
      </pc:sldChg>
      <pc:sldChg chg="add">
        <pc:chgData name="Rob Elliott" userId="04040a5f-f8f3-4f1b-92ff-388c2ca4c4a6" providerId="ADAL" clId="{0B551409-DE98-2D43-9B7A-8DF009AC3B22}" dt="2024-08-26T15:26:56.546" v="2171"/>
        <pc:sldMkLst>
          <pc:docMk/>
          <pc:sldMk cId="2114604469" sldId="275"/>
        </pc:sldMkLst>
      </pc:sldChg>
      <pc:sldChg chg="add">
        <pc:chgData name="Rob Elliott" userId="04040a5f-f8f3-4f1b-92ff-388c2ca4c4a6" providerId="ADAL" clId="{0B551409-DE98-2D43-9B7A-8DF009AC3B22}" dt="2024-08-26T15:26:56.546" v="2171"/>
        <pc:sldMkLst>
          <pc:docMk/>
          <pc:sldMk cId="412068297" sldId="276"/>
        </pc:sldMkLst>
      </pc:sldChg>
      <pc:sldChg chg="add">
        <pc:chgData name="Rob Elliott" userId="04040a5f-f8f3-4f1b-92ff-388c2ca4c4a6" providerId="ADAL" clId="{0B551409-DE98-2D43-9B7A-8DF009AC3B22}" dt="2024-08-26T15:26:56.546" v="2171"/>
        <pc:sldMkLst>
          <pc:docMk/>
          <pc:sldMk cId="3377497103" sldId="277"/>
        </pc:sldMkLst>
      </pc:sldChg>
      <pc:sldChg chg="add">
        <pc:chgData name="Rob Elliott" userId="04040a5f-f8f3-4f1b-92ff-388c2ca4c4a6" providerId="ADAL" clId="{0B551409-DE98-2D43-9B7A-8DF009AC3B22}" dt="2024-08-26T15:26:56.546" v="2171"/>
        <pc:sldMkLst>
          <pc:docMk/>
          <pc:sldMk cId="3983219885" sldId="278"/>
        </pc:sldMkLst>
      </pc:sldChg>
      <pc:sldChg chg="add">
        <pc:chgData name="Rob Elliott" userId="04040a5f-f8f3-4f1b-92ff-388c2ca4c4a6" providerId="ADAL" clId="{0B551409-DE98-2D43-9B7A-8DF009AC3B22}" dt="2024-08-26T15:26:56.546" v="2171"/>
        <pc:sldMkLst>
          <pc:docMk/>
          <pc:sldMk cId="3105118339" sldId="280"/>
        </pc:sldMkLst>
      </pc:sldChg>
      <pc:sldChg chg="add">
        <pc:chgData name="Rob Elliott" userId="04040a5f-f8f3-4f1b-92ff-388c2ca4c4a6" providerId="ADAL" clId="{0B551409-DE98-2D43-9B7A-8DF009AC3B22}" dt="2024-08-26T15:26:56.546" v="2171"/>
        <pc:sldMkLst>
          <pc:docMk/>
          <pc:sldMk cId="1869547649" sldId="281"/>
        </pc:sldMkLst>
      </pc:sldChg>
    </pc:docChg>
  </pc:docChgLst>
  <pc:docChgLst>
    <pc:chgData name="Rob Elliott" userId="04040a5f-f8f3-4f1b-92ff-388c2ca4c4a6" providerId="ADAL" clId="{C5E32829-B33A-5744-9D2C-D986C945EB01}"/>
    <pc:docChg chg="undo custSel modSld">
      <pc:chgData name="Rob Elliott" userId="04040a5f-f8f3-4f1b-92ff-388c2ca4c4a6" providerId="ADAL" clId="{C5E32829-B33A-5744-9D2C-D986C945EB01}" dt="2024-08-28T20:47:56.976" v="40" actId="20577"/>
      <pc:docMkLst>
        <pc:docMk/>
      </pc:docMkLst>
      <pc:sldChg chg="modSp">
        <pc:chgData name="Rob Elliott" userId="04040a5f-f8f3-4f1b-92ff-388c2ca4c4a6" providerId="ADAL" clId="{C5E32829-B33A-5744-9D2C-D986C945EB01}" dt="2024-08-28T20:47:56.976" v="40" actId="20577"/>
        <pc:sldMkLst>
          <pc:docMk/>
          <pc:sldMk cId="1707017751" sldId="269"/>
        </pc:sldMkLst>
        <pc:spChg chg="mod">
          <ac:chgData name="Rob Elliott" userId="04040a5f-f8f3-4f1b-92ff-388c2ca4c4a6" providerId="ADAL" clId="{C5E32829-B33A-5744-9D2C-D986C945EB01}" dt="2024-08-28T20:47:56.976" v="40" actId="20577"/>
          <ac:spMkLst>
            <pc:docMk/>
            <pc:sldMk cId="1707017751" sldId="269"/>
            <ac:spMk id="3" creationId="{D799388C-C192-1C19-D79A-EB27B87A19FB}"/>
          </ac:spMkLst>
        </pc:spChg>
      </pc:sldChg>
      <pc:sldChg chg="modAnim">
        <pc:chgData name="Rob Elliott" userId="04040a5f-f8f3-4f1b-92ff-388c2ca4c4a6" providerId="ADAL" clId="{C5E32829-B33A-5744-9D2C-D986C945EB01}" dt="2024-08-28T20:47:11.246" v="16" actId="27701"/>
        <pc:sldMkLst>
          <pc:docMk/>
          <pc:sldMk cId="3377497103" sldId="277"/>
        </pc:sldMkLst>
      </pc:sldChg>
      <pc:sldChg chg="addAnim">
        <pc:chgData name="Rob Elliott" userId="04040a5f-f8f3-4f1b-92ff-388c2ca4c4a6" providerId="ADAL" clId="{C5E32829-B33A-5744-9D2C-D986C945EB01}" dt="2024-08-28T20:46:23.761" v="15" actId="27696"/>
        <pc:sldMkLst>
          <pc:docMk/>
          <pc:sldMk cId="3105118339" sldId="280"/>
        </pc:sldMkLst>
      </pc:sldChg>
      <pc:sldChg chg="addAnim delAnim">
        <pc:chgData name="Rob Elliott" userId="04040a5f-f8f3-4f1b-92ff-388c2ca4c4a6" providerId="ADAL" clId="{C5E32829-B33A-5744-9D2C-D986C945EB01}" dt="2024-08-28T20:44:29.304" v="8" actId="27696"/>
        <pc:sldMkLst>
          <pc:docMk/>
          <pc:sldMk cId="1869547649" sldId="281"/>
        </pc:sldMkLst>
      </pc:sldChg>
      <pc:sldChg chg="addAnim">
        <pc:chgData name="Rob Elliott" userId="04040a5f-f8f3-4f1b-92ff-388c2ca4c4a6" providerId="ADAL" clId="{C5E32829-B33A-5744-9D2C-D986C945EB01}" dt="2024-08-28T20:45:06.879" v="10" actId="27696"/>
        <pc:sldMkLst>
          <pc:docMk/>
          <pc:sldMk cId="943637673" sldId="282"/>
        </pc:sldMkLst>
      </pc:sldChg>
      <pc:sldChg chg="addAnim">
        <pc:chgData name="Rob Elliott" userId="04040a5f-f8f3-4f1b-92ff-388c2ca4c4a6" providerId="ADAL" clId="{C5E32829-B33A-5744-9D2C-D986C945EB01}" dt="2024-08-28T20:45:36.779" v="12" actId="27696"/>
        <pc:sldMkLst>
          <pc:docMk/>
          <pc:sldMk cId="1146992298" sldId="283"/>
        </pc:sldMkLst>
      </pc:sldChg>
      <pc:sldChg chg="addAnim modAnim">
        <pc:chgData name="Rob Elliott" userId="04040a5f-f8f3-4f1b-92ff-388c2ca4c4a6" providerId="ADAL" clId="{C5E32829-B33A-5744-9D2C-D986C945EB01}" dt="2024-08-28T20:46:01.733" v="14" actId="27700"/>
        <pc:sldMkLst>
          <pc:docMk/>
          <pc:sldMk cId="1273923307" sldId="284"/>
        </pc:sldMkLst>
      </pc:sldChg>
    </pc:docChg>
  </pc:docChgLst>
  <pc:docChgLst>
    <pc:chgData name="Rob Elliott" userId="04040a5f-f8f3-4f1b-92ff-388c2ca4c4a6" providerId="ADAL" clId="{EEA1A6A1-5919-C64D-94A3-12A87BF3F06B}"/>
    <pc:docChg chg="modSld">
      <pc:chgData name="Rob Elliott" userId="04040a5f-f8f3-4f1b-92ff-388c2ca4c4a6" providerId="ADAL" clId="{EEA1A6A1-5919-C64D-94A3-12A87BF3F06B}" dt="2024-08-23T19:40:09.646" v="157"/>
      <pc:docMkLst>
        <pc:docMk/>
      </pc:docMkLst>
      <pc:sldChg chg="addSp modSp mod modAnim">
        <pc:chgData name="Rob Elliott" userId="04040a5f-f8f3-4f1b-92ff-388c2ca4c4a6" providerId="ADAL" clId="{EEA1A6A1-5919-C64D-94A3-12A87BF3F06B}" dt="2024-08-23T19:34:25.228" v="125" actId="1076"/>
        <pc:sldMkLst>
          <pc:docMk/>
          <pc:sldMk cId="1754267832" sldId="268"/>
        </pc:sldMkLst>
        <pc:picChg chg="add mod">
          <ac:chgData name="Rob Elliott" userId="04040a5f-f8f3-4f1b-92ff-388c2ca4c4a6" providerId="ADAL" clId="{EEA1A6A1-5919-C64D-94A3-12A87BF3F06B}" dt="2024-08-23T19:34:25.228" v="125" actId="1076"/>
          <ac:picMkLst>
            <pc:docMk/>
            <pc:sldMk cId="1754267832" sldId="268"/>
            <ac:picMk id="7" creationId="{8D4B22A3-C825-B17B-B250-D5FB5AB26FC1}"/>
          </ac:picMkLst>
        </pc:picChg>
      </pc:sldChg>
      <pc:sldChg chg="modAnim">
        <pc:chgData name="Rob Elliott" userId="04040a5f-f8f3-4f1b-92ff-388c2ca4c4a6" providerId="ADAL" clId="{EEA1A6A1-5919-C64D-94A3-12A87BF3F06B}" dt="2024-08-23T19:36:16.978" v="133"/>
        <pc:sldMkLst>
          <pc:docMk/>
          <pc:sldMk cId="1707017751" sldId="269"/>
        </pc:sldMkLst>
      </pc:sldChg>
      <pc:sldChg chg="modAnim">
        <pc:chgData name="Rob Elliott" userId="04040a5f-f8f3-4f1b-92ff-388c2ca4c4a6" providerId="ADAL" clId="{EEA1A6A1-5919-C64D-94A3-12A87BF3F06B}" dt="2024-08-23T19:36:41.584" v="134"/>
        <pc:sldMkLst>
          <pc:docMk/>
          <pc:sldMk cId="640002532" sldId="270"/>
        </pc:sldMkLst>
      </pc:sldChg>
      <pc:sldChg chg="modAnim">
        <pc:chgData name="Rob Elliott" userId="04040a5f-f8f3-4f1b-92ff-388c2ca4c4a6" providerId="ADAL" clId="{EEA1A6A1-5919-C64D-94A3-12A87BF3F06B}" dt="2024-08-23T19:35:43.195" v="131"/>
        <pc:sldMkLst>
          <pc:docMk/>
          <pc:sldMk cId="4118110751" sldId="271"/>
        </pc:sldMkLst>
      </pc:sldChg>
      <pc:sldChg chg="modAnim">
        <pc:chgData name="Rob Elliott" userId="04040a5f-f8f3-4f1b-92ff-388c2ca4c4a6" providerId="ADAL" clId="{EEA1A6A1-5919-C64D-94A3-12A87BF3F06B}" dt="2024-08-23T19:40:09.646" v="157"/>
        <pc:sldMkLst>
          <pc:docMk/>
          <pc:sldMk cId="330433090" sldId="272"/>
        </pc:sldMkLst>
      </pc:sldChg>
      <pc:sldChg chg="addSp modSp mod modAnim">
        <pc:chgData name="Rob Elliott" userId="04040a5f-f8f3-4f1b-92ff-388c2ca4c4a6" providerId="ADAL" clId="{EEA1A6A1-5919-C64D-94A3-12A87BF3F06B}" dt="2024-08-23T19:39:07.429" v="148" actId="207"/>
        <pc:sldMkLst>
          <pc:docMk/>
          <pc:sldMk cId="4230157676" sldId="274"/>
        </pc:sldMkLst>
        <pc:spChg chg="mod">
          <ac:chgData name="Rob Elliott" userId="04040a5f-f8f3-4f1b-92ff-388c2ca4c4a6" providerId="ADAL" clId="{EEA1A6A1-5919-C64D-94A3-12A87BF3F06B}" dt="2024-08-23T19:39:07.429" v="148" actId="207"/>
          <ac:spMkLst>
            <pc:docMk/>
            <pc:sldMk cId="4230157676" sldId="274"/>
            <ac:spMk id="3" creationId="{DCEFB785-9629-8CE0-B844-5AE21E4959BB}"/>
          </ac:spMkLst>
        </pc:spChg>
        <pc:picChg chg="add mod modCrop">
          <ac:chgData name="Rob Elliott" userId="04040a5f-f8f3-4f1b-92ff-388c2ca4c4a6" providerId="ADAL" clId="{EEA1A6A1-5919-C64D-94A3-12A87BF3F06B}" dt="2024-08-23T19:08:22.831" v="118" actId="1076"/>
          <ac:picMkLst>
            <pc:docMk/>
            <pc:sldMk cId="4230157676" sldId="274"/>
            <ac:picMk id="7" creationId="{D7AEAF88-4DB8-0220-3430-D03D675DF042}"/>
          </ac:picMkLst>
        </pc:picChg>
        <pc:picChg chg="add mod modCrop">
          <ac:chgData name="Rob Elliott" userId="04040a5f-f8f3-4f1b-92ff-388c2ca4c4a6" providerId="ADAL" clId="{EEA1A6A1-5919-C64D-94A3-12A87BF3F06B}" dt="2024-08-23T19:08:24.730" v="119" actId="1076"/>
          <ac:picMkLst>
            <pc:docMk/>
            <pc:sldMk cId="4230157676" sldId="274"/>
            <ac:picMk id="8" creationId="{2D71015D-39FA-1FDF-B81F-E45F30E408EA}"/>
          </ac:picMkLst>
        </pc:picChg>
        <pc:picChg chg="add mod modCrop">
          <ac:chgData name="Rob Elliott" userId="04040a5f-f8f3-4f1b-92ff-388c2ca4c4a6" providerId="ADAL" clId="{EEA1A6A1-5919-C64D-94A3-12A87BF3F06B}" dt="2024-08-23T19:08:27.548" v="120" actId="1076"/>
          <ac:picMkLst>
            <pc:docMk/>
            <pc:sldMk cId="4230157676" sldId="274"/>
            <ac:picMk id="9" creationId="{45291A79-7B10-5BEE-0D61-4636219FBD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02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119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Entity Relationship Diagrams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2.2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5C5D2F-9F4F-1AC3-F1FE-8199614CE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Building on the foundation of your CDM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4C801-DE46-692F-5627-F56DAAA771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Entity Relationship Diagrams are a more formal evolution of your Conceptual Data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Conceptual → Logical → Physical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Conceptual is for brainstorming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Logical is for formalizing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Physical is for implementation (depends on the RDBMS being used)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06E16C-130A-599F-07C3-7624470E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ERDs: The “Logical”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AC552-ED20-B181-D924-CF870854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D4B22A3-C825-B17B-B250-D5FB5AB26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48040" y="2416344"/>
            <a:ext cx="3389758" cy="372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6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15622F0-0859-53FC-BCD5-CA31981EB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36" y="679520"/>
            <a:ext cx="12269755" cy="413079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D495AC-BFD3-16B5-B0C4-8CF64606F0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A9168-244A-7206-79F9-8E95B71A0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“Entities” are now “Tables”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Begin to list attributes and data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“Arrows” are replaced with Crow’s Foot Notation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Descriptors are not needed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5008F9-F2F1-6FFE-997E-12FA5D3A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“Boxes” and “Arrows”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5312F-85C2-E370-1A40-49C5446C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5D690C-9E7F-FBFE-FA93-D6AAA9BEAE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43572" y="4289510"/>
            <a:ext cx="9191089" cy="170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1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397CCB-268F-0FBB-181D-C6BAABA2D9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9388C-C192-1C19-D79A-EB27B87A19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Naming conventions are controversial and HIGHLY dependent on an organization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Whenever possible, </a:t>
            </a:r>
            <a:r>
              <a:rPr lang="en-US" b="1">
                <a:solidFill>
                  <a:schemeClr val="accent3"/>
                </a:solidFill>
              </a:rPr>
              <a:t>follow existing conventions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Consider the use of the table names in queries and software development: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In SQL: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“SELECT * FROM </a:t>
            </a:r>
            <a:r>
              <a:rPr lang="en-US">
                <a:solidFill>
                  <a:schemeClr val="accent3"/>
                </a:solidFill>
              </a:rPr>
              <a:t>users</a:t>
            </a:r>
            <a:r>
              <a:rPr lang="en-US"/>
              <a:t>”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“SELECT first_name FROM </a:t>
            </a:r>
            <a:r>
              <a:rPr lang="en-US">
                <a:solidFill>
                  <a:schemeClr val="accent3"/>
                </a:solidFill>
              </a:rPr>
              <a:t>users</a:t>
            </a:r>
            <a:r>
              <a:rPr lang="en-US"/>
              <a:t>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In development: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${user.first_name}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${users.first_name}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General rule(s) of thumb: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Table names are plural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 variable referencing a single instance (row) of the table is singular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BCAB39-AE36-0D6C-8EA0-226125A0C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Table Naming Conventions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B0122-7E7C-2F4F-92E9-B21D7B19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1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D95E52-D72E-ADB1-2538-D7A67A178A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Very VERY controversial!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71ADA-1657-FC91-5E0B-244BD7D8B1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Naming conventions are highly dependent on an organization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Whenever possible, </a:t>
            </a:r>
            <a:r>
              <a:rPr lang="en-US" b="1">
                <a:solidFill>
                  <a:schemeClr val="accent3"/>
                </a:solidFill>
              </a:rPr>
              <a:t>follow existing conventions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Field names are singular (atomicity)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Underscores are preferred for readability and accessibility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err="1"/>
              <a:t>PascalCase</a:t>
            </a:r>
            <a:endParaRPr lang="en-US"/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camelCase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🌟 </a:t>
            </a:r>
            <a:r>
              <a:rPr lang="en-US" err="1"/>
              <a:t>underscore_style</a:t>
            </a:r>
            <a:r>
              <a:rPr lang="en-US"/>
              <a:t> 🌟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If a </a:t>
            </a:r>
            <a:r>
              <a:rPr lang="en-US" b="1"/>
              <a:t>surrogate</a:t>
            </a:r>
            <a:r>
              <a:rPr lang="en-US"/>
              <a:t> key is used as a primary key, just use the field name </a:t>
            </a:r>
            <a:r>
              <a:rPr lang="en-US" b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8CA728-5151-F119-D19B-D1D7FBC9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Field Naming Conventions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D81D1-AE9C-D4F5-157E-624D9BA8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01833F-3108-D28D-B6BC-B8AE2AF41E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8" r="72993"/>
          <a:stretch/>
        </p:blipFill>
        <p:spPr>
          <a:xfrm>
            <a:off x="7973568" y="1942817"/>
            <a:ext cx="3994183" cy="297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0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3A037C-C370-D451-66D9-893EEE7499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Plan for future expansion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FB785-9629-8CE0-B844-5AE21E4959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5880539" cy="44547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Tables in an ERD can have 1, 2, or 3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Each field in the table will have 3 pieces of information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/>
              <a:t>Key status </a:t>
            </a:r>
            <a:r>
              <a:rPr lang="en-US"/>
              <a:t>(Primary Key, Foreign Key, etc.) </a:t>
            </a:r>
            <a:r>
              <a:rPr lang="en-US" i="1">
                <a:solidFill>
                  <a:schemeClr val="accent3"/>
                </a:solidFill>
              </a:rPr>
              <a:t>(not needed this week)</a:t>
            </a:r>
            <a:endParaRPr lang="en-US">
              <a:solidFill>
                <a:schemeClr val="accent3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b="1"/>
              <a:t>Name</a:t>
            </a:r>
            <a:r>
              <a:rPr lang="en-US"/>
              <a:t> (underscored for clarity)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/>
              <a:t>Data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Supplemental information </a:t>
            </a:r>
            <a:r>
              <a:rPr lang="en-US" i="1">
                <a:solidFill>
                  <a:schemeClr val="accent3"/>
                </a:solidFill>
              </a:rPr>
              <a:t>(not needed this week)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Nullability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51CD6A-A75E-0370-E9F7-D158A71C1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Table Shapes in an ERD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0706B-518B-240D-0B19-CDFD7200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 descr="Single column ERD table entity.">
            <a:extLst>
              <a:ext uri="{FF2B5EF4-FFF2-40B4-BE49-F238E27FC236}">
                <a16:creationId xmlns:a16="http://schemas.microsoft.com/office/drawing/2014/main" id="{D7AEAF88-4DB8-0220-3430-D03D675DF0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546"/>
          <a:stretch/>
        </p:blipFill>
        <p:spPr>
          <a:xfrm>
            <a:off x="8340029" y="385004"/>
            <a:ext cx="3383885" cy="2157903"/>
          </a:xfrm>
          <a:prstGeom prst="rect">
            <a:avLst/>
          </a:prstGeom>
        </p:spPr>
      </p:pic>
      <p:pic>
        <p:nvPicPr>
          <p:cNvPr id="8" name="Picture 7" descr="Two column ERD table entity.">
            <a:extLst>
              <a:ext uri="{FF2B5EF4-FFF2-40B4-BE49-F238E27FC236}">
                <a16:creationId xmlns:a16="http://schemas.microsoft.com/office/drawing/2014/main" id="{2D71015D-39FA-1FDF-B81F-E45F30E408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73" r="34273"/>
          <a:stretch/>
        </p:blipFill>
        <p:spPr>
          <a:xfrm>
            <a:off x="8350915" y="2542907"/>
            <a:ext cx="3383885" cy="2157903"/>
          </a:xfrm>
          <a:prstGeom prst="rect">
            <a:avLst/>
          </a:prstGeom>
        </p:spPr>
      </p:pic>
      <p:pic>
        <p:nvPicPr>
          <p:cNvPr id="9" name="Picture 8" descr="Three column ERD table entity.">
            <a:extLst>
              <a:ext uri="{FF2B5EF4-FFF2-40B4-BE49-F238E27FC236}">
                <a16:creationId xmlns:a16="http://schemas.microsoft.com/office/drawing/2014/main" id="{45291A79-7B10-5BEE-0D61-4636219FBD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13" t="2950" r="-167" b="-2950"/>
          <a:stretch/>
        </p:blipFill>
        <p:spPr>
          <a:xfrm>
            <a:off x="8350915" y="4700097"/>
            <a:ext cx="3383885" cy="215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5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6D3F44-7EF2-6927-350C-3521611BE2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5B885-550A-112F-2B12-2A96095707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There is LOTS of nuance here, but focus on the 3 relationship types we’ve discussed: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1:1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“One to one”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“Exactly one to exactly one”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1:*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“One to many”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“One to a min. of one but could be more”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“One to zero or many”</a:t>
            </a:r>
          </a:p>
          <a:p>
            <a:pPr marL="800100" lvl="1" indent="-342900">
              <a:buFont typeface="+mj-lt"/>
              <a:buAutoNum type="alphaL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*:*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”Many to many”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/>
              <a:t>“Zero or many to one or many”</a:t>
            </a:r>
          </a:p>
          <a:p>
            <a:pPr marL="800100" lvl="1" indent="-342900">
              <a:buFont typeface="+mj-lt"/>
              <a:buAutoNum type="alphaLcPeriod"/>
            </a:pP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1A80C3-37F5-9B3E-0F99-5DE26C45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Crows Foot Notation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0EAB0-5B67-AF3E-5663-6C947001A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 descr="Crow’s foot notation for a one-to-one relationship and an EXACTLY one to EXACTLY one relationship.">
            <a:extLst>
              <a:ext uri="{FF2B5EF4-FFF2-40B4-BE49-F238E27FC236}">
                <a16:creationId xmlns:a16="http://schemas.microsoft.com/office/drawing/2014/main" id="{E52DA081-6062-A7E3-2768-EA44605C49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58" b="71521"/>
          <a:stretch/>
        </p:blipFill>
        <p:spPr>
          <a:xfrm>
            <a:off x="5683012" y="1975104"/>
            <a:ext cx="3034030" cy="1045298"/>
          </a:xfrm>
          <a:prstGeom prst="rect">
            <a:avLst/>
          </a:prstGeom>
        </p:spPr>
      </p:pic>
      <p:pic>
        <p:nvPicPr>
          <p:cNvPr id="8" name="Picture 7" descr="Crow’s foot notation for a one-to-many relationship, a one-to-1-or-many relationship, and a one-to-0-or-many relationship.">
            <a:extLst>
              <a:ext uri="{FF2B5EF4-FFF2-40B4-BE49-F238E27FC236}">
                <a16:creationId xmlns:a16="http://schemas.microsoft.com/office/drawing/2014/main" id="{5A859371-C764-D98F-14E6-2C09476D09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810" b="35810"/>
          <a:stretch/>
        </p:blipFill>
        <p:spPr>
          <a:xfrm>
            <a:off x="5683012" y="3325535"/>
            <a:ext cx="3034030" cy="1298791"/>
          </a:xfrm>
          <a:prstGeom prst="rect">
            <a:avLst/>
          </a:prstGeom>
        </p:spPr>
      </p:pic>
      <p:pic>
        <p:nvPicPr>
          <p:cNvPr id="9" name="Picture 8" descr="Crow’s foot notation for a many-to-many relationship, and a 0-or-many-to-1-or-many relationship.">
            <a:extLst>
              <a:ext uri="{FF2B5EF4-FFF2-40B4-BE49-F238E27FC236}">
                <a16:creationId xmlns:a16="http://schemas.microsoft.com/office/drawing/2014/main" id="{2F5CDA5E-364D-EB81-DDB2-EC2ABE3306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657" b="4497"/>
          <a:stretch/>
        </p:blipFill>
        <p:spPr>
          <a:xfrm>
            <a:off x="5683012" y="5034657"/>
            <a:ext cx="3034030" cy="99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BFEC14-6B3A-BA45-5846-DA247F42B3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E2526-0B90-00B6-B2FA-AC4DC7F933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For your first ERD, focus on the 3 basic relationship types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8B7891-3229-7ABC-19BA-5DF3A309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Focus on the Basics of the Relationships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1B7E8-9841-435B-F60C-988BDC3D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Crow’s foot notation for a one-to-one relationship and an EXACTLY one to EXACTLY one relationship.">
            <a:extLst>
              <a:ext uri="{FF2B5EF4-FFF2-40B4-BE49-F238E27FC236}">
                <a16:creationId xmlns:a16="http://schemas.microsoft.com/office/drawing/2014/main" id="{F72CDDED-85D7-C6E6-7DE6-9AF589BECD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58" b="85255"/>
          <a:stretch/>
        </p:blipFill>
        <p:spPr>
          <a:xfrm>
            <a:off x="4671076" y="2572938"/>
            <a:ext cx="3034030" cy="418967"/>
          </a:xfrm>
          <a:prstGeom prst="rect">
            <a:avLst/>
          </a:prstGeom>
        </p:spPr>
      </p:pic>
      <p:pic>
        <p:nvPicPr>
          <p:cNvPr id="7" name="Picture 6" descr="Crow’s foot notation for a one-to-many relationship, a one-to-1-or-many relationship, and a one-to-0-or-many relationship.">
            <a:extLst>
              <a:ext uri="{FF2B5EF4-FFF2-40B4-BE49-F238E27FC236}">
                <a16:creationId xmlns:a16="http://schemas.microsoft.com/office/drawing/2014/main" id="{EC53E50A-D700-9EBA-17CC-ACB127311F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810" b="55035"/>
          <a:stretch/>
        </p:blipFill>
        <p:spPr>
          <a:xfrm>
            <a:off x="4671076" y="3561193"/>
            <a:ext cx="3034030" cy="418968"/>
          </a:xfrm>
          <a:prstGeom prst="rect">
            <a:avLst/>
          </a:prstGeom>
        </p:spPr>
      </p:pic>
      <p:pic>
        <p:nvPicPr>
          <p:cNvPr id="8" name="Picture 7" descr="Crow’s foot notation for a many-to-many relationship, and a 0-or-many-to-1-or-many relationship.">
            <a:extLst>
              <a:ext uri="{FF2B5EF4-FFF2-40B4-BE49-F238E27FC236}">
                <a16:creationId xmlns:a16="http://schemas.microsoft.com/office/drawing/2014/main" id="{F3C0BA51-888C-D672-C9EE-3EDF66EDF1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657" b="15865"/>
          <a:stretch/>
        </p:blipFill>
        <p:spPr>
          <a:xfrm>
            <a:off x="4671076" y="4435702"/>
            <a:ext cx="3034030" cy="47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11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228DD-4A40-1F05-19DE-4B508150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Keys in Relational Databases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D7666-3720-C39D-25AE-0FD7B3CF4E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BCF9C-D59F-D4A7-B9EE-51EBF4E72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365AC-1125-061A-FB85-F7022A1D6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04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CF5C9A-FA4B-8B40-D8EA-261F10BB06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3D001-D003-9284-2BF3-87A0FFDD7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6172201" cy="445470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Key is a unique identifier for a specific record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What good is data if we can’t find it and can’t associate it with related records?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key is an attribute </a:t>
            </a:r>
            <a:r>
              <a:rPr lang="en-US" i="1"/>
              <a:t>or</a:t>
            </a:r>
            <a:r>
              <a:rPr lang="en-US"/>
              <a:t> attribute</a:t>
            </a:r>
            <a:r>
              <a:rPr lang="en-US" i="1"/>
              <a:t>s</a:t>
            </a:r>
            <a:r>
              <a:rPr lang="en-US"/>
              <a:t> (either existing or new)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3EEA80-F2F1-D0D6-9841-E7EF6ABA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Keys Uniquely Identify Records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28DC-FD07-5378-A163-D3FD31B4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823B8A4-8546-0551-0958-E704823FC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9400" y="1137171"/>
            <a:ext cx="52578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806102-CB33-4CFE-B793-2FEDFC1175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F54C2-3881-2352-B5F0-044CABED77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221587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Any attribute (or combination) is a candidate to be a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Considerations for candidate keys: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Uniqueness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Minimality (use as few columns/attributes as possible)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Cannot be NULL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/>
              <a:t>There might be multiple candidate keys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Must choose the “primary” key from candidates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550799-7EF9-CE42-D655-79E20EE45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Candidate Keys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86A80-F4FE-3F2E-D232-599BEE833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134C9D-1EB1-24B2-5414-071BE34AE0B9}"/>
              </a:ext>
            </a:extLst>
          </p:cNvPr>
          <p:cNvGraphicFramePr>
            <a:graphicFrameLocks noGrp="1"/>
          </p:cNvGraphicFramePr>
          <p:nvPr/>
        </p:nvGraphicFramePr>
        <p:xfrm>
          <a:off x="6540500" y="4107681"/>
          <a:ext cx="5194300" cy="17960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89875">
                  <a:extLst>
                    <a:ext uri="{9D8B030D-6E8A-4147-A177-3AD203B41FA5}">
                      <a16:colId xmlns:a16="http://schemas.microsoft.com/office/drawing/2014/main" val="3778342851"/>
                    </a:ext>
                  </a:extLst>
                </a:gridCol>
                <a:gridCol w="2604425">
                  <a:extLst>
                    <a:ext uri="{9D8B030D-6E8A-4147-A177-3AD203B41FA5}">
                      <a16:colId xmlns:a16="http://schemas.microsoft.com/office/drawing/2014/main" val="1589412088"/>
                    </a:ext>
                  </a:extLst>
                </a:gridCol>
              </a:tblGrid>
              <a:tr h="449007">
                <a:tc gridSpan="2">
                  <a:txBody>
                    <a:bodyPr/>
                    <a:lstStyle/>
                    <a:p>
                      <a:r>
                        <a:rPr lang="en-US"/>
                        <a:t>Employees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492274"/>
                  </a:ext>
                </a:extLst>
              </a:tr>
              <a:tr h="449007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VARCHAR(255)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4043"/>
                  </a:ext>
                </a:extLst>
              </a:tr>
              <a:tr h="449007">
                <a:tc>
                  <a:txBody>
                    <a:bodyPr/>
                    <a:lstStyle/>
                    <a:p>
                      <a:r>
                        <a:rPr lang="en-US" err="1"/>
                        <a:t>social_security_number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313350"/>
                  </a:ext>
                </a:extLst>
              </a:tr>
              <a:tr h="449007">
                <a:tc>
                  <a:txBody>
                    <a:bodyPr/>
                    <a:lstStyle/>
                    <a:p>
                      <a:r>
                        <a:rPr lang="en-US"/>
                        <a:t>birthdate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254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49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A0891B-291A-D934-64A7-AD3D5161DF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BEE22-EFB8-A594-FC88-85211A4C7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Each database record should have ONE AND ONLY ONE* primary key that uniquely identifies that record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Primary key cannot be 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Can create a </a:t>
            </a:r>
            <a:r>
              <a:rPr lang="en-US" b="1"/>
              <a:t>composite </a:t>
            </a:r>
            <a:r>
              <a:rPr lang="en-US"/>
              <a:t>(or “combo”) </a:t>
            </a:r>
            <a:r>
              <a:rPr lang="en-US" b="1"/>
              <a:t>key</a:t>
            </a:r>
            <a:r>
              <a:rPr lang="en-US"/>
              <a:t> out of multiple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When uniqueness or non-nullability cannot be guaranteed, create a </a:t>
            </a:r>
            <a:r>
              <a:rPr lang="en-US" b="1"/>
              <a:t>surrogate</a:t>
            </a:r>
            <a:r>
              <a:rPr lang="en-US"/>
              <a:t> key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61C865-6991-6223-54D8-48246A41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Primary Keys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2E395-CC03-21C5-7EF8-D17846B8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907AD4-D20F-2958-F725-0A8C2A89C8C0}"/>
              </a:ext>
            </a:extLst>
          </p:cNvPr>
          <p:cNvGraphicFramePr>
            <a:graphicFrameLocks noGrp="1"/>
          </p:cNvGraphicFramePr>
          <p:nvPr/>
        </p:nvGraphicFramePr>
        <p:xfrm>
          <a:off x="6529612" y="3263900"/>
          <a:ext cx="5194300" cy="26940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89875">
                  <a:extLst>
                    <a:ext uri="{9D8B030D-6E8A-4147-A177-3AD203B41FA5}">
                      <a16:colId xmlns:a16="http://schemas.microsoft.com/office/drawing/2014/main" val="3778342851"/>
                    </a:ext>
                  </a:extLst>
                </a:gridCol>
                <a:gridCol w="2604425">
                  <a:extLst>
                    <a:ext uri="{9D8B030D-6E8A-4147-A177-3AD203B41FA5}">
                      <a16:colId xmlns:a16="http://schemas.microsoft.com/office/drawing/2014/main" val="1589412088"/>
                    </a:ext>
                  </a:extLst>
                </a:gridCol>
              </a:tblGrid>
              <a:tr h="449007">
                <a:tc gridSpan="2">
                  <a:txBody>
                    <a:bodyPr/>
                    <a:lstStyle/>
                    <a:p>
                      <a:r>
                        <a:rPr lang="en-US"/>
                        <a:t>Employees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492274"/>
                  </a:ext>
                </a:extLst>
              </a:tr>
              <a:tr h="449007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VARCHAR(255)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4043"/>
                  </a:ext>
                </a:extLst>
              </a:tr>
              <a:tr h="449007">
                <a:tc>
                  <a:txBody>
                    <a:bodyPr/>
                    <a:lstStyle/>
                    <a:p>
                      <a:r>
                        <a:rPr lang="en-US" err="1"/>
                        <a:t>social_security_number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313350"/>
                  </a:ext>
                </a:extLst>
              </a:tr>
              <a:tr h="449007">
                <a:tc>
                  <a:txBody>
                    <a:bodyPr/>
                    <a:lstStyle/>
                    <a:p>
                      <a:r>
                        <a:rPr lang="en-US"/>
                        <a:t>birthdate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254788"/>
                  </a:ext>
                </a:extLst>
              </a:tr>
              <a:tr h="449007"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357846"/>
                  </a:ext>
                </a:extLst>
              </a:tr>
              <a:tr h="449007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63386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459B090-294B-F384-2417-E232A6124C4D}"/>
              </a:ext>
            </a:extLst>
          </p:cNvPr>
          <p:cNvSpPr/>
          <p:nvPr/>
        </p:nvSpPr>
        <p:spPr>
          <a:xfrm>
            <a:off x="6326412" y="5501033"/>
            <a:ext cx="5600700" cy="673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1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5B525D-241C-6C12-8D28-B0A914422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Making connections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9EEBB-41D1-99A8-5507-8AA67FD24E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51407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When a primary key is stored as a reference to its original record, it is called a </a:t>
            </a:r>
            <a:r>
              <a:rPr lang="en-US" b="1"/>
              <a:t>foreign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Example:</a:t>
            </a:r>
            <a:r>
              <a:rPr lang="en-US"/>
              <a:t> An employee works at one location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EB8D57-6E8C-F226-07CC-CE746FBB6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Foreign Keys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B308F-D2EB-9A2C-44D0-AD9266A1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0703EB-1F9B-CB46-458E-C7CB046C1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650057"/>
              </p:ext>
            </p:extLst>
          </p:nvPr>
        </p:nvGraphicFramePr>
        <p:xfrm>
          <a:off x="560614" y="2447923"/>
          <a:ext cx="5194300" cy="36346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89875">
                  <a:extLst>
                    <a:ext uri="{9D8B030D-6E8A-4147-A177-3AD203B41FA5}">
                      <a16:colId xmlns:a16="http://schemas.microsoft.com/office/drawing/2014/main" val="3778342851"/>
                    </a:ext>
                  </a:extLst>
                </a:gridCol>
                <a:gridCol w="2604425">
                  <a:extLst>
                    <a:ext uri="{9D8B030D-6E8A-4147-A177-3AD203B41FA5}">
                      <a16:colId xmlns:a16="http://schemas.microsoft.com/office/drawing/2014/main" val="1589412088"/>
                    </a:ext>
                  </a:extLst>
                </a:gridCol>
              </a:tblGrid>
              <a:tr h="431399">
                <a:tc gridSpan="2">
                  <a:txBody>
                    <a:bodyPr/>
                    <a:lstStyle/>
                    <a:p>
                      <a:r>
                        <a:rPr lang="en-US" sz="1800"/>
                        <a:t>Employees</a:t>
                      </a:r>
                    </a:p>
                  </a:txBody>
                  <a:tcPr marT="50292" marB="50292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492274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 sz="1800" b="1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4043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 sz="1800" err="1"/>
                        <a:t>given_name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VARCHAR(100)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812420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 sz="1800" err="1"/>
                        <a:t>family_name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VARCHAR(100)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2467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 sz="1800" err="1"/>
                        <a:t>social_security_number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313350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 sz="1800"/>
                        <a:t>birthdate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254788"/>
                  </a:ext>
                </a:extLst>
              </a:tr>
              <a:tr h="523107">
                <a:tc>
                  <a:txBody>
                    <a:bodyPr/>
                    <a:lstStyle/>
                    <a:p>
                      <a:r>
                        <a:rPr lang="en-US" sz="180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VARCHAR(100)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357846"/>
                  </a:ext>
                </a:extLst>
              </a:tr>
              <a:tr h="523107">
                <a:tc>
                  <a:txBody>
                    <a:bodyPr/>
                    <a:lstStyle/>
                    <a:p>
                      <a:r>
                        <a:rPr lang="en-US" sz="1800" err="1"/>
                        <a:t>location_id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9071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F84627-C776-FF64-1AF6-75FAACAED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411027"/>
              </p:ext>
            </p:extLst>
          </p:nvPr>
        </p:nvGraphicFramePr>
        <p:xfrm>
          <a:off x="6529612" y="2447924"/>
          <a:ext cx="5194300" cy="21569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89875">
                  <a:extLst>
                    <a:ext uri="{9D8B030D-6E8A-4147-A177-3AD203B41FA5}">
                      <a16:colId xmlns:a16="http://schemas.microsoft.com/office/drawing/2014/main" val="3778342851"/>
                    </a:ext>
                  </a:extLst>
                </a:gridCol>
                <a:gridCol w="2604425">
                  <a:extLst>
                    <a:ext uri="{9D8B030D-6E8A-4147-A177-3AD203B41FA5}">
                      <a16:colId xmlns:a16="http://schemas.microsoft.com/office/drawing/2014/main" val="1589412088"/>
                    </a:ext>
                  </a:extLst>
                </a:gridCol>
              </a:tblGrid>
              <a:tr h="431399">
                <a:tc gridSpan="2">
                  <a:txBody>
                    <a:bodyPr/>
                    <a:lstStyle/>
                    <a:p>
                      <a:r>
                        <a:rPr lang="en-US" sz="1800"/>
                        <a:t>Locations</a:t>
                      </a:r>
                    </a:p>
                  </a:txBody>
                  <a:tcPr marT="50292" marB="50292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492274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 sz="1800" b="1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4043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 sz="1800"/>
                        <a:t>street_address_1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VARCHAR(255)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812420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 sz="1800"/>
                        <a:t>street_address_2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VARCHAR(255)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2467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 sz="180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31335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AC32520C-1678-7AF7-2A67-B2FCF16516A6}"/>
              </a:ext>
            </a:extLst>
          </p:cNvPr>
          <p:cNvSpPr/>
          <p:nvPr/>
        </p:nvSpPr>
        <p:spPr>
          <a:xfrm>
            <a:off x="288471" y="5521325"/>
            <a:ext cx="5600700" cy="673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artial conceptual data model that shows each instance of the Employee entity is assigned to one instance of the Location entity.">
            <a:extLst>
              <a:ext uri="{FF2B5EF4-FFF2-40B4-BE49-F238E27FC236}">
                <a16:creationId xmlns:a16="http://schemas.microsoft.com/office/drawing/2014/main" id="{289CAD2F-5CC6-AC73-5642-40570A079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428" y="4769668"/>
            <a:ext cx="5911945" cy="188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4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E35A74-DFC4-8831-0ACF-7DA7DAE73F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8DD1A-9619-4D2B-4C80-7C4F9DF80A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 employee works at one location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655D56-4D83-A23B-4D07-8EB0021D0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Notation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CC6A4-B730-75B8-D0A4-5D098FEB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 descr="A partial conceptual data model that shows each instance of the Employee entity is assigned to one instance of the Location entity.">
            <a:extLst>
              <a:ext uri="{FF2B5EF4-FFF2-40B4-BE49-F238E27FC236}">
                <a16:creationId xmlns:a16="http://schemas.microsoft.com/office/drawing/2014/main" id="{F22F3442-D797-AE3E-190C-D055C852D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655" y="1936771"/>
            <a:ext cx="5911945" cy="188589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D62EA0C-083B-7D86-874E-667002D91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969" y="3964142"/>
            <a:ext cx="7973700" cy="2081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F643BA-DC9B-C5C2-55C7-D6D550AF7740}"/>
              </a:ext>
            </a:extLst>
          </p:cNvPr>
          <p:cNvSpPr/>
          <p:nvPr/>
        </p:nvSpPr>
        <p:spPr>
          <a:xfrm>
            <a:off x="881349" y="1889338"/>
            <a:ext cx="10410940" cy="1933323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CA203B-B415-317B-D450-CB556A75ED14}"/>
              </a:ext>
            </a:extLst>
          </p:cNvPr>
          <p:cNvSpPr/>
          <p:nvPr/>
        </p:nvSpPr>
        <p:spPr>
          <a:xfrm>
            <a:off x="890530" y="4011095"/>
            <a:ext cx="10410940" cy="1933323"/>
          </a:xfrm>
          <a:prstGeom prst="rect">
            <a:avLst/>
          </a:prstGeom>
          <a:noFill/>
          <a:ln w="38100">
            <a:solidFill>
              <a:schemeClr val="bg1">
                <a:lumMod val="2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37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E35A74-DFC4-8831-0ACF-7DA7DAE73F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8DD1A-9619-4D2B-4C80-7C4F9DF80A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 employee works at one location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655D56-4D83-A23B-4D07-8EB0021D0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Reading the Notation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CC6A4-B730-75B8-D0A4-5D098FEB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62EA0C-083B-7D86-874E-667002D91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705" y="2935650"/>
            <a:ext cx="7973700" cy="2081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loud Callout 8">
            <a:extLst>
              <a:ext uri="{FF2B5EF4-FFF2-40B4-BE49-F238E27FC236}">
                <a16:creationId xmlns:a16="http://schemas.microsoft.com/office/drawing/2014/main" id="{D591BA01-FF4B-7340-E3CA-24F4147BE43E}"/>
              </a:ext>
            </a:extLst>
          </p:cNvPr>
          <p:cNvSpPr/>
          <p:nvPr/>
        </p:nvSpPr>
        <p:spPr>
          <a:xfrm>
            <a:off x="5728772" y="1901756"/>
            <a:ext cx="2622014" cy="1312906"/>
          </a:xfrm>
          <a:prstGeom prst="cloudCallout">
            <a:avLst>
              <a:gd name="adj1" fmla="val -72514"/>
              <a:gd name="adj2" fmla="val 650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Employee works at one location</a:t>
            </a: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7EF363C7-79FB-9949-BE7D-33CD94EE6F4C}"/>
              </a:ext>
            </a:extLst>
          </p:cNvPr>
          <p:cNvSpPr/>
          <p:nvPr/>
        </p:nvSpPr>
        <p:spPr>
          <a:xfrm>
            <a:off x="4500391" y="5133231"/>
            <a:ext cx="2456762" cy="1339764"/>
          </a:xfrm>
          <a:prstGeom prst="cloudCallout">
            <a:avLst>
              <a:gd name="adj1" fmla="val 38808"/>
              <a:gd name="adj2" fmla="val -76397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Location has many employees</a:t>
            </a:r>
          </a:p>
        </p:txBody>
      </p:sp>
    </p:spTree>
    <p:extLst>
      <p:ext uri="{BB962C8B-B14F-4D97-AF65-F5344CB8AC3E}">
        <p14:creationId xmlns:p14="http://schemas.microsoft.com/office/powerpoint/2010/main" val="114699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E35A74-DFC4-8831-0ACF-7DA7DAE73F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8DD1A-9619-4D2B-4C80-7C4F9DF80A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 employee works at one location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655D56-4D83-A23B-4D07-8EB0021D0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Foreign Key Placement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CC6A4-B730-75B8-D0A4-5D098FEB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23B0857-33D6-F92A-0BD0-D4D0750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755" y="1877032"/>
            <a:ext cx="9245600" cy="284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ine Callout 1 (No Border) 5">
            <a:extLst>
              <a:ext uri="{FF2B5EF4-FFF2-40B4-BE49-F238E27FC236}">
                <a16:creationId xmlns:a16="http://schemas.microsoft.com/office/drawing/2014/main" id="{D6BF419F-91C4-4C67-A04E-5BD5B495E3DC}"/>
              </a:ext>
            </a:extLst>
          </p:cNvPr>
          <p:cNvSpPr/>
          <p:nvPr/>
        </p:nvSpPr>
        <p:spPr>
          <a:xfrm>
            <a:off x="5739788" y="4841130"/>
            <a:ext cx="2754217" cy="1449303"/>
          </a:xfrm>
          <a:prstGeom prst="callout1">
            <a:avLst>
              <a:gd name="adj1" fmla="val 18750"/>
              <a:gd name="adj2" fmla="val -8333"/>
              <a:gd name="adj3" fmla="val -44091"/>
              <a:gd name="adj4" fmla="val -65722"/>
            </a:avLst>
          </a:prstGeo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”The crow knows</a:t>
            </a:r>
          </a:p>
          <a:p>
            <a:pPr algn="ctr"/>
            <a:r>
              <a:rPr lang="en-US"/>
              <a:t>the foreign key.”</a:t>
            </a:r>
          </a:p>
        </p:txBody>
      </p:sp>
    </p:spTree>
    <p:extLst>
      <p:ext uri="{BB962C8B-B14F-4D97-AF65-F5344CB8AC3E}">
        <p14:creationId xmlns:p14="http://schemas.microsoft.com/office/powerpoint/2010/main" val="127392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5B525D-241C-6C12-8D28-B0A914422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Making connections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9EEBB-41D1-99A8-5507-8AA67FD24E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514076"/>
          </a:xfrm>
        </p:spPr>
        <p:txBody>
          <a:bodyPr/>
          <a:lstStyle/>
          <a:p>
            <a:r>
              <a:rPr lang="en-US"/>
              <a:t>It is possible to have a foreign key relationship within the same table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EB8D57-6E8C-F226-07CC-CE746FBB6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Foreign Keys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B308F-D2EB-9A2C-44D0-AD9266A1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0703EB-1F9B-CB46-458E-C7CB046C1631}"/>
              </a:ext>
            </a:extLst>
          </p:cNvPr>
          <p:cNvGraphicFramePr>
            <a:graphicFrameLocks noGrp="1"/>
          </p:cNvGraphicFramePr>
          <p:nvPr/>
        </p:nvGraphicFramePr>
        <p:xfrm>
          <a:off x="560614" y="2082799"/>
          <a:ext cx="5194300" cy="36346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89875">
                  <a:extLst>
                    <a:ext uri="{9D8B030D-6E8A-4147-A177-3AD203B41FA5}">
                      <a16:colId xmlns:a16="http://schemas.microsoft.com/office/drawing/2014/main" val="3778342851"/>
                    </a:ext>
                  </a:extLst>
                </a:gridCol>
                <a:gridCol w="2604425">
                  <a:extLst>
                    <a:ext uri="{9D8B030D-6E8A-4147-A177-3AD203B41FA5}">
                      <a16:colId xmlns:a16="http://schemas.microsoft.com/office/drawing/2014/main" val="1589412088"/>
                    </a:ext>
                  </a:extLst>
                </a:gridCol>
              </a:tblGrid>
              <a:tr h="431399">
                <a:tc gridSpan="2">
                  <a:txBody>
                    <a:bodyPr/>
                    <a:lstStyle/>
                    <a:p>
                      <a:r>
                        <a:rPr lang="en-US"/>
                        <a:t>Employees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492274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 b="1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64043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 err="1"/>
                        <a:t>given_name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812420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 err="1"/>
                        <a:t>family_name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22467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 err="1"/>
                        <a:t>social_security_number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313350"/>
                  </a:ext>
                </a:extLst>
              </a:tr>
              <a:tr h="431399">
                <a:tc>
                  <a:txBody>
                    <a:bodyPr/>
                    <a:lstStyle/>
                    <a:p>
                      <a:r>
                        <a:rPr lang="en-US"/>
                        <a:t>birthdate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254788"/>
                  </a:ext>
                </a:extLst>
              </a:tr>
              <a:tr h="523107">
                <a:tc>
                  <a:txBody>
                    <a:bodyPr/>
                    <a:lstStyle/>
                    <a:p>
                      <a:r>
                        <a:rPr lang="en-US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VARCHAR(100)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357846"/>
                  </a:ext>
                </a:extLst>
              </a:tr>
              <a:tr h="523107">
                <a:tc>
                  <a:txBody>
                    <a:bodyPr/>
                    <a:lstStyle/>
                    <a:p>
                      <a:r>
                        <a:rPr lang="en-US" err="1"/>
                        <a:t>supervisor_id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907154"/>
                  </a:ext>
                </a:extLst>
              </a:tr>
            </a:tbl>
          </a:graphicData>
        </a:graphic>
      </p:graphicFrame>
      <p:pic>
        <p:nvPicPr>
          <p:cNvPr id="10" name="Picture 9" descr="A conceptual data model that demonstrates that the Employee entity can have a supervisory relationship with another instance of the Employee entity.">
            <a:extLst>
              <a:ext uri="{FF2B5EF4-FFF2-40B4-BE49-F238E27FC236}">
                <a16:creationId xmlns:a16="http://schemas.microsoft.com/office/drawing/2014/main" id="{6382DF5A-324A-3DE3-8937-0BB5CDEF8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462" y="1800362"/>
            <a:ext cx="3109367" cy="221814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E539ED5-62B4-6D67-D70B-96389B53377C}"/>
              </a:ext>
            </a:extLst>
          </p:cNvPr>
          <p:cNvSpPr/>
          <p:nvPr/>
        </p:nvSpPr>
        <p:spPr>
          <a:xfrm>
            <a:off x="357414" y="5170645"/>
            <a:ext cx="5600700" cy="673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442DDC7-D72F-1AAB-5266-AB57AD33F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662" y="3753637"/>
            <a:ext cx="3986460" cy="29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11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427F8518-0786-4241-9955-5A8DAADF5AFF}">
  <ds:schemaRefs>
    <ds:schemaRef ds:uri="37af3f4b-4b66-46f9-8456-831d9bc3e737"/>
    <ds:schemaRef ds:uri="d6656b4d-3fa0-4709-acfb-d5e813445d1e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37af3f4b-4b66-46f9-8456-831d9bc3e737"/>
    <ds:schemaRef ds:uri="d6656b4d-3fa0-4709-acfb-d5e813445d1e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17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Entity Relationship Diagrams</vt:lpstr>
      <vt:lpstr>ERDs: The “Logical” Model</vt:lpstr>
      <vt:lpstr>“Boxes” and “Arrows”</vt:lpstr>
      <vt:lpstr>Table Naming Conventions</vt:lpstr>
      <vt:lpstr>Field Naming Conventions</vt:lpstr>
      <vt:lpstr>Table Shapes in an ERD</vt:lpstr>
      <vt:lpstr>Crows Foot Notation</vt:lpstr>
      <vt:lpstr>Focus on the Basics of the Relationships</vt:lpstr>
      <vt:lpstr>Keys in Relational Databases</vt:lpstr>
      <vt:lpstr>Keys Uniquely Identify Records</vt:lpstr>
      <vt:lpstr>Candidate Keys</vt:lpstr>
      <vt:lpstr>Primary Keys</vt:lpstr>
      <vt:lpstr>Foreign Keys</vt:lpstr>
      <vt:lpstr>Notation Example</vt:lpstr>
      <vt:lpstr>Reading the Notation</vt:lpstr>
      <vt:lpstr>Foreign Key Placement</vt:lpstr>
      <vt:lpstr>Foreign Keys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Relationship Diagrams</dc:title>
  <dc:creator>Rob Elliott</dc:creator>
  <cp:revision>1</cp:revision>
  <dcterms:created xsi:type="dcterms:W3CDTF">2024-08-21T18:53:30Z</dcterms:created>
  <dcterms:modified xsi:type="dcterms:W3CDTF">2024-08-28T20:48:41Z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