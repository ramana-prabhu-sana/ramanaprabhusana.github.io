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23"/>
  </p:notesMasterIdLst>
  <p:sldIdLst>
    <p:sldId id="267" r:id="rId5"/>
    <p:sldId id="268" r:id="rId6"/>
    <p:sldId id="272" r:id="rId7"/>
    <p:sldId id="273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74" r:id="rId21"/>
    <p:sldId id="271" r:id="rId22"/>
  </p:sldIdLst>
  <p:sldSz cx="12192000" cy="6858000"/>
  <p:notesSz cx="6858000" cy="9144000"/>
  <p:embeddedFontLst>
    <p:embeddedFont>
      <p:font typeface="Acumin Pro" panose="020B0604020202020204" charset="0"/>
      <p:regular r:id="rId24"/>
      <p:bold r:id="rId25"/>
      <p:italic r:id="rId26"/>
      <p:boldItalic r:id="rId27"/>
    </p:embeddedFont>
    <p:embeddedFont>
      <p:font typeface="Acumin Pro Condensed Semibold" panose="020B0604020202020204" charset="0"/>
      <p:regular r:id="rId28"/>
      <p:bold r:id="rId29"/>
      <p:italic r:id="rId30"/>
      <p:boldItalic r:id="rId31"/>
    </p:embeddedFont>
    <p:embeddedFont>
      <p:font typeface="Acumin Pro Medium" panose="020B0604020202020204" charset="0"/>
      <p:regular r:id="rId32"/>
      <p:italic r:id="rId33"/>
    </p:embeddedFont>
    <p:embeddedFont>
      <p:font typeface="Acumin Pro Semibold" panose="020B0604020202020204" charset="0"/>
      <p:regular r:id="rId34"/>
      <p:bold r:id="rId35"/>
      <p:italic r:id="rId36"/>
      <p:boldItalic r:id="rId37"/>
    </p:embeddedFon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Franklin Gothic Book" panose="020B0604020202020204" charset="0"/>
      <p:regular r:id="rId42"/>
      <p:italic r:id="rId43"/>
    </p:embeddedFont>
    <p:embeddedFont>
      <p:font typeface="Franklin Gothic Medium" panose="020B0603020102020204" pitchFamily="34" charset="0"/>
      <p:regular r:id="rId44"/>
      <p:italic r:id="rId45"/>
    </p:embeddedFont>
    <p:embeddedFont>
      <p:font typeface="Franklin Gothic Medium Cond" panose="020B0604020202020204" charset="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B0C82F-6023-014B-AD2B-B0C55CC2A367}" v="2245" dt="2025-09-18T13:08:20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080"/>
        <p:guide pos="31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7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6.fntdata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font" Target="fonts/font22.fntdata"/><Relationship Id="rId53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font" Target="fonts/font23.fntdata"/><Relationship Id="rId20" Type="http://schemas.openxmlformats.org/officeDocument/2006/relationships/slide" Target="slides/slide16.xml"/><Relationship Id="rId41" Type="http://schemas.openxmlformats.org/officeDocument/2006/relationships/font" Target="fonts/font1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Elliott" userId="04040a5f-f8f3-4f1b-92ff-388c2ca4c4a6" providerId="ADAL" clId="{E2329216-7C34-5DCE-90A5-A887F6A94933}"/>
    <pc:docChg chg="undo custSel addSld delSld modSld sldOrd">
      <pc:chgData name="Rob Elliott" userId="04040a5f-f8f3-4f1b-92ff-388c2ca4c4a6" providerId="ADAL" clId="{E2329216-7C34-5DCE-90A5-A887F6A94933}" dt="2025-09-18T13:08:20.902" v="2248" actId="20577"/>
      <pc:docMkLst>
        <pc:docMk/>
      </pc:docMkLst>
      <pc:sldChg chg="modAnim">
        <pc:chgData name="Rob Elliott" userId="04040a5f-f8f3-4f1b-92ff-388c2ca4c4a6" providerId="ADAL" clId="{E2329216-7C34-5DCE-90A5-A887F6A94933}" dt="2025-09-16T20:14:02.113" v="2144"/>
        <pc:sldMkLst>
          <pc:docMk/>
          <pc:sldMk cId="3205402424" sldId="268"/>
        </pc:sldMkLst>
      </pc:sldChg>
      <pc:sldChg chg="modSp mod modAnim">
        <pc:chgData name="Rob Elliott" userId="04040a5f-f8f3-4f1b-92ff-388c2ca4c4a6" providerId="ADAL" clId="{E2329216-7C34-5DCE-90A5-A887F6A94933}" dt="2025-09-16T20:11:20.913" v="2143" actId="14100"/>
        <pc:sldMkLst>
          <pc:docMk/>
          <pc:sldMk cId="3897088628" sldId="271"/>
        </pc:sldMkLst>
        <pc:spChg chg="mod">
          <ac:chgData name="Rob Elliott" userId="04040a5f-f8f3-4f1b-92ff-388c2ca4c4a6" providerId="ADAL" clId="{E2329216-7C34-5DCE-90A5-A887F6A94933}" dt="2025-09-16T20:11:20.913" v="2143" actId="14100"/>
          <ac:spMkLst>
            <pc:docMk/>
            <pc:sldMk cId="3897088628" sldId="271"/>
            <ac:spMk id="3" creationId="{23A7DB91-91E1-DE52-3990-D0A5DAE2CEEF}"/>
          </ac:spMkLst>
        </pc:spChg>
      </pc:sldChg>
      <pc:sldChg chg="new del">
        <pc:chgData name="Rob Elliott" userId="04040a5f-f8f3-4f1b-92ff-388c2ca4c4a6" providerId="ADAL" clId="{E2329216-7C34-5DCE-90A5-A887F6A94933}" dt="2025-09-16T19:10:45.400" v="1" actId="2696"/>
        <pc:sldMkLst>
          <pc:docMk/>
          <pc:sldMk cId="1661116686" sldId="272"/>
        </pc:sldMkLst>
      </pc:sldChg>
      <pc:sldChg chg="modSp new mod ord">
        <pc:chgData name="Rob Elliott" userId="04040a5f-f8f3-4f1b-92ff-388c2ca4c4a6" providerId="ADAL" clId="{E2329216-7C34-5DCE-90A5-A887F6A94933}" dt="2025-09-16T19:11:34.578" v="22" actId="20578"/>
        <pc:sldMkLst>
          <pc:docMk/>
          <pc:sldMk cId="4046857427" sldId="272"/>
        </pc:sldMkLst>
        <pc:spChg chg="mod">
          <ac:chgData name="Rob Elliott" userId="04040a5f-f8f3-4f1b-92ff-388c2ca4c4a6" providerId="ADAL" clId="{E2329216-7C34-5DCE-90A5-A887F6A94933}" dt="2025-09-16T19:10:54.889" v="21" actId="20577"/>
          <ac:spMkLst>
            <pc:docMk/>
            <pc:sldMk cId="4046857427" sldId="272"/>
            <ac:spMk id="2" creationId="{553123BA-D824-1A79-269F-2BB378138678}"/>
          </ac:spMkLst>
        </pc:spChg>
      </pc:sldChg>
      <pc:sldChg chg="add modAnim">
        <pc:chgData name="Rob Elliott" userId="04040a5f-f8f3-4f1b-92ff-388c2ca4c4a6" providerId="ADAL" clId="{E2329216-7C34-5DCE-90A5-A887F6A94933}" dt="2025-09-16T19:12:31.377" v="38"/>
        <pc:sldMkLst>
          <pc:docMk/>
          <pc:sldMk cId="1196225976" sldId="273"/>
        </pc:sldMkLst>
      </pc:sldChg>
      <pc:sldChg chg="modSp add mod ord">
        <pc:chgData name="Rob Elliott" userId="04040a5f-f8f3-4f1b-92ff-388c2ca4c4a6" providerId="ADAL" clId="{E2329216-7C34-5DCE-90A5-A887F6A94933}" dt="2025-09-16T19:11:48.205" v="37" actId="20577"/>
        <pc:sldMkLst>
          <pc:docMk/>
          <pc:sldMk cId="655006498" sldId="274"/>
        </pc:sldMkLst>
        <pc:spChg chg="mod">
          <ac:chgData name="Rob Elliott" userId="04040a5f-f8f3-4f1b-92ff-388c2ca4c4a6" providerId="ADAL" clId="{E2329216-7C34-5DCE-90A5-A887F6A94933}" dt="2025-09-16T19:11:48.205" v="37" actId="20577"/>
          <ac:spMkLst>
            <pc:docMk/>
            <pc:sldMk cId="655006498" sldId="274"/>
            <ac:spMk id="2" creationId="{EB9F1D93-CA83-C06B-BB55-45E7E86BD75A}"/>
          </ac:spMkLst>
        </pc:spChg>
      </pc:sldChg>
      <pc:sldChg chg="addSp modSp add mod modAnim">
        <pc:chgData name="Rob Elliott" userId="04040a5f-f8f3-4f1b-92ff-388c2ca4c4a6" providerId="ADAL" clId="{E2329216-7C34-5DCE-90A5-A887F6A94933}" dt="2025-09-16T20:33:39.443" v="2210" actId="207"/>
        <pc:sldMkLst>
          <pc:docMk/>
          <pc:sldMk cId="1256964142" sldId="275"/>
        </pc:sldMkLst>
        <pc:spChg chg="mod">
          <ac:chgData name="Rob Elliott" userId="04040a5f-f8f3-4f1b-92ff-388c2ca4c4a6" providerId="ADAL" clId="{E2329216-7C34-5DCE-90A5-A887F6A94933}" dt="2025-09-16T19:20:05.051" v="244" actId="20577"/>
          <ac:spMkLst>
            <pc:docMk/>
            <pc:sldMk cId="1256964142" sldId="275"/>
            <ac:spMk id="2" creationId="{E694EDE5-0F69-AA60-516C-E08759C7F09B}"/>
          </ac:spMkLst>
        </pc:spChg>
        <pc:spChg chg="mod">
          <ac:chgData name="Rob Elliott" userId="04040a5f-f8f3-4f1b-92ff-388c2ca4c4a6" providerId="ADAL" clId="{E2329216-7C34-5DCE-90A5-A887F6A94933}" dt="2025-09-16T20:14:25.786" v="2161" actId="20577"/>
          <ac:spMkLst>
            <pc:docMk/>
            <pc:sldMk cId="1256964142" sldId="275"/>
            <ac:spMk id="3" creationId="{ECCD8A1A-663E-B281-8333-2C4A6D9C9810}"/>
          </ac:spMkLst>
        </pc:spChg>
        <pc:spChg chg="mod">
          <ac:chgData name="Rob Elliott" userId="04040a5f-f8f3-4f1b-92ff-388c2ca4c4a6" providerId="ADAL" clId="{E2329216-7C34-5DCE-90A5-A887F6A94933}" dt="2025-09-16T19:12:54.811" v="49" actId="20577"/>
          <ac:spMkLst>
            <pc:docMk/>
            <pc:sldMk cId="1256964142" sldId="275"/>
            <ac:spMk id="4" creationId="{5F365962-B99A-27E6-C03D-7D57B3C3F540}"/>
          </ac:spMkLst>
        </pc:spChg>
        <pc:spChg chg="add mod">
          <ac:chgData name="Rob Elliott" userId="04040a5f-f8f3-4f1b-92ff-388c2ca4c4a6" providerId="ADAL" clId="{E2329216-7C34-5DCE-90A5-A887F6A94933}" dt="2025-09-16T19:18:18.373" v="151" actId="14100"/>
          <ac:spMkLst>
            <pc:docMk/>
            <pc:sldMk cId="1256964142" sldId="275"/>
            <ac:spMk id="7" creationId="{E60A8CA8-8845-20F3-D794-178BC5DFC464}"/>
          </ac:spMkLst>
        </pc:spChg>
        <pc:spChg chg="mod">
          <ac:chgData name="Rob Elliott" userId="04040a5f-f8f3-4f1b-92ff-388c2ca4c4a6" providerId="ADAL" clId="{E2329216-7C34-5DCE-90A5-A887F6A94933}" dt="2025-09-16T20:33:39.443" v="2210" actId="207"/>
          <ac:spMkLst>
            <pc:docMk/>
            <pc:sldMk cId="1256964142" sldId="275"/>
            <ac:spMk id="8" creationId="{C0875115-3CAD-06DD-1D63-EF138BEB7F99}"/>
          </ac:spMkLst>
        </pc:spChg>
        <pc:spChg chg="mod">
          <ac:chgData name="Rob Elliott" userId="04040a5f-f8f3-4f1b-92ff-388c2ca4c4a6" providerId="ADAL" clId="{E2329216-7C34-5DCE-90A5-A887F6A94933}" dt="2025-09-16T19:13:01.752" v="50" actId="14100"/>
          <ac:spMkLst>
            <pc:docMk/>
            <pc:sldMk cId="1256964142" sldId="275"/>
            <ac:spMk id="10" creationId="{24133B6B-AB01-9BC3-853E-5C329EFD94AC}"/>
          </ac:spMkLst>
        </pc:spChg>
        <pc:spChg chg="add mod">
          <ac:chgData name="Rob Elliott" userId="04040a5f-f8f3-4f1b-92ff-388c2ca4c4a6" providerId="ADAL" clId="{E2329216-7C34-5DCE-90A5-A887F6A94933}" dt="2025-09-16T19:18:52.373" v="159" actId="1076"/>
          <ac:spMkLst>
            <pc:docMk/>
            <pc:sldMk cId="1256964142" sldId="275"/>
            <ac:spMk id="14" creationId="{886D1AA2-6B4E-90A8-4F5A-27EB3D01EB14}"/>
          </ac:spMkLst>
        </pc:spChg>
        <pc:spChg chg="add mod">
          <ac:chgData name="Rob Elliott" userId="04040a5f-f8f3-4f1b-92ff-388c2ca4c4a6" providerId="ADAL" clId="{E2329216-7C34-5DCE-90A5-A887F6A94933}" dt="2025-09-16T19:19:12.599" v="164" actId="1076"/>
          <ac:spMkLst>
            <pc:docMk/>
            <pc:sldMk cId="1256964142" sldId="275"/>
            <ac:spMk id="15" creationId="{B4816202-68B8-DF71-5110-C3142FF71234}"/>
          </ac:spMkLst>
        </pc:spChg>
        <pc:picChg chg="add mod">
          <ac:chgData name="Rob Elliott" userId="04040a5f-f8f3-4f1b-92ff-388c2ca4c4a6" providerId="ADAL" clId="{E2329216-7C34-5DCE-90A5-A887F6A94933}" dt="2025-09-16T19:18:04.719" v="147" actId="1076"/>
          <ac:picMkLst>
            <pc:docMk/>
            <pc:sldMk cId="1256964142" sldId="275"/>
            <ac:picMk id="13" creationId="{D8B51E1C-B973-A9FB-D44A-007B67CFECFF}"/>
          </ac:picMkLst>
        </pc:picChg>
      </pc:sldChg>
      <pc:sldChg chg="addSp delSp modSp add mod modAnim">
        <pc:chgData name="Rob Elliott" userId="04040a5f-f8f3-4f1b-92ff-388c2ca4c4a6" providerId="ADAL" clId="{E2329216-7C34-5DCE-90A5-A887F6A94933}" dt="2025-09-16T20:34:38.588" v="2214"/>
        <pc:sldMkLst>
          <pc:docMk/>
          <pc:sldMk cId="870066504" sldId="276"/>
        </pc:sldMkLst>
        <pc:spChg chg="mod">
          <ac:chgData name="Rob Elliott" userId="04040a5f-f8f3-4f1b-92ff-388c2ca4c4a6" providerId="ADAL" clId="{E2329216-7C34-5DCE-90A5-A887F6A94933}" dt="2025-09-16T19:19:57.668" v="207" actId="20577"/>
          <ac:spMkLst>
            <pc:docMk/>
            <pc:sldMk cId="870066504" sldId="276"/>
            <ac:spMk id="2" creationId="{940CFBCD-56E3-F492-B900-D7DF07D5F7AA}"/>
          </ac:spMkLst>
        </pc:spChg>
        <pc:spChg chg="mod">
          <ac:chgData name="Rob Elliott" userId="04040a5f-f8f3-4f1b-92ff-388c2ca4c4a6" providerId="ADAL" clId="{E2329216-7C34-5DCE-90A5-A887F6A94933}" dt="2025-09-16T19:20:40.471" v="248" actId="1076"/>
          <ac:spMkLst>
            <pc:docMk/>
            <pc:sldMk cId="870066504" sldId="276"/>
            <ac:spMk id="6" creationId="{6B7A4993-8C8C-2F4D-B5DD-A992AA2E4BFE}"/>
          </ac:spMkLst>
        </pc:spChg>
        <pc:spChg chg="mod">
          <ac:chgData name="Rob Elliott" userId="04040a5f-f8f3-4f1b-92ff-388c2ca4c4a6" providerId="ADAL" clId="{E2329216-7C34-5DCE-90A5-A887F6A94933}" dt="2025-09-16T19:20:58.362" v="252" actId="20577"/>
          <ac:spMkLst>
            <pc:docMk/>
            <pc:sldMk cId="870066504" sldId="276"/>
            <ac:spMk id="8" creationId="{FFA6B179-9C11-ED69-9FA2-18C392462851}"/>
          </ac:spMkLst>
        </pc:spChg>
        <pc:spChg chg="mod">
          <ac:chgData name="Rob Elliott" userId="04040a5f-f8f3-4f1b-92ff-388c2ca4c4a6" providerId="ADAL" clId="{E2329216-7C34-5DCE-90A5-A887F6A94933}" dt="2025-09-16T19:20:40.471" v="248" actId="1076"/>
          <ac:spMkLst>
            <pc:docMk/>
            <pc:sldMk cId="870066504" sldId="276"/>
            <ac:spMk id="9" creationId="{F905A7BD-49F6-0AC3-EDC2-6A7A96D60046}"/>
          </ac:spMkLst>
        </pc:spChg>
        <pc:spChg chg="mod">
          <ac:chgData name="Rob Elliott" userId="04040a5f-f8f3-4f1b-92ff-388c2ca4c4a6" providerId="ADAL" clId="{E2329216-7C34-5DCE-90A5-A887F6A94933}" dt="2025-09-16T19:20:40.471" v="248" actId="1076"/>
          <ac:spMkLst>
            <pc:docMk/>
            <pc:sldMk cId="870066504" sldId="276"/>
            <ac:spMk id="11" creationId="{9FC3C69D-DA36-7488-5C51-F444577E553F}"/>
          </ac:spMkLst>
        </pc:spChg>
        <pc:spChg chg="mod">
          <ac:chgData name="Rob Elliott" userId="04040a5f-f8f3-4f1b-92ff-388c2ca4c4a6" providerId="ADAL" clId="{E2329216-7C34-5DCE-90A5-A887F6A94933}" dt="2025-09-16T19:20:40.471" v="248" actId="1076"/>
          <ac:spMkLst>
            <pc:docMk/>
            <pc:sldMk cId="870066504" sldId="276"/>
            <ac:spMk id="12" creationId="{0AB0A3E5-064B-F002-DF58-EA77EDB5DB85}"/>
          </ac:spMkLst>
        </pc:spChg>
        <pc:spChg chg="add mod">
          <ac:chgData name="Rob Elliott" userId="04040a5f-f8f3-4f1b-92ff-388c2ca4c4a6" providerId="ADAL" clId="{E2329216-7C34-5DCE-90A5-A887F6A94933}" dt="2025-09-16T19:24:27.226" v="433" actId="20577"/>
          <ac:spMkLst>
            <pc:docMk/>
            <pc:sldMk cId="870066504" sldId="276"/>
            <ac:spMk id="18" creationId="{007416AB-19ED-61B2-A272-F1BDDD6B59F5}"/>
          </ac:spMkLst>
        </pc:spChg>
        <pc:spChg chg="add mod">
          <ac:chgData name="Rob Elliott" userId="04040a5f-f8f3-4f1b-92ff-388c2ca4c4a6" providerId="ADAL" clId="{E2329216-7C34-5DCE-90A5-A887F6A94933}" dt="2025-09-16T19:22:56.110" v="396" actId="207"/>
          <ac:spMkLst>
            <pc:docMk/>
            <pc:sldMk cId="870066504" sldId="276"/>
            <ac:spMk id="19" creationId="{6C56FDBA-9357-C632-6647-A96D24C241EC}"/>
          </ac:spMkLst>
        </pc:spChg>
        <pc:spChg chg="add mod">
          <ac:chgData name="Rob Elliott" userId="04040a5f-f8f3-4f1b-92ff-388c2ca4c4a6" providerId="ADAL" clId="{E2329216-7C34-5DCE-90A5-A887F6A94933}" dt="2025-09-16T19:23:23.990" v="428" actId="114"/>
          <ac:spMkLst>
            <pc:docMk/>
            <pc:sldMk cId="870066504" sldId="276"/>
            <ac:spMk id="20" creationId="{C044EE8F-3BD0-3098-6957-37B2DD1D93D2}"/>
          </ac:spMkLst>
        </pc:spChg>
      </pc:sldChg>
      <pc:sldChg chg="delSp modSp add mod modAnim">
        <pc:chgData name="Rob Elliott" userId="04040a5f-f8f3-4f1b-92ff-388c2ca4c4a6" providerId="ADAL" clId="{E2329216-7C34-5DCE-90A5-A887F6A94933}" dt="2025-09-16T20:35:53.503" v="2226"/>
        <pc:sldMkLst>
          <pc:docMk/>
          <pc:sldMk cId="3570954098" sldId="277"/>
        </pc:sldMkLst>
        <pc:spChg chg="mod">
          <ac:chgData name="Rob Elliott" userId="04040a5f-f8f3-4f1b-92ff-388c2ca4c4a6" providerId="ADAL" clId="{E2329216-7C34-5DCE-90A5-A887F6A94933}" dt="2025-09-16T19:23:45.543" v="430" actId="20577"/>
          <ac:spMkLst>
            <pc:docMk/>
            <pc:sldMk cId="3570954098" sldId="277"/>
            <ac:spMk id="8" creationId="{88F65439-B44D-9992-05CD-40FDF8226566}"/>
          </ac:spMkLst>
        </pc:spChg>
        <pc:spChg chg="mod">
          <ac:chgData name="Rob Elliott" userId="04040a5f-f8f3-4f1b-92ff-388c2ca4c4a6" providerId="ADAL" clId="{E2329216-7C34-5DCE-90A5-A887F6A94933}" dt="2025-09-16T19:25:04.529" v="458" actId="13926"/>
          <ac:spMkLst>
            <pc:docMk/>
            <pc:sldMk cId="3570954098" sldId="277"/>
            <ac:spMk id="18" creationId="{F8913858-271E-9994-7758-E1A0D9A549AD}"/>
          </ac:spMkLst>
        </pc:spChg>
        <pc:spChg chg="mod">
          <ac:chgData name="Rob Elliott" userId="04040a5f-f8f3-4f1b-92ff-388c2ca4c4a6" providerId="ADAL" clId="{E2329216-7C34-5DCE-90A5-A887F6A94933}" dt="2025-09-16T19:23:49.269" v="431" actId="1076"/>
          <ac:spMkLst>
            <pc:docMk/>
            <pc:sldMk cId="3570954098" sldId="277"/>
            <ac:spMk id="19" creationId="{389694ED-FCD8-AACA-5E83-9EB60CF89D25}"/>
          </ac:spMkLst>
        </pc:spChg>
      </pc:sldChg>
      <pc:sldChg chg="addSp delSp modSp add mod ord modAnim">
        <pc:chgData name="Rob Elliott" userId="04040a5f-f8f3-4f1b-92ff-388c2ca4c4a6" providerId="ADAL" clId="{E2329216-7C34-5DCE-90A5-A887F6A94933}" dt="2025-09-16T20:36:32.330" v="2232" actId="20577"/>
        <pc:sldMkLst>
          <pc:docMk/>
          <pc:sldMk cId="2811475696" sldId="278"/>
        </pc:sldMkLst>
        <pc:spChg chg="mod">
          <ac:chgData name="Rob Elliott" userId="04040a5f-f8f3-4f1b-92ff-388c2ca4c4a6" providerId="ADAL" clId="{E2329216-7C34-5DCE-90A5-A887F6A94933}" dt="2025-09-16T19:26:43.831" v="517" actId="20577"/>
          <ac:spMkLst>
            <pc:docMk/>
            <pc:sldMk cId="2811475696" sldId="278"/>
            <ac:spMk id="2" creationId="{FCAD6FC0-6D6A-B640-FF87-017C53C22DD3}"/>
          </ac:spMkLst>
        </pc:spChg>
        <pc:spChg chg="mod">
          <ac:chgData name="Rob Elliott" userId="04040a5f-f8f3-4f1b-92ff-388c2ca4c4a6" providerId="ADAL" clId="{E2329216-7C34-5DCE-90A5-A887F6A94933}" dt="2025-09-16T20:36:32.330" v="2232" actId="20577"/>
          <ac:spMkLst>
            <pc:docMk/>
            <pc:sldMk cId="2811475696" sldId="278"/>
            <ac:spMk id="3" creationId="{518C60B8-B31F-335A-8E18-C34048A09DD8}"/>
          </ac:spMkLst>
        </pc:spChg>
        <pc:spChg chg="mod">
          <ac:chgData name="Rob Elliott" userId="04040a5f-f8f3-4f1b-92ff-388c2ca4c4a6" providerId="ADAL" clId="{E2329216-7C34-5DCE-90A5-A887F6A94933}" dt="2025-09-16T19:25:51.082" v="467" actId="20577"/>
          <ac:spMkLst>
            <pc:docMk/>
            <pc:sldMk cId="2811475696" sldId="278"/>
            <ac:spMk id="4" creationId="{6D34ED60-B3E0-8CFF-D572-65B478FDDB08}"/>
          </ac:spMkLst>
        </pc:spChg>
        <pc:spChg chg="mod">
          <ac:chgData name="Rob Elliott" userId="04040a5f-f8f3-4f1b-92ff-388c2ca4c4a6" providerId="ADAL" clId="{E2329216-7C34-5DCE-90A5-A887F6A94933}" dt="2025-09-16T19:32:19.906" v="879" actId="14100"/>
          <ac:spMkLst>
            <pc:docMk/>
            <pc:sldMk cId="2811475696" sldId="278"/>
            <ac:spMk id="6" creationId="{EEFC35F6-0060-5CCB-F044-6AD7086B1EE9}"/>
          </ac:spMkLst>
        </pc:spChg>
        <pc:spChg chg="mod">
          <ac:chgData name="Rob Elliott" userId="04040a5f-f8f3-4f1b-92ff-388c2ca4c4a6" providerId="ADAL" clId="{E2329216-7C34-5DCE-90A5-A887F6A94933}" dt="2025-09-16T19:32:12.047" v="878" actId="20577"/>
          <ac:spMkLst>
            <pc:docMk/>
            <pc:sldMk cId="2811475696" sldId="278"/>
            <ac:spMk id="8" creationId="{CF133860-2B32-5999-4918-42E77CCA2A5A}"/>
          </ac:spMkLst>
        </pc:spChg>
        <pc:spChg chg="mod">
          <ac:chgData name="Rob Elliott" userId="04040a5f-f8f3-4f1b-92ff-388c2ca4c4a6" providerId="ADAL" clId="{E2329216-7C34-5DCE-90A5-A887F6A94933}" dt="2025-09-16T19:25:55.887" v="468" actId="14100"/>
          <ac:spMkLst>
            <pc:docMk/>
            <pc:sldMk cId="2811475696" sldId="278"/>
            <ac:spMk id="10" creationId="{2F9A614C-6132-34DE-7F54-76D7F00101E9}"/>
          </ac:spMkLst>
        </pc:spChg>
        <pc:spChg chg="mod">
          <ac:chgData name="Rob Elliott" userId="04040a5f-f8f3-4f1b-92ff-388c2ca4c4a6" providerId="ADAL" clId="{E2329216-7C34-5DCE-90A5-A887F6A94933}" dt="2025-09-16T19:32:24.689" v="880" actId="14100"/>
          <ac:spMkLst>
            <pc:docMk/>
            <pc:sldMk cId="2811475696" sldId="278"/>
            <ac:spMk id="12" creationId="{84F8EA04-9A08-22CF-3707-7E85F336F2B7}"/>
          </ac:spMkLst>
        </pc:spChg>
        <pc:spChg chg="add mod">
          <ac:chgData name="Rob Elliott" userId="04040a5f-f8f3-4f1b-92ff-388c2ca4c4a6" providerId="ADAL" clId="{E2329216-7C34-5DCE-90A5-A887F6A94933}" dt="2025-09-16T19:33:02.789" v="901" actId="20577"/>
          <ac:spMkLst>
            <pc:docMk/>
            <pc:sldMk cId="2811475696" sldId="278"/>
            <ac:spMk id="16" creationId="{59975A68-DF38-4215-F10C-84FF6E6E62BA}"/>
          </ac:spMkLst>
        </pc:spChg>
      </pc:sldChg>
      <pc:sldChg chg="delSp modSp add mod delAnim modAnim">
        <pc:chgData name="Rob Elliott" userId="04040a5f-f8f3-4f1b-92ff-388c2ca4c4a6" providerId="ADAL" clId="{E2329216-7C34-5DCE-90A5-A887F6A94933}" dt="2025-09-16T20:17:27.348" v="2177" actId="20577"/>
        <pc:sldMkLst>
          <pc:docMk/>
          <pc:sldMk cId="1212745757" sldId="279"/>
        </pc:sldMkLst>
        <pc:spChg chg="mod">
          <ac:chgData name="Rob Elliott" userId="04040a5f-f8f3-4f1b-92ff-388c2ca4c4a6" providerId="ADAL" clId="{E2329216-7C34-5DCE-90A5-A887F6A94933}" dt="2025-09-16T19:34:50.273" v="957" actId="20577"/>
          <ac:spMkLst>
            <pc:docMk/>
            <pc:sldMk cId="1212745757" sldId="279"/>
            <ac:spMk id="2" creationId="{0A4D4BCD-962F-CEDA-CC4F-5CC81064DBCF}"/>
          </ac:spMkLst>
        </pc:spChg>
        <pc:spChg chg="mod">
          <ac:chgData name="Rob Elliott" userId="04040a5f-f8f3-4f1b-92ff-388c2ca4c4a6" providerId="ADAL" clId="{E2329216-7C34-5DCE-90A5-A887F6A94933}" dt="2025-09-16T20:17:27.348" v="2177" actId="20577"/>
          <ac:spMkLst>
            <pc:docMk/>
            <pc:sldMk cId="1212745757" sldId="279"/>
            <ac:spMk id="3" creationId="{FF3D022F-831E-CFB5-3CC8-33F1F0351728}"/>
          </ac:spMkLst>
        </pc:spChg>
        <pc:spChg chg="mod">
          <ac:chgData name="Rob Elliott" userId="04040a5f-f8f3-4f1b-92ff-388c2ca4c4a6" providerId="ADAL" clId="{E2329216-7C34-5DCE-90A5-A887F6A94933}" dt="2025-09-16T19:34:36.856" v="933" actId="20577"/>
          <ac:spMkLst>
            <pc:docMk/>
            <pc:sldMk cId="1212745757" sldId="279"/>
            <ac:spMk id="4" creationId="{7E7CB6FE-EAE0-4125-3CD2-8B8C952B74B9}"/>
          </ac:spMkLst>
        </pc:spChg>
      </pc:sldChg>
      <pc:sldChg chg="addSp modSp new mod ord modAnim">
        <pc:chgData name="Rob Elliott" userId="04040a5f-f8f3-4f1b-92ff-388c2ca4c4a6" providerId="ADAL" clId="{E2329216-7C34-5DCE-90A5-A887F6A94933}" dt="2025-09-16T20:17:36.576" v="2178"/>
        <pc:sldMkLst>
          <pc:docMk/>
          <pc:sldMk cId="509624435" sldId="280"/>
        </pc:sldMkLst>
        <pc:spChg chg="add mod">
          <ac:chgData name="Rob Elliott" userId="04040a5f-f8f3-4f1b-92ff-388c2ca4c4a6" providerId="ADAL" clId="{E2329216-7C34-5DCE-90A5-A887F6A94933}" dt="2025-09-16T19:47:43.093" v="1361" actId="207"/>
          <ac:spMkLst>
            <pc:docMk/>
            <pc:sldMk cId="509624435" sldId="280"/>
            <ac:spMk id="4" creationId="{033E60AC-72E9-73CB-FC60-A508C81E5786}"/>
          </ac:spMkLst>
        </pc:spChg>
        <pc:picChg chg="add">
          <ac:chgData name="Rob Elliott" userId="04040a5f-f8f3-4f1b-92ff-388c2ca4c4a6" providerId="ADAL" clId="{E2329216-7C34-5DCE-90A5-A887F6A94933}" dt="2025-09-16T19:47:06.688" v="1357"/>
          <ac:picMkLst>
            <pc:docMk/>
            <pc:sldMk cId="509624435" sldId="280"/>
            <ac:picMk id="1026" creationId="{75D59620-A044-077A-79C8-123B81ACC649}"/>
          </ac:picMkLst>
        </pc:picChg>
      </pc:sldChg>
      <pc:sldChg chg="add modAnim">
        <pc:chgData name="Rob Elliott" userId="04040a5f-f8f3-4f1b-92ff-388c2ca4c4a6" providerId="ADAL" clId="{E2329216-7C34-5DCE-90A5-A887F6A94933}" dt="2025-09-16T20:18:05.466" v="2181"/>
        <pc:sldMkLst>
          <pc:docMk/>
          <pc:sldMk cId="2371241062" sldId="281"/>
        </pc:sldMkLst>
      </pc:sldChg>
      <pc:sldChg chg="addSp modSp add mod modAnim">
        <pc:chgData name="Rob Elliott" userId="04040a5f-f8f3-4f1b-92ff-388c2ca4c4a6" providerId="ADAL" clId="{E2329216-7C34-5DCE-90A5-A887F6A94933}" dt="2025-09-16T20:18:19.870" v="2183"/>
        <pc:sldMkLst>
          <pc:docMk/>
          <pc:sldMk cId="3825637701" sldId="282"/>
        </pc:sldMkLst>
        <pc:spChg chg="mod">
          <ac:chgData name="Rob Elliott" userId="04040a5f-f8f3-4f1b-92ff-388c2ca4c4a6" providerId="ADAL" clId="{E2329216-7C34-5DCE-90A5-A887F6A94933}" dt="2025-09-16T19:49:03.748" v="1413" actId="20577"/>
          <ac:spMkLst>
            <pc:docMk/>
            <pc:sldMk cId="3825637701" sldId="282"/>
            <ac:spMk id="2" creationId="{2750A229-AB71-AF5E-F462-CCC9A818DBD5}"/>
          </ac:spMkLst>
        </pc:spChg>
        <pc:spChg chg="mod">
          <ac:chgData name="Rob Elliott" userId="04040a5f-f8f3-4f1b-92ff-388c2ca4c4a6" providerId="ADAL" clId="{E2329216-7C34-5DCE-90A5-A887F6A94933}" dt="2025-09-16T19:50:05.711" v="1424" actId="2711"/>
          <ac:spMkLst>
            <pc:docMk/>
            <pc:sldMk cId="3825637701" sldId="282"/>
            <ac:spMk id="3" creationId="{CE1F9E8B-D020-C480-0900-E783EFE603A5}"/>
          </ac:spMkLst>
        </pc:spChg>
        <pc:spChg chg="mod">
          <ac:chgData name="Rob Elliott" userId="04040a5f-f8f3-4f1b-92ff-388c2ca4c4a6" providerId="ADAL" clId="{E2329216-7C34-5DCE-90A5-A887F6A94933}" dt="2025-09-16T19:48:57.212" v="1378" actId="20577"/>
          <ac:spMkLst>
            <pc:docMk/>
            <pc:sldMk cId="3825637701" sldId="282"/>
            <ac:spMk id="4" creationId="{76164827-2879-E953-3A06-5AEB1D0136A8}"/>
          </ac:spMkLst>
        </pc:spChg>
        <pc:spChg chg="add mod">
          <ac:chgData name="Rob Elliott" userId="04040a5f-f8f3-4f1b-92ff-388c2ca4c4a6" providerId="ADAL" clId="{E2329216-7C34-5DCE-90A5-A887F6A94933}" dt="2025-09-16T19:50:28.042" v="1428" actId="1076"/>
          <ac:spMkLst>
            <pc:docMk/>
            <pc:sldMk cId="3825637701" sldId="282"/>
            <ac:spMk id="6" creationId="{B2F94D59-4A99-7491-54F6-A954A39231ED}"/>
          </ac:spMkLst>
        </pc:spChg>
      </pc:sldChg>
      <pc:sldChg chg="addSp delSp modSp add mod modAnim">
        <pc:chgData name="Rob Elliott" userId="04040a5f-f8f3-4f1b-92ff-388c2ca4c4a6" providerId="ADAL" clId="{E2329216-7C34-5DCE-90A5-A887F6A94933}" dt="2025-09-18T13:08:20.902" v="2248" actId="20577"/>
        <pc:sldMkLst>
          <pc:docMk/>
          <pc:sldMk cId="2933511818" sldId="283"/>
        </pc:sldMkLst>
        <pc:spChg chg="mod">
          <ac:chgData name="Rob Elliott" userId="04040a5f-f8f3-4f1b-92ff-388c2ca4c4a6" providerId="ADAL" clId="{E2329216-7C34-5DCE-90A5-A887F6A94933}" dt="2025-09-16T19:53:46.126" v="1521" actId="20577"/>
          <ac:spMkLst>
            <pc:docMk/>
            <pc:sldMk cId="2933511818" sldId="283"/>
            <ac:spMk id="2" creationId="{8F7F6FC1-EC7A-D25E-C420-A613917080B4}"/>
          </ac:spMkLst>
        </pc:spChg>
        <pc:spChg chg="mod">
          <ac:chgData name="Rob Elliott" userId="04040a5f-f8f3-4f1b-92ff-388c2ca4c4a6" providerId="ADAL" clId="{E2329216-7C34-5DCE-90A5-A887F6A94933}" dt="2025-09-16T19:57:26.822" v="1638" actId="20577"/>
          <ac:spMkLst>
            <pc:docMk/>
            <pc:sldMk cId="2933511818" sldId="283"/>
            <ac:spMk id="4" creationId="{96C46D5F-CC7A-AE9F-6DD0-C9631FC29A59}"/>
          </ac:spMkLst>
        </pc:spChg>
        <pc:spChg chg="add mod">
          <ac:chgData name="Rob Elliott" userId="04040a5f-f8f3-4f1b-92ff-388c2ca4c4a6" providerId="ADAL" clId="{E2329216-7C34-5DCE-90A5-A887F6A94933}" dt="2025-09-16T19:58:23.757" v="1651" actId="14100"/>
          <ac:spMkLst>
            <pc:docMk/>
            <pc:sldMk cId="2933511818" sldId="283"/>
            <ac:spMk id="7" creationId="{101DFAAD-4881-4AEF-EADC-7CFB418B57C7}"/>
          </ac:spMkLst>
        </pc:spChg>
        <pc:spChg chg="add mod">
          <ac:chgData name="Rob Elliott" userId="04040a5f-f8f3-4f1b-92ff-388c2ca4c4a6" providerId="ADAL" clId="{E2329216-7C34-5DCE-90A5-A887F6A94933}" dt="2025-09-16T19:58:18.701" v="1650" actId="1076"/>
          <ac:spMkLst>
            <pc:docMk/>
            <pc:sldMk cId="2933511818" sldId="283"/>
            <ac:spMk id="8" creationId="{34255932-A6A1-11B7-D68D-AC9ECCB97EFD}"/>
          </ac:spMkLst>
        </pc:spChg>
        <pc:spChg chg="add mod">
          <ac:chgData name="Rob Elliott" userId="04040a5f-f8f3-4f1b-92ff-388c2ca4c4a6" providerId="ADAL" clId="{E2329216-7C34-5DCE-90A5-A887F6A94933}" dt="2025-09-16T19:58:18.701" v="1650" actId="1076"/>
          <ac:spMkLst>
            <pc:docMk/>
            <pc:sldMk cId="2933511818" sldId="283"/>
            <ac:spMk id="9" creationId="{19C1033F-DD2C-BA81-940B-61E0AFBE4717}"/>
          </ac:spMkLst>
        </pc:spChg>
        <pc:spChg chg="add mod">
          <ac:chgData name="Rob Elliott" userId="04040a5f-f8f3-4f1b-92ff-388c2ca4c4a6" providerId="ADAL" clId="{E2329216-7C34-5DCE-90A5-A887F6A94933}" dt="2025-09-18T13:08:20.902" v="2248" actId="20577"/>
          <ac:spMkLst>
            <pc:docMk/>
            <pc:sldMk cId="2933511818" sldId="283"/>
            <ac:spMk id="10" creationId="{C5AD9841-2BF7-9E3E-0201-C90FA8F845C3}"/>
          </ac:spMkLst>
        </pc:spChg>
        <pc:spChg chg="add mod">
          <ac:chgData name="Rob Elliott" userId="04040a5f-f8f3-4f1b-92ff-388c2ca4c4a6" providerId="ADAL" clId="{E2329216-7C34-5DCE-90A5-A887F6A94933}" dt="2025-09-16T19:57:38.274" v="1639" actId="1076"/>
          <ac:spMkLst>
            <pc:docMk/>
            <pc:sldMk cId="2933511818" sldId="283"/>
            <ac:spMk id="11" creationId="{2723A660-5840-1057-6907-CBD64CB14651}"/>
          </ac:spMkLst>
        </pc:spChg>
        <pc:picChg chg="add mod">
          <ac:chgData name="Rob Elliott" userId="04040a5f-f8f3-4f1b-92ff-388c2ca4c4a6" providerId="ADAL" clId="{E2329216-7C34-5DCE-90A5-A887F6A94933}" dt="2025-09-16T19:55:53.928" v="1587" actId="1076"/>
          <ac:picMkLst>
            <pc:docMk/>
            <pc:sldMk cId="2933511818" sldId="283"/>
            <ac:picMk id="4098" creationId="{BBBE92F4-8B0E-869A-5CF0-8155B5E069E6}"/>
          </ac:picMkLst>
        </pc:picChg>
      </pc:sldChg>
      <pc:sldChg chg="addSp delSp modSp add mod modAnim">
        <pc:chgData name="Rob Elliott" userId="04040a5f-f8f3-4f1b-92ff-388c2ca4c4a6" providerId="ADAL" clId="{E2329216-7C34-5DCE-90A5-A887F6A94933}" dt="2025-09-16T20:32:14.397" v="2207"/>
        <pc:sldMkLst>
          <pc:docMk/>
          <pc:sldMk cId="631410593" sldId="284"/>
        </pc:sldMkLst>
        <pc:spChg chg="add mod">
          <ac:chgData name="Rob Elliott" userId="04040a5f-f8f3-4f1b-92ff-388c2ca4c4a6" providerId="ADAL" clId="{E2329216-7C34-5DCE-90A5-A887F6A94933}" dt="2025-09-16T20:02:01.700" v="1737" actId="14100"/>
          <ac:spMkLst>
            <pc:docMk/>
            <pc:sldMk cId="631410593" sldId="284"/>
            <ac:spMk id="3" creationId="{C541D3EB-513C-E900-D632-1BE35811050C}"/>
          </ac:spMkLst>
        </pc:spChg>
        <pc:spChg chg="mod">
          <ac:chgData name="Rob Elliott" userId="04040a5f-f8f3-4f1b-92ff-388c2ca4c4a6" providerId="ADAL" clId="{E2329216-7C34-5DCE-90A5-A887F6A94933}" dt="2025-09-16T19:59:05.515" v="1656" actId="20577"/>
          <ac:spMkLst>
            <pc:docMk/>
            <pc:sldMk cId="631410593" sldId="284"/>
            <ac:spMk id="4" creationId="{FE3E47AC-0570-C716-6685-72C9C9A1C5EC}"/>
          </ac:spMkLst>
        </pc:spChg>
        <pc:spChg chg="add mod">
          <ac:chgData name="Rob Elliott" userId="04040a5f-f8f3-4f1b-92ff-388c2ca4c4a6" providerId="ADAL" clId="{E2329216-7C34-5DCE-90A5-A887F6A94933}" dt="2025-09-16T20:02:06.688" v="1739" actId="1076"/>
          <ac:spMkLst>
            <pc:docMk/>
            <pc:sldMk cId="631410593" sldId="284"/>
            <ac:spMk id="6" creationId="{6641C7A5-42A5-B45B-C792-FA3FE8712621}"/>
          </ac:spMkLst>
        </pc:spChg>
        <pc:spChg chg="mod">
          <ac:chgData name="Rob Elliott" userId="04040a5f-f8f3-4f1b-92ff-388c2ca4c4a6" providerId="ADAL" clId="{E2329216-7C34-5DCE-90A5-A887F6A94933}" dt="2025-09-16T19:59:43.347" v="1666" actId="14100"/>
          <ac:spMkLst>
            <pc:docMk/>
            <pc:sldMk cId="631410593" sldId="284"/>
            <ac:spMk id="7" creationId="{C98F18FA-8E3C-F01D-09FF-7251660F2048}"/>
          </ac:spMkLst>
        </pc:spChg>
        <pc:spChg chg="mod">
          <ac:chgData name="Rob Elliott" userId="04040a5f-f8f3-4f1b-92ff-388c2ca4c4a6" providerId="ADAL" clId="{E2329216-7C34-5DCE-90A5-A887F6A94933}" dt="2025-09-16T19:59:43.347" v="1666" actId="14100"/>
          <ac:spMkLst>
            <pc:docMk/>
            <pc:sldMk cId="631410593" sldId="284"/>
            <ac:spMk id="8" creationId="{18E71633-C805-89EC-A7D0-4CE969A615EA}"/>
          </ac:spMkLst>
        </pc:spChg>
        <pc:spChg chg="mod">
          <ac:chgData name="Rob Elliott" userId="04040a5f-f8f3-4f1b-92ff-388c2ca4c4a6" providerId="ADAL" clId="{E2329216-7C34-5DCE-90A5-A887F6A94933}" dt="2025-09-16T19:59:43.347" v="1666" actId="14100"/>
          <ac:spMkLst>
            <pc:docMk/>
            <pc:sldMk cId="631410593" sldId="284"/>
            <ac:spMk id="9" creationId="{7665D2DB-BF0A-09B1-0E5E-923A90EEF6F1}"/>
          </ac:spMkLst>
        </pc:spChg>
        <pc:spChg chg="mod">
          <ac:chgData name="Rob Elliott" userId="04040a5f-f8f3-4f1b-92ff-388c2ca4c4a6" providerId="ADAL" clId="{E2329216-7C34-5DCE-90A5-A887F6A94933}" dt="2025-09-16T20:00:12.289" v="1708" actId="20577"/>
          <ac:spMkLst>
            <pc:docMk/>
            <pc:sldMk cId="631410593" sldId="284"/>
            <ac:spMk id="10" creationId="{A87D2274-17F8-6A26-2364-71C66995BBD1}"/>
          </ac:spMkLst>
        </pc:spChg>
        <pc:spChg chg="mod">
          <ac:chgData name="Rob Elliott" userId="04040a5f-f8f3-4f1b-92ff-388c2ca4c4a6" providerId="ADAL" clId="{E2329216-7C34-5DCE-90A5-A887F6A94933}" dt="2025-09-16T19:59:34.993" v="1664" actId="14100"/>
          <ac:spMkLst>
            <pc:docMk/>
            <pc:sldMk cId="631410593" sldId="284"/>
            <ac:spMk id="11" creationId="{08A1422E-7A72-4935-E811-82382F704944}"/>
          </ac:spMkLst>
        </pc:spChg>
      </pc:sldChg>
      <pc:sldChg chg="delSp modSp add mod ord modAnim">
        <pc:chgData name="Rob Elliott" userId="04040a5f-f8f3-4f1b-92ff-388c2ca4c4a6" providerId="ADAL" clId="{E2329216-7C34-5DCE-90A5-A887F6A94933}" dt="2025-09-16T20:39:19.181" v="2238"/>
        <pc:sldMkLst>
          <pc:docMk/>
          <pc:sldMk cId="2040914201" sldId="285"/>
        </pc:sldMkLst>
        <pc:spChg chg="mod">
          <ac:chgData name="Rob Elliott" userId="04040a5f-f8f3-4f1b-92ff-388c2ca4c4a6" providerId="ADAL" clId="{E2329216-7C34-5DCE-90A5-A887F6A94933}" dt="2025-09-16T20:03:03.872" v="1783" actId="20577"/>
          <ac:spMkLst>
            <pc:docMk/>
            <pc:sldMk cId="2040914201" sldId="285"/>
            <ac:spMk id="2" creationId="{75EECB51-7E99-44E3-7FCE-491EA68A51BD}"/>
          </ac:spMkLst>
        </pc:spChg>
        <pc:spChg chg="mod">
          <ac:chgData name="Rob Elliott" userId="04040a5f-f8f3-4f1b-92ff-388c2ca4c4a6" providerId="ADAL" clId="{E2329216-7C34-5DCE-90A5-A887F6A94933}" dt="2025-09-16T20:04:18.641" v="1880" actId="20577"/>
          <ac:spMkLst>
            <pc:docMk/>
            <pc:sldMk cId="2040914201" sldId="285"/>
            <ac:spMk id="3" creationId="{CCA1BDDA-F950-181E-D406-126053CC06D3}"/>
          </ac:spMkLst>
        </pc:spChg>
        <pc:spChg chg="mod">
          <ac:chgData name="Rob Elliott" userId="04040a5f-f8f3-4f1b-92ff-388c2ca4c4a6" providerId="ADAL" clId="{E2329216-7C34-5DCE-90A5-A887F6A94933}" dt="2025-09-16T20:02:56.999" v="1750" actId="20577"/>
          <ac:spMkLst>
            <pc:docMk/>
            <pc:sldMk cId="2040914201" sldId="285"/>
            <ac:spMk id="4" creationId="{4D88EFB3-72D4-CFFA-6A6E-0A231E222383}"/>
          </ac:spMkLst>
        </pc:spChg>
        <pc:spChg chg="mod">
          <ac:chgData name="Rob Elliott" userId="04040a5f-f8f3-4f1b-92ff-388c2ca4c4a6" providerId="ADAL" clId="{E2329216-7C34-5DCE-90A5-A887F6A94933}" dt="2025-09-16T20:05:28.904" v="1927" actId="20577"/>
          <ac:spMkLst>
            <pc:docMk/>
            <pc:sldMk cId="2040914201" sldId="285"/>
            <ac:spMk id="8" creationId="{7A8E1976-47BD-995E-5DD5-62B7AC7E59C7}"/>
          </ac:spMkLst>
        </pc:spChg>
        <pc:spChg chg="mod">
          <ac:chgData name="Rob Elliott" userId="04040a5f-f8f3-4f1b-92ff-388c2ca4c4a6" providerId="ADAL" clId="{E2329216-7C34-5DCE-90A5-A887F6A94933}" dt="2025-09-16T20:04:51.171" v="1909" actId="1076"/>
          <ac:spMkLst>
            <pc:docMk/>
            <pc:sldMk cId="2040914201" sldId="285"/>
            <ac:spMk id="9" creationId="{CF5D9EA3-14FF-30E5-58D3-FEB65A552661}"/>
          </ac:spMkLst>
        </pc:spChg>
        <pc:spChg chg="mod">
          <ac:chgData name="Rob Elliott" userId="04040a5f-f8f3-4f1b-92ff-388c2ca4c4a6" providerId="ADAL" clId="{E2329216-7C34-5DCE-90A5-A887F6A94933}" dt="2025-09-16T20:04:51.171" v="1909" actId="1076"/>
          <ac:spMkLst>
            <pc:docMk/>
            <pc:sldMk cId="2040914201" sldId="285"/>
            <ac:spMk id="11" creationId="{09D47BDC-6D54-533D-3712-5512CAFAFFC2}"/>
          </ac:spMkLst>
        </pc:spChg>
        <pc:spChg chg="mod">
          <ac:chgData name="Rob Elliott" userId="04040a5f-f8f3-4f1b-92ff-388c2ca4c4a6" providerId="ADAL" clId="{E2329216-7C34-5DCE-90A5-A887F6A94933}" dt="2025-09-16T20:05:41.557" v="1928" actId="14100"/>
          <ac:spMkLst>
            <pc:docMk/>
            <pc:sldMk cId="2040914201" sldId="285"/>
            <ac:spMk id="12" creationId="{54F58E04-F7F3-5BC3-3461-327D4A1EACB6}"/>
          </ac:spMkLst>
        </pc:spChg>
      </pc:sldChg>
      <pc:sldChg chg="addSp delSp modSp add mod modAnim">
        <pc:chgData name="Rob Elliott" userId="04040a5f-f8f3-4f1b-92ff-388c2ca4c4a6" providerId="ADAL" clId="{E2329216-7C34-5DCE-90A5-A887F6A94933}" dt="2025-09-16T20:41:21.054" v="2246"/>
        <pc:sldMkLst>
          <pc:docMk/>
          <pc:sldMk cId="1819432551" sldId="286"/>
        </pc:sldMkLst>
        <pc:spChg chg="add mod">
          <ac:chgData name="Rob Elliott" userId="04040a5f-f8f3-4f1b-92ff-388c2ca4c4a6" providerId="ADAL" clId="{E2329216-7C34-5DCE-90A5-A887F6A94933}" dt="2025-09-16T20:07:56.984" v="2045" actId="14100"/>
          <ac:spMkLst>
            <pc:docMk/>
            <pc:sldMk cId="1819432551" sldId="286"/>
            <ac:spMk id="6" creationId="{6A67C300-B3FE-5C5E-5CB1-D8DDBF27CFAF}"/>
          </ac:spMkLst>
        </pc:spChg>
        <pc:spChg chg="mod">
          <ac:chgData name="Rob Elliott" userId="04040a5f-f8f3-4f1b-92ff-388c2ca4c4a6" providerId="ADAL" clId="{E2329216-7C34-5DCE-90A5-A887F6A94933}" dt="2025-09-16T20:10:05.156" v="2073" actId="1076"/>
          <ac:spMkLst>
            <pc:docMk/>
            <pc:sldMk cId="1819432551" sldId="286"/>
            <ac:spMk id="8" creationId="{0337FF9C-F97F-10BD-AEFE-B51717DBDEC6}"/>
          </ac:spMkLst>
        </pc:spChg>
        <pc:spChg chg="mod">
          <ac:chgData name="Rob Elliott" userId="04040a5f-f8f3-4f1b-92ff-388c2ca4c4a6" providerId="ADAL" clId="{E2329216-7C34-5DCE-90A5-A887F6A94933}" dt="2025-09-16T20:10:05.156" v="2073" actId="1076"/>
          <ac:spMkLst>
            <pc:docMk/>
            <pc:sldMk cId="1819432551" sldId="286"/>
            <ac:spMk id="9" creationId="{3EA0C4BC-3418-C6DB-B647-E880115FB807}"/>
          </ac:spMkLst>
        </pc:spChg>
        <pc:spChg chg="mod">
          <ac:chgData name="Rob Elliott" userId="04040a5f-f8f3-4f1b-92ff-388c2ca4c4a6" providerId="ADAL" clId="{E2329216-7C34-5DCE-90A5-A887F6A94933}" dt="2025-09-16T20:10:05.156" v="2073" actId="1076"/>
          <ac:spMkLst>
            <pc:docMk/>
            <pc:sldMk cId="1819432551" sldId="286"/>
            <ac:spMk id="11" creationId="{8EDA0240-9FD9-BB48-1F13-F5A53E812F01}"/>
          </ac:spMkLst>
        </pc:spChg>
        <pc:spChg chg="mod">
          <ac:chgData name="Rob Elliott" userId="04040a5f-f8f3-4f1b-92ff-388c2ca4c4a6" providerId="ADAL" clId="{E2329216-7C34-5DCE-90A5-A887F6A94933}" dt="2025-09-16T20:10:05.156" v="2073" actId="1076"/>
          <ac:spMkLst>
            <pc:docMk/>
            <pc:sldMk cId="1819432551" sldId="286"/>
            <ac:spMk id="12" creationId="{9DF0A421-9E2A-89B3-580E-E2C9A870B9AE}"/>
          </ac:spMkLst>
        </pc:spChg>
        <pc:spChg chg="add mod">
          <ac:chgData name="Rob Elliott" userId="04040a5f-f8f3-4f1b-92ff-388c2ca4c4a6" providerId="ADAL" clId="{E2329216-7C34-5DCE-90A5-A887F6A94933}" dt="2025-09-16T20:09:43.814" v="2071" actId="1076"/>
          <ac:spMkLst>
            <pc:docMk/>
            <pc:sldMk cId="1819432551" sldId="286"/>
            <ac:spMk id="14" creationId="{4352624F-8220-F84E-A91E-5C018CC9C22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2005070"/>
            <a:ext cx="9367652" cy="592834"/>
          </a:xfrm>
        </p:spPr>
        <p:txBody>
          <a:bodyPr/>
          <a:lstStyle/>
          <a:p>
            <a:r>
              <a:rPr lang="en-US"/>
              <a:t>Single Table Queries: Aggregations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4.2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3DF570-0F4A-7AE3-3CF7-8CE482039827}"/>
              </a:ext>
            </a:extLst>
          </p:cNvPr>
          <p:cNvSpPr/>
          <p:nvPr/>
        </p:nvSpPr>
        <p:spPr>
          <a:xfrm>
            <a:off x="896112" y="2276170"/>
            <a:ext cx="822960" cy="2743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FE2F1B-328E-AF69-42F2-ED3FAEF18E00}"/>
              </a:ext>
            </a:extLst>
          </p:cNvPr>
          <p:cNvSpPr/>
          <p:nvPr/>
        </p:nvSpPr>
        <p:spPr>
          <a:xfrm>
            <a:off x="2322576" y="3321441"/>
            <a:ext cx="1325880" cy="4733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D9B8AB-F353-DC4C-A8FC-C530AE7E04D9}"/>
              </a:ext>
            </a:extLst>
          </p:cNvPr>
          <p:cNvSpPr/>
          <p:nvPr/>
        </p:nvSpPr>
        <p:spPr>
          <a:xfrm>
            <a:off x="896112" y="1907625"/>
            <a:ext cx="822960" cy="274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FC235-E77A-95C4-B88E-C9313470A8B1}"/>
              </a:ext>
            </a:extLst>
          </p:cNvPr>
          <p:cNvSpPr/>
          <p:nvPr/>
        </p:nvSpPr>
        <p:spPr>
          <a:xfrm>
            <a:off x="539496" y="3321441"/>
            <a:ext cx="1078992" cy="4733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8A205C-C3CF-B8CB-AE65-8322700C25C8}"/>
              </a:ext>
            </a:extLst>
          </p:cNvPr>
          <p:cNvSpPr/>
          <p:nvPr/>
        </p:nvSpPr>
        <p:spPr>
          <a:xfrm>
            <a:off x="896112" y="1543323"/>
            <a:ext cx="822960" cy="274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009A5A-56BB-D717-9652-25109B6BDC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BFD55D-2897-ACD2-28BE-5F7063A6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Select Query Basics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D820D-73D4-C992-2C2F-301F4637E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2A2B6E-151D-BEBC-27C0-570A7CA89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488" y="2175641"/>
            <a:ext cx="5913311" cy="411479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64174-C90B-1257-5C94-A6D02941F1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WHAT   data do I want to retrieve?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WHERE is that data stored?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WHICH records do I want?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r>
              <a:rPr lang="en-US" sz="2800"/>
              <a:t>WHAT and WHERE are required!!</a:t>
            </a:r>
          </a:p>
        </p:txBody>
      </p:sp>
    </p:spTree>
    <p:extLst>
      <p:ext uri="{BB962C8B-B14F-4D97-AF65-F5344CB8AC3E}">
        <p14:creationId xmlns:p14="http://schemas.microsoft.com/office/powerpoint/2010/main" val="320540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23BA-D824-1A79-269F-2BB37813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Advanced Filters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7B09F-12E3-E5BA-8B38-E7F556A507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D1F88-21B0-4E6A-A425-5B47C3B54B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C16E0-BA96-719C-9D6E-815A248C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57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834D94-42EF-1329-C74F-E39CAD852E26}"/>
              </a:ext>
            </a:extLst>
          </p:cNvPr>
          <p:cNvSpPr/>
          <p:nvPr/>
        </p:nvSpPr>
        <p:spPr>
          <a:xfrm>
            <a:off x="4828032" y="3770677"/>
            <a:ext cx="6906768" cy="3657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E4BC2E-E14A-9340-4992-B3DF8980F3DA}"/>
              </a:ext>
            </a:extLst>
          </p:cNvPr>
          <p:cNvSpPr/>
          <p:nvPr/>
        </p:nvSpPr>
        <p:spPr>
          <a:xfrm>
            <a:off x="4828032" y="3395256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9090DC-D710-4793-ED3B-5997B54D1B51}"/>
              </a:ext>
            </a:extLst>
          </p:cNvPr>
          <p:cNvSpPr/>
          <p:nvPr/>
        </p:nvSpPr>
        <p:spPr>
          <a:xfrm>
            <a:off x="3096557" y="328146"/>
            <a:ext cx="1618488" cy="5890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035E4F-CAE9-C2DA-6E2F-16174F6A2E2C}"/>
              </a:ext>
            </a:extLst>
          </p:cNvPr>
          <p:cNvSpPr/>
          <p:nvPr/>
        </p:nvSpPr>
        <p:spPr>
          <a:xfrm>
            <a:off x="4828032" y="3031710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7DB91-91E1-DE52-3990-D0A5DAE2CE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2798619" cy="4454706"/>
          </a:xfrm>
        </p:spPr>
        <p:txBody>
          <a:bodyPr/>
          <a:lstStyle/>
          <a:p>
            <a:r>
              <a:rPr lang="en-US"/>
              <a:t>SQL WHICH Keywords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WHERE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=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LIKE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NOT LIKE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BETWEEN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DISTINCT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&gt;, &gt;=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&lt;, &lt;=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AND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C72499-4F75-E15F-6CBE-BF041663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Queries: WHICH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34DBC-59CC-4235-6CBD-045F952C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32E968-3B68-E0F1-5DB2-64F49AC78A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Which records do I want to retrieve?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010AE-5BA1-47C0-0A37-27364740FBC7}"/>
              </a:ext>
            </a:extLst>
          </p:cNvPr>
          <p:cNvSpPr txBox="1"/>
          <p:nvPr/>
        </p:nvSpPr>
        <p:spPr>
          <a:xfrm>
            <a:off x="4901184" y="1492811"/>
            <a:ext cx="66476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title and director from ‘movies’ where title is ‘Toy Story’*/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title, director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WHERE title = ‘Toy Story’;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B582BFA2-E1C4-836E-12E2-288784F8FEBE}"/>
              </a:ext>
            </a:extLst>
          </p:cNvPr>
          <p:cNvSpPr/>
          <p:nvPr/>
        </p:nvSpPr>
        <p:spPr>
          <a:xfrm>
            <a:off x="4532376" y="1333023"/>
            <a:ext cx="7498080" cy="3225122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22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8D3BF-FBFE-3345-74EA-D22F0502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D0FEFD-7FFA-4CB7-9A47-0B7681F66F18}"/>
              </a:ext>
            </a:extLst>
          </p:cNvPr>
          <p:cNvSpPr/>
          <p:nvPr/>
        </p:nvSpPr>
        <p:spPr>
          <a:xfrm>
            <a:off x="4828032" y="3770677"/>
            <a:ext cx="6906768" cy="3657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032E15-B71D-031F-CF35-117C6251C631}"/>
              </a:ext>
            </a:extLst>
          </p:cNvPr>
          <p:cNvSpPr/>
          <p:nvPr/>
        </p:nvSpPr>
        <p:spPr>
          <a:xfrm>
            <a:off x="4828032" y="3395256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133B6B-AB01-9BC3-853E-5C329EFD94AC}"/>
              </a:ext>
            </a:extLst>
          </p:cNvPr>
          <p:cNvSpPr/>
          <p:nvPr/>
        </p:nvSpPr>
        <p:spPr>
          <a:xfrm>
            <a:off x="3096557" y="328146"/>
            <a:ext cx="2278632" cy="5890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916701-D4F5-B00C-1A4D-72C781FD2589}"/>
              </a:ext>
            </a:extLst>
          </p:cNvPr>
          <p:cNvSpPr/>
          <p:nvPr/>
        </p:nvSpPr>
        <p:spPr>
          <a:xfrm>
            <a:off x="4828032" y="3031710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D8A1A-663E-B281-8333-2C4A6D9C9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3593592" cy="44547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LIKE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Partial matches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Uses </a:t>
            </a:r>
            <a:r>
              <a:rPr lang="en-US" b="1"/>
              <a:t>%</a:t>
            </a:r>
            <a:r>
              <a:rPr lang="en-US"/>
              <a:t> as a wild card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365962-B99A-27E6-C03D-7D57B3C3F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Queries: LIKE and 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3B055-2901-C4F3-A6BE-4F730E44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94EDE5-0F69-AA60-516C-E08759C7F0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Finding records with partial matching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875115-3CAD-06DD-1D63-EF138BEB7F99}"/>
              </a:ext>
            </a:extLst>
          </p:cNvPr>
          <p:cNvSpPr txBox="1"/>
          <p:nvPr/>
        </p:nvSpPr>
        <p:spPr>
          <a:xfrm>
            <a:off x="4901184" y="1492811"/>
            <a:ext cx="66476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title and director from ‘movies’ where title is LIKE ‘Toy Story’*/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title, director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WHERE title </a:t>
            </a:r>
            <a:r>
              <a:rPr lang="en-US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LIKE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 ‘Toy Story’;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22BC2C67-E8C1-24B3-D81D-6CE6590B545F}"/>
              </a:ext>
            </a:extLst>
          </p:cNvPr>
          <p:cNvSpPr/>
          <p:nvPr/>
        </p:nvSpPr>
        <p:spPr>
          <a:xfrm>
            <a:off x="4532376" y="1333023"/>
            <a:ext cx="7498080" cy="3225122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8B51E1C-B973-A9FB-D44A-007B67CFE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13" y="4310732"/>
            <a:ext cx="2259818" cy="1572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0A8CA8-8845-20F3-D794-178BC5DFC464}"/>
              </a:ext>
            </a:extLst>
          </p:cNvPr>
          <p:cNvSpPr txBox="1"/>
          <p:nvPr/>
        </p:nvSpPr>
        <p:spPr>
          <a:xfrm>
            <a:off x="2010033" y="5096157"/>
            <a:ext cx="5527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Acumin Pro" panose="020B0504020202020204" pitchFamily="34" charset="77"/>
              </a:rPr>
              <a:t>How many records are returned?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6D1AA2-6B4E-90A8-4F5A-27EB3D01EB14}"/>
              </a:ext>
            </a:extLst>
          </p:cNvPr>
          <p:cNvSpPr txBox="1"/>
          <p:nvPr/>
        </p:nvSpPr>
        <p:spPr>
          <a:xfrm>
            <a:off x="8452023" y="4888046"/>
            <a:ext cx="9267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>
                <a:solidFill>
                  <a:srgbClr val="FF0000"/>
                </a:solidFill>
                <a:latin typeface="Acumin Pro" panose="020B0504020202020204" pitchFamily="34" charset="77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816202-68B8-DF71-5110-C3142FF71234}"/>
              </a:ext>
            </a:extLst>
          </p:cNvPr>
          <p:cNvSpPr txBox="1"/>
          <p:nvPr/>
        </p:nvSpPr>
        <p:spPr>
          <a:xfrm>
            <a:off x="7818038" y="2988485"/>
            <a:ext cx="9267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>
                <a:solidFill>
                  <a:srgbClr val="FF0000"/>
                </a:solidFill>
                <a:latin typeface="Acumin Pro" panose="020B0504020202020204" pitchFamily="34" charset="77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5696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0" grpId="0" animBg="1"/>
      <p:bldP spid="9" grpId="0" animBg="1"/>
      <p:bldP spid="8" grpId="0"/>
      <p:bldP spid="12" grpId="0" animBg="1"/>
      <p:bldP spid="7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59CC5-04C2-2A9D-99FC-32F5C99A6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A4993-8C8C-2F4D-B5DD-A992AA2E4BFE}"/>
              </a:ext>
            </a:extLst>
          </p:cNvPr>
          <p:cNvSpPr/>
          <p:nvPr/>
        </p:nvSpPr>
        <p:spPr>
          <a:xfrm>
            <a:off x="763742" y="3917071"/>
            <a:ext cx="6906768" cy="3657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C3C69D-DA36-7488-5C51-F444577E553F}"/>
              </a:ext>
            </a:extLst>
          </p:cNvPr>
          <p:cNvSpPr/>
          <p:nvPr/>
        </p:nvSpPr>
        <p:spPr>
          <a:xfrm>
            <a:off x="763742" y="3541650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9B7158-CCBB-13F6-CB85-CCAABFF8E0F6}"/>
              </a:ext>
            </a:extLst>
          </p:cNvPr>
          <p:cNvSpPr/>
          <p:nvPr/>
        </p:nvSpPr>
        <p:spPr>
          <a:xfrm>
            <a:off x="3096557" y="328146"/>
            <a:ext cx="2278632" cy="5890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05A7BD-49F6-0AC3-EDC2-6A7A96D60046}"/>
              </a:ext>
            </a:extLst>
          </p:cNvPr>
          <p:cNvSpPr/>
          <p:nvPr/>
        </p:nvSpPr>
        <p:spPr>
          <a:xfrm>
            <a:off x="763742" y="3178104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97538A-E7A7-3CFD-D82C-A1B0CC93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Queries: LIKE and 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AD94F-8C74-F77C-723C-93441C90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0CFBCD-56E3-F492-B900-D7DF07D5F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Finding records with partial matching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6B179-9C11-ED69-9FA2-18C392462851}"/>
              </a:ext>
            </a:extLst>
          </p:cNvPr>
          <p:cNvSpPr txBox="1"/>
          <p:nvPr/>
        </p:nvSpPr>
        <p:spPr>
          <a:xfrm>
            <a:off x="836894" y="1639205"/>
            <a:ext cx="66476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title and director from ‘movies’ where title is LIKE ‘Toy Story’*/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title, director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WHERE title LIKE ‘Toy Story 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’;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0AB0A3E5-064B-F002-DF58-EA77EDB5DB85}"/>
              </a:ext>
            </a:extLst>
          </p:cNvPr>
          <p:cNvSpPr/>
          <p:nvPr/>
        </p:nvSpPr>
        <p:spPr>
          <a:xfrm>
            <a:off x="468086" y="1479417"/>
            <a:ext cx="7498080" cy="3225122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7416AB-19ED-61B2-A272-F1BDDD6B59F5}"/>
              </a:ext>
            </a:extLst>
          </p:cNvPr>
          <p:cNvSpPr txBox="1"/>
          <p:nvPr/>
        </p:nvSpPr>
        <p:spPr>
          <a:xfrm>
            <a:off x="8039318" y="1889338"/>
            <a:ext cx="45836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2</a:t>
            </a:r>
          </a:p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2: Live Action</a:t>
            </a:r>
          </a:p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3</a:t>
            </a:r>
          </a:p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4</a:t>
            </a:r>
          </a:p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5</a:t>
            </a:r>
          </a:p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Replayed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6C56FDBA-9357-C632-6647-A96D24C241EC}"/>
              </a:ext>
            </a:extLst>
          </p:cNvPr>
          <p:cNvSpPr/>
          <p:nvPr/>
        </p:nvSpPr>
        <p:spPr>
          <a:xfrm rot="16200000">
            <a:off x="4755482" y="4439649"/>
            <a:ext cx="1553448" cy="946363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4EE8F-3BD0-3098-6957-37B2DD1D93D2}"/>
              </a:ext>
            </a:extLst>
          </p:cNvPr>
          <p:cNvSpPr txBox="1"/>
          <p:nvPr/>
        </p:nvSpPr>
        <p:spPr>
          <a:xfrm>
            <a:off x="5840627" y="5332540"/>
            <a:ext cx="5527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>
                <a:latin typeface="Acumin Pro" panose="020B0504020202020204" pitchFamily="34" charset="77"/>
              </a:rPr>
              <a:t>A space is a valid character!</a:t>
            </a:r>
          </a:p>
        </p:txBody>
      </p:sp>
    </p:spTree>
    <p:extLst>
      <p:ext uri="{BB962C8B-B14F-4D97-AF65-F5344CB8AC3E}">
        <p14:creationId xmlns:p14="http://schemas.microsoft.com/office/powerpoint/2010/main" val="87006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 uiExpand="1" build="p"/>
      <p:bldP spid="19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EB624-41F0-3217-DE07-E9BD40C05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4B7E6D-AEFF-5C43-A3AA-960AA1FFBCC4}"/>
              </a:ext>
            </a:extLst>
          </p:cNvPr>
          <p:cNvSpPr/>
          <p:nvPr/>
        </p:nvSpPr>
        <p:spPr>
          <a:xfrm>
            <a:off x="763742" y="3917071"/>
            <a:ext cx="6906768" cy="3657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5A8DCD-D007-BA44-DE4D-8FC48D79DAD7}"/>
              </a:ext>
            </a:extLst>
          </p:cNvPr>
          <p:cNvSpPr/>
          <p:nvPr/>
        </p:nvSpPr>
        <p:spPr>
          <a:xfrm>
            <a:off x="763742" y="3541650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1BD801-F021-CC11-F0E9-1E7E182E6FBC}"/>
              </a:ext>
            </a:extLst>
          </p:cNvPr>
          <p:cNvSpPr/>
          <p:nvPr/>
        </p:nvSpPr>
        <p:spPr>
          <a:xfrm>
            <a:off x="3096557" y="328146"/>
            <a:ext cx="2278632" cy="5890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CF5992-0A1B-4CA6-1515-C007EBFE4E57}"/>
              </a:ext>
            </a:extLst>
          </p:cNvPr>
          <p:cNvSpPr/>
          <p:nvPr/>
        </p:nvSpPr>
        <p:spPr>
          <a:xfrm>
            <a:off x="763742" y="3178104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970B41-65DA-D7EF-B90E-80897691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Queries: LIKE and 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8DD61-6119-4A4E-5154-560C20845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33F357-2C85-DB8B-C0BE-F82372F7B1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Finding records with partial matching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F65439-B44D-9992-05CD-40FDF8226566}"/>
              </a:ext>
            </a:extLst>
          </p:cNvPr>
          <p:cNvSpPr txBox="1"/>
          <p:nvPr/>
        </p:nvSpPr>
        <p:spPr>
          <a:xfrm>
            <a:off x="836894" y="1639205"/>
            <a:ext cx="66476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title and director from ‘movies’ where title is LIKE ‘Toy Story’*/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title, director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WHERE title LIKE ‘Toy Story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’;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CB507500-4BFB-562D-0890-9914892B45AF}"/>
              </a:ext>
            </a:extLst>
          </p:cNvPr>
          <p:cNvSpPr/>
          <p:nvPr/>
        </p:nvSpPr>
        <p:spPr>
          <a:xfrm>
            <a:off x="468086" y="1479417"/>
            <a:ext cx="7498080" cy="3225122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913858-271E-9994-7758-E1A0D9A549AD}"/>
              </a:ext>
            </a:extLst>
          </p:cNvPr>
          <p:cNvSpPr txBox="1"/>
          <p:nvPr/>
        </p:nvSpPr>
        <p:spPr>
          <a:xfrm>
            <a:off x="8039318" y="1889338"/>
            <a:ext cx="458360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00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Toy Story</a:t>
            </a:r>
          </a:p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2</a:t>
            </a:r>
          </a:p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2: Live Action</a:t>
            </a:r>
          </a:p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3</a:t>
            </a:r>
          </a:p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4</a:t>
            </a:r>
          </a:p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5</a:t>
            </a:r>
          </a:p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Replayed</a:t>
            </a:r>
          </a:p>
          <a:p>
            <a:pPr marL="514350" indent="-514350">
              <a:buAutoNum type="arabicPeriod"/>
            </a:pPr>
            <a:r>
              <a:rPr lang="en-US" sz="200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Toy Story: The Heist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389694ED-FCD8-AACA-5E83-9EB60CF89D25}"/>
              </a:ext>
            </a:extLst>
          </p:cNvPr>
          <p:cNvSpPr/>
          <p:nvPr/>
        </p:nvSpPr>
        <p:spPr>
          <a:xfrm rot="16200000">
            <a:off x="4693699" y="4513343"/>
            <a:ext cx="1553448" cy="946363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5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6C763-F4ED-09EE-634B-D6AAA8867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EFC35F6-0060-5CCB-F044-6AD7086B1EE9}"/>
              </a:ext>
            </a:extLst>
          </p:cNvPr>
          <p:cNvSpPr/>
          <p:nvPr/>
        </p:nvSpPr>
        <p:spPr>
          <a:xfrm>
            <a:off x="4828032" y="3770676"/>
            <a:ext cx="6906768" cy="640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1B0C63-D71F-5ACA-98AE-539CCDBA84E6}"/>
              </a:ext>
            </a:extLst>
          </p:cNvPr>
          <p:cNvSpPr/>
          <p:nvPr/>
        </p:nvSpPr>
        <p:spPr>
          <a:xfrm>
            <a:off x="4828032" y="3395256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A614C-6132-34DE-7F54-76D7F00101E9}"/>
              </a:ext>
            </a:extLst>
          </p:cNvPr>
          <p:cNvSpPr/>
          <p:nvPr/>
        </p:nvSpPr>
        <p:spPr>
          <a:xfrm>
            <a:off x="3096557" y="328146"/>
            <a:ext cx="2093281" cy="5890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92025A-2381-ABE8-CED4-EDFA62BAF8BD}"/>
              </a:ext>
            </a:extLst>
          </p:cNvPr>
          <p:cNvSpPr/>
          <p:nvPr/>
        </p:nvSpPr>
        <p:spPr>
          <a:xfrm>
            <a:off x="4828032" y="3031710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C60B8-B31F-335A-8E18-C34048A09D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1543324"/>
            <a:ext cx="4075177" cy="44547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BETWEEN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Inclusive (finds both named values)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Order matters! (smallest to largest)</a:t>
            </a:r>
            <a:br>
              <a:rPr lang="en-US"/>
            </a:b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✅ BETWEEN 10 AND 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Includes 10, 11, 12, 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Includes any decimal value in the range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❌ BETWEEN 60 AND 40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Will return 0 values (not an error)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Must query smallest to largest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34ED60-B3E0-8CFF-D572-65B478FD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Queries: BETWEEN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12163-1DFD-0B99-7001-81A31319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AD6FC0-6D6A-B640-FF87-017C53C22D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Searching for values in a range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33860-2B32-5999-4918-42E77CCA2A5A}"/>
              </a:ext>
            </a:extLst>
          </p:cNvPr>
          <p:cNvSpPr txBox="1"/>
          <p:nvPr/>
        </p:nvSpPr>
        <p:spPr>
          <a:xfrm>
            <a:off x="4901184" y="1492811"/>
            <a:ext cx="66476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title and director from ‘movies’ where title is LIKE ‘Toy Story’*/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title, director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WHERE title LIKE ‘Toy Story%’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AND year BETWEEN 1990 AND 1999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84F8EA04-9A08-22CF-3707-7E85F336F2B7}"/>
              </a:ext>
            </a:extLst>
          </p:cNvPr>
          <p:cNvSpPr/>
          <p:nvPr/>
        </p:nvSpPr>
        <p:spPr>
          <a:xfrm>
            <a:off x="4532376" y="1333023"/>
            <a:ext cx="7498080" cy="3313118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975A68-DF38-4215-F10C-84FF6E6E62BA}"/>
              </a:ext>
            </a:extLst>
          </p:cNvPr>
          <p:cNvSpPr txBox="1"/>
          <p:nvPr/>
        </p:nvSpPr>
        <p:spPr>
          <a:xfrm>
            <a:off x="7866325" y="4805929"/>
            <a:ext cx="4075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</a:t>
            </a:r>
            <a:r>
              <a:rPr lang="en-US" sz="2000" i="1">
                <a:latin typeface="Consolas" panose="020B0609020204030204" pitchFamily="49" charset="0"/>
                <a:cs typeface="Consolas" panose="020B0609020204030204" pitchFamily="49" charset="0"/>
              </a:rPr>
              <a:t>(1995)</a:t>
            </a:r>
          </a:p>
          <a:p>
            <a:pPr marL="514350" indent="-514350">
              <a:buAutoNum type="arabicPeriod"/>
            </a:pP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Toy Story 2 </a:t>
            </a:r>
            <a:r>
              <a:rPr lang="en-US" sz="2000" i="1">
                <a:latin typeface="Consolas" panose="020B0609020204030204" pitchFamily="49" charset="0"/>
                <a:cs typeface="Consolas" panose="020B0609020204030204" pitchFamily="49" charset="0"/>
              </a:rPr>
              <a:t>(1999)</a:t>
            </a:r>
            <a:endParaRPr 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47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0" grpId="0" animBg="1"/>
      <p:bldP spid="9" grpId="0" animBg="1"/>
      <p:bldP spid="3" grpId="0" uiExpand="1" build="p"/>
      <p:bldP spid="8" grpId="0"/>
      <p:bldP spid="12" grpId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90707-55D4-081F-7BF2-2B751580E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D022F-831E-CFB5-3CC8-33F1F03517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7" y="1543324"/>
            <a:ext cx="9428207" cy="44547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Date only (YYYY-MM-DD)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Time only (HH:MM:SS)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TIME WITH TIME ZONE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Time with </a:t>
            </a:r>
            <a:r>
              <a:rPr lang="en-US" err="1"/>
              <a:t>timezone</a:t>
            </a:r>
            <a:r>
              <a:rPr lang="en-US"/>
              <a:t> offset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TIMESTAMP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Date and time without </a:t>
            </a:r>
            <a:r>
              <a:rPr lang="en-US" err="1"/>
              <a:t>timezone</a:t>
            </a:r>
            <a:r>
              <a:rPr lang="en-US"/>
              <a:t> (PostgreSQL)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Date and time, always stored in UTC internally (BigQuery)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7CB6FE-EAE0-4125-3CD2-8B8C952B7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Sidebar: Dates in Databases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E799D6-79B8-D611-AB1F-5603D5864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4D4BCD-962F-CEDA-CC4F-5CC81064DB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Dates will make you cry</a:t>
            </a:r>
          </a:p>
        </p:txBody>
      </p:sp>
    </p:spTree>
    <p:extLst>
      <p:ext uri="{BB962C8B-B14F-4D97-AF65-F5344CB8AC3E}">
        <p14:creationId xmlns:p14="http://schemas.microsoft.com/office/powerpoint/2010/main" val="121274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4BD4E01-4078-07FC-2604-67E4EF356F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6794F8-46D4-F1D7-46AA-FCD543D49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D59620-A044-077A-79C8-123B81ACC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8450"/>
            <a:ext cx="12192000" cy="626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own Arrow 3">
            <a:extLst>
              <a:ext uri="{FF2B5EF4-FFF2-40B4-BE49-F238E27FC236}">
                <a16:creationId xmlns:a16="http://schemas.microsoft.com/office/drawing/2014/main" id="{033E60AC-72E9-73CB-FC60-A508C81E5786}"/>
              </a:ext>
            </a:extLst>
          </p:cNvPr>
          <p:cNvSpPr/>
          <p:nvPr/>
        </p:nvSpPr>
        <p:spPr>
          <a:xfrm rot="10800000">
            <a:off x="5410985" y="4958499"/>
            <a:ext cx="553039" cy="237084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2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264E2-BEFA-9441-AB86-DF2D1BCC7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72E34-009E-D32E-4DEA-A2256F7F77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7" y="1543324"/>
            <a:ext cx="9428207" cy="44547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Date only (YYYY-MM-DD)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Time only (HH:MM:SS)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TIME WITH TIME ZONE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Time with </a:t>
            </a:r>
            <a:r>
              <a:rPr lang="en-US" err="1"/>
              <a:t>timezone</a:t>
            </a:r>
            <a:r>
              <a:rPr lang="en-US"/>
              <a:t> offset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TIMESTAMP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Date and time without </a:t>
            </a:r>
            <a:r>
              <a:rPr lang="en-US" err="1"/>
              <a:t>timezone</a:t>
            </a:r>
            <a:r>
              <a:rPr lang="en-US"/>
              <a:t> (PostgreSQL)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Date and time, always stored in UTC internally (BigQuery)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Date and time, automatically converts to/from UTC and session time zone (MySQL)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TIMESTAMP WITH TIME ZONE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Date and time with </a:t>
            </a:r>
            <a:r>
              <a:rPr lang="en-US" err="1"/>
              <a:t>timezone</a:t>
            </a:r>
            <a:r>
              <a:rPr lang="en-US"/>
              <a:t> (PostgreSQL)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0546ED-17C4-8F1D-08C1-70F65E34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Sidebar: Dates in Databases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8143FC-64D5-90E8-6863-20C110C2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4E41EE-2F5A-58E5-B7C3-DD12AE2F39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Dates will make you cry</a:t>
            </a:r>
          </a:p>
        </p:txBody>
      </p:sp>
    </p:spTree>
    <p:extLst>
      <p:ext uri="{BB962C8B-B14F-4D97-AF65-F5344CB8AC3E}">
        <p14:creationId xmlns:p14="http://schemas.microsoft.com/office/powerpoint/2010/main" val="237124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76840-09CB-0B44-3BCD-FFDBDF49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F9E8B-D020-C480-0900-E783EFE603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7" y="1543324"/>
            <a:ext cx="9428207" cy="44547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2024-03-15T19:00:00Z</a:t>
            </a:r>
            <a:r>
              <a:rPr lang="en-US"/>
              <a:t> (Z means "Zulu time" = UTC)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2024-03-15T19:00:00+00:00</a:t>
            </a:r>
            <a:r>
              <a:rPr lang="en-US"/>
              <a:t> (explicit UTC offset)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2024-03-15 19:00:00 UTC </a:t>
            </a:r>
            <a:r>
              <a:rPr lang="en-US"/>
              <a:t>(with UTC designation)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164827-2879-E953-3A06-5AEB1D01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Sidebar: Dates in Databases (UTC)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DC2E2-812D-168F-6F67-08404C0D2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50A229-AB71-AF5E-F462-CCC9A818DB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UTC will make you cry a little less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B2F94D59-4A99-7491-54F6-A954A39231ED}"/>
              </a:ext>
            </a:extLst>
          </p:cNvPr>
          <p:cNvSpPr/>
          <p:nvPr/>
        </p:nvSpPr>
        <p:spPr>
          <a:xfrm rot="5400000">
            <a:off x="7114095" y="1234911"/>
            <a:ext cx="553039" cy="237084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3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2659-8E24-3B72-22F7-3E36D1CB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C46D5F-CC7A-AE9F-6DD0-C9631FC29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Querying Dates and Times in BigQuery: Option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EF5D21-9195-330E-A9F2-91100552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7F6FC1-EC7A-D25E-C420-A613917080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Be as explicit as possible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1DFAAD-4881-4AEF-EADC-7CFB418B57C7}"/>
              </a:ext>
            </a:extLst>
          </p:cNvPr>
          <p:cNvSpPr/>
          <p:nvPr/>
        </p:nvSpPr>
        <p:spPr>
          <a:xfrm>
            <a:off x="763742" y="3802206"/>
            <a:ext cx="6906768" cy="109030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255932-A6A1-11B7-D68D-AC9ECCB97EFD}"/>
              </a:ext>
            </a:extLst>
          </p:cNvPr>
          <p:cNvSpPr/>
          <p:nvPr/>
        </p:nvSpPr>
        <p:spPr>
          <a:xfrm>
            <a:off x="763742" y="3426786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C1033F-DD2C-BA81-940B-61E0AFBE4717}"/>
              </a:ext>
            </a:extLst>
          </p:cNvPr>
          <p:cNvSpPr/>
          <p:nvPr/>
        </p:nvSpPr>
        <p:spPr>
          <a:xfrm>
            <a:off x="763742" y="3063240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AD9841-2BF7-9E3E-0201-C90FA8F845C3}"/>
              </a:ext>
            </a:extLst>
          </p:cNvPr>
          <p:cNvSpPr txBox="1"/>
          <p:nvPr/>
        </p:nvSpPr>
        <p:spPr>
          <a:xfrm>
            <a:off x="836894" y="1932229"/>
            <a:ext cx="67234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all records from Jan 1, 2000 – March 31, 2000 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*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my_table</a:t>
            </a:r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sale_date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BETWEEN '2000-01-01 00:00:00 UTC'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AND '2000-03-31 23:59:59.99999 UTC'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2723A660-5840-1057-6907-CBD64CB14651}"/>
              </a:ext>
            </a:extLst>
          </p:cNvPr>
          <p:cNvSpPr/>
          <p:nvPr/>
        </p:nvSpPr>
        <p:spPr>
          <a:xfrm>
            <a:off x="468086" y="1772441"/>
            <a:ext cx="7498080" cy="3313118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098" name="Picture 2" descr="One like = one prayer for Ron Swanson who has 94 meetings because April  didn't think March 31st exist 😂">
            <a:extLst>
              <a:ext uri="{FF2B5EF4-FFF2-40B4-BE49-F238E27FC236}">
                <a16:creationId xmlns:a16="http://schemas.microsoft.com/office/drawing/2014/main" id="{BBBE92F4-8B0E-869A-5CF0-8155B5E06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740" y="1070728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351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D890-1454-77DF-86A9-F2927FAC5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3E47AC-0570-C716-6685-72C9C9A1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Querying Dates and Times in BigQuery: Option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CF949-D103-7BE3-EA40-9EBCBA0A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91BA1F-CDC5-0DD9-E58F-0929AA809E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Be as explicit as possible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8F18FA-8E3C-F01D-09FF-7251660F2048}"/>
              </a:ext>
            </a:extLst>
          </p:cNvPr>
          <p:cNvSpPr/>
          <p:nvPr/>
        </p:nvSpPr>
        <p:spPr>
          <a:xfrm>
            <a:off x="763742" y="3802206"/>
            <a:ext cx="8210576" cy="109030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E71633-C805-89EC-A7D0-4CE969A615EA}"/>
              </a:ext>
            </a:extLst>
          </p:cNvPr>
          <p:cNvSpPr/>
          <p:nvPr/>
        </p:nvSpPr>
        <p:spPr>
          <a:xfrm>
            <a:off x="763742" y="3426786"/>
            <a:ext cx="8210576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65D2DB-BF0A-09B1-0E5E-923A90EEF6F1}"/>
              </a:ext>
            </a:extLst>
          </p:cNvPr>
          <p:cNvSpPr/>
          <p:nvPr/>
        </p:nvSpPr>
        <p:spPr>
          <a:xfrm>
            <a:off x="763742" y="3063240"/>
            <a:ext cx="8210576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7D2274-17F8-6A26-2364-71C66995BBD1}"/>
              </a:ext>
            </a:extLst>
          </p:cNvPr>
          <p:cNvSpPr txBox="1"/>
          <p:nvPr/>
        </p:nvSpPr>
        <p:spPr>
          <a:xfrm>
            <a:off x="836894" y="1932229"/>
            <a:ext cx="81374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all records from Jan 1, 2000 – March 31, 2000 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*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my_table</a:t>
            </a:r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sale_date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 &gt;='2000-01-01 00:00:00 UTC'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AND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sale_date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 &lt; '2000-04-01 00:00:00 UTC'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08A1422E-7A72-4935-E811-82382F704944}"/>
              </a:ext>
            </a:extLst>
          </p:cNvPr>
          <p:cNvSpPr/>
          <p:nvPr/>
        </p:nvSpPr>
        <p:spPr>
          <a:xfrm>
            <a:off x="468086" y="1772441"/>
            <a:ext cx="8789036" cy="3313118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C541D3EB-513C-E900-D632-1BE35811050C}"/>
              </a:ext>
            </a:extLst>
          </p:cNvPr>
          <p:cNvSpPr/>
          <p:nvPr/>
        </p:nvSpPr>
        <p:spPr>
          <a:xfrm rot="10800000">
            <a:off x="3107702" y="4560011"/>
            <a:ext cx="553039" cy="147314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6641C7A5-42A5-B45B-C792-FA3FE8712621}"/>
              </a:ext>
            </a:extLst>
          </p:cNvPr>
          <p:cNvSpPr/>
          <p:nvPr/>
        </p:nvSpPr>
        <p:spPr>
          <a:xfrm rot="10800000">
            <a:off x="4586084" y="4560011"/>
            <a:ext cx="553039" cy="147314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1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16E23-A216-66A1-456F-0B132812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9D47BDC-6D54-533D-3712-5512CAFAFFC2}"/>
              </a:ext>
            </a:extLst>
          </p:cNvPr>
          <p:cNvSpPr/>
          <p:nvPr/>
        </p:nvSpPr>
        <p:spPr>
          <a:xfrm>
            <a:off x="4828031" y="3426786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D1D458-7B4A-3A60-8F24-4AFEFFB213B8}"/>
              </a:ext>
            </a:extLst>
          </p:cNvPr>
          <p:cNvSpPr/>
          <p:nvPr/>
        </p:nvSpPr>
        <p:spPr>
          <a:xfrm>
            <a:off x="3096557" y="328146"/>
            <a:ext cx="2093281" cy="5890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5D9EA3-14FF-30E5-58D3-FEB65A552661}"/>
              </a:ext>
            </a:extLst>
          </p:cNvPr>
          <p:cNvSpPr/>
          <p:nvPr/>
        </p:nvSpPr>
        <p:spPr>
          <a:xfrm>
            <a:off x="4828031" y="3063240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1BDDA-F950-181E-D406-126053CC0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1543324"/>
            <a:ext cx="7565012" cy="10725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Eliminates duplicate rows from query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Works best with a slim subset of columns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88EFB3-72D4-CFFA-6A6E-0A231E22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Queries: DISTINCT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0CED6-8FF5-B824-8591-CAC13DA9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EECB51-7E99-44E3-7FCE-491EA68A51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Finding unique values in a column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8E1976-47BD-995E-5DD5-62B7AC7E59C7}"/>
              </a:ext>
            </a:extLst>
          </p:cNvPr>
          <p:cNvSpPr txBox="1"/>
          <p:nvPr/>
        </p:nvSpPr>
        <p:spPr>
          <a:xfrm>
            <a:off x="4901183" y="3011711"/>
            <a:ext cx="664768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DISTINCT city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customers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</a:t>
            </a:r>
            <a:b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i="1"/>
              <a:t>If cities are: ['New York', 'Boston', 'New York', 'Chicago', 'Boston'] Result: ['New York', 'Boston', 'Chicago']</a:t>
            </a:r>
          </a:p>
          <a:p>
            <a:r>
              <a:rPr lang="en-US" sz="2400" i="1">
                <a:latin typeface="Consolas" panose="020B0609020204030204" pitchFamily="49" charset="0"/>
                <a:cs typeface="Consolas" panose="020B0609020204030204" pitchFamily="49" charset="0"/>
              </a:rPr>
              <a:t>*/</a:t>
            </a:r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54F58E04-F7F3-5BC3-3461-327D4A1EACB6}"/>
              </a:ext>
            </a:extLst>
          </p:cNvPr>
          <p:cNvSpPr/>
          <p:nvPr/>
        </p:nvSpPr>
        <p:spPr>
          <a:xfrm>
            <a:off x="4532375" y="2851923"/>
            <a:ext cx="7498080" cy="2898428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91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9" grpId="0" animBg="1"/>
      <p:bldP spid="3" grpId="0" uiExpand="1" build="p"/>
      <p:bldP spid="8" grpId="0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8E687-F938-26AC-4057-215B85749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DA0240-9FD9-BB48-1F13-F5A53E812F01}"/>
              </a:ext>
            </a:extLst>
          </p:cNvPr>
          <p:cNvSpPr/>
          <p:nvPr/>
        </p:nvSpPr>
        <p:spPr>
          <a:xfrm>
            <a:off x="3659587" y="3869846"/>
            <a:ext cx="4872151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C49CC-0347-A0BA-A098-1137AD400067}"/>
              </a:ext>
            </a:extLst>
          </p:cNvPr>
          <p:cNvSpPr/>
          <p:nvPr/>
        </p:nvSpPr>
        <p:spPr>
          <a:xfrm>
            <a:off x="3096557" y="328146"/>
            <a:ext cx="2093281" cy="5890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A0C4BC-3418-C6DB-B647-E880115FB807}"/>
              </a:ext>
            </a:extLst>
          </p:cNvPr>
          <p:cNvSpPr/>
          <p:nvPr/>
        </p:nvSpPr>
        <p:spPr>
          <a:xfrm>
            <a:off x="3659587" y="3506300"/>
            <a:ext cx="4872151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47EED-7974-9DEE-64BC-8BEEC62AE8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1543324"/>
            <a:ext cx="7565012" cy="10725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Eliminates duplicate rows from query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Works best with a slim subset of columns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AFF478-DC49-C89D-DDF0-668CD8F2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Queries: DISTINCT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22DBF-2F95-F1A0-6247-971061CB2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D5D28C-C860-4E25-6CB2-4EBEBBE8D4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Finding unique values in a column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37FF9C-F97F-10BD-AEFE-B51717DBDEC6}"/>
              </a:ext>
            </a:extLst>
          </p:cNvPr>
          <p:cNvSpPr txBox="1"/>
          <p:nvPr/>
        </p:nvSpPr>
        <p:spPr>
          <a:xfrm>
            <a:off x="3732740" y="3454771"/>
            <a:ext cx="4798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DISTINCT city, state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customers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9DF0A421-9E2A-89B3-580E-E2C9A870B9AE}"/>
              </a:ext>
            </a:extLst>
          </p:cNvPr>
          <p:cNvSpPr/>
          <p:nvPr/>
        </p:nvSpPr>
        <p:spPr>
          <a:xfrm>
            <a:off x="3434019" y="3294983"/>
            <a:ext cx="5323961" cy="1211030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7C300-B3FE-5C5E-5CB1-D8DDBF27CFAF}"/>
              </a:ext>
            </a:extLst>
          </p:cNvPr>
          <p:cNvSpPr txBox="1"/>
          <p:nvPr/>
        </p:nvSpPr>
        <p:spPr>
          <a:xfrm>
            <a:off x="606236" y="2870463"/>
            <a:ext cx="20992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New York, NY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Portland, ME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Chicago, IL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New York, NY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Chicago, IL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Portland, OR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Chicago, IL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52624F-8220-F84E-A91E-5C018CC9C220}"/>
              </a:ext>
            </a:extLst>
          </p:cNvPr>
          <p:cNvSpPr txBox="1"/>
          <p:nvPr/>
        </p:nvSpPr>
        <p:spPr>
          <a:xfrm>
            <a:off x="9486506" y="3381579"/>
            <a:ext cx="20992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New York, NY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Portland, ME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Chicago, IL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Portland, OR</a:t>
            </a:r>
          </a:p>
        </p:txBody>
      </p:sp>
    </p:spTree>
    <p:extLst>
      <p:ext uri="{BB962C8B-B14F-4D97-AF65-F5344CB8AC3E}">
        <p14:creationId xmlns:p14="http://schemas.microsoft.com/office/powerpoint/2010/main" val="181943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9" grpId="0" animBg="1"/>
      <p:bldP spid="8" grpId="0"/>
      <p:bldP spid="12" grpId="0" animBg="1"/>
      <p:bldP spid="6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8AEB1-1517-172B-5088-EE65AAB6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F1D93-CA83-C06B-BB55-45E7E86B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5FC07-01B0-A1C0-818A-6F867CDFBE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EEE20-9641-78D2-0492-C216254B31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75908-E818-D4C7-68AC-3CAF3B18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06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E9090DC-D710-4793-ED3B-5997B54D1B51}"/>
              </a:ext>
            </a:extLst>
          </p:cNvPr>
          <p:cNvSpPr/>
          <p:nvPr/>
        </p:nvSpPr>
        <p:spPr>
          <a:xfrm>
            <a:off x="5591934" y="328146"/>
            <a:ext cx="4196121" cy="5890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7DB91-91E1-DE52-3990-D0A5DAE2CE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5509968" cy="3771353"/>
          </a:xfrm>
        </p:spPr>
        <p:txBody>
          <a:bodyPr/>
          <a:lstStyle/>
          <a:p>
            <a:r>
              <a:rPr lang="en-US"/>
              <a:t>SQL Aggregation Keywords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AVG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Aggregations are primarily (not exclusively) for numeric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C72499-4F75-E15F-6CBE-BF041663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Aggregation Queries: WHAT + Calculations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34DBC-59CC-4235-6CBD-045F952C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32E968-3B68-E0F1-5DB2-64F49AC78A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Beginning the transition from data to</a:t>
            </a:r>
            <a:r>
              <a:rPr lang="en-US" b="0" i="1"/>
              <a:t> </a:t>
            </a:r>
            <a:r>
              <a:rPr lang="en-US" i="1"/>
              <a:t>information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F89E6B3-D8CD-0062-1E0E-CAF925D3D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2631" y="1543323"/>
            <a:ext cx="53721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8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427F8518-0786-4241-9955-5A8DAADF5AFF}">
  <ds:schemaRefs>
    <ds:schemaRef ds:uri="37af3f4b-4b66-46f9-8456-831d9bc3e737"/>
    <ds:schemaRef ds:uri="d6656b4d-3fa0-4709-acfb-d5e813445d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37af3f4b-4b66-46f9-8456-831d9bc3e737"/>
    <ds:schemaRef ds:uri="d6656b4d-3fa0-4709-acfb-d5e813445d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18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Single Table Queries: Aggregations</vt:lpstr>
      <vt:lpstr>SQL Select Query Basics</vt:lpstr>
      <vt:lpstr>Advanced Filters</vt:lpstr>
      <vt:lpstr>SQL Queries: WHICH</vt:lpstr>
      <vt:lpstr>SQL Queries: LIKE and %</vt:lpstr>
      <vt:lpstr>SQL Queries: LIKE and %</vt:lpstr>
      <vt:lpstr>SQL Queries: LIKE and %</vt:lpstr>
      <vt:lpstr>SQL Queries: BETWEEN</vt:lpstr>
      <vt:lpstr>Sidebar: Dates in Databases</vt:lpstr>
      <vt:lpstr>PowerPoint Presentation</vt:lpstr>
      <vt:lpstr>Sidebar: Dates in Databases</vt:lpstr>
      <vt:lpstr>Sidebar: Dates in Databases (UTC)</vt:lpstr>
      <vt:lpstr>Querying Dates and Times in BigQuery: Option 1</vt:lpstr>
      <vt:lpstr>Querying Dates and Times in BigQuery: Option 2</vt:lpstr>
      <vt:lpstr>SQL Queries: DISTINCT</vt:lpstr>
      <vt:lpstr>SQL Queries: DISTINCT</vt:lpstr>
      <vt:lpstr>Aggregations</vt:lpstr>
      <vt:lpstr>SQL Aggregation Queries: WHAT + Calculations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 Table Queries: Aggregations</dc:title>
  <dc:creator>Rob Elliott</dc:creator>
  <cp:revision>1</cp:revision>
  <dcterms:created xsi:type="dcterms:W3CDTF">2024-09-09T13:49:41Z</dcterms:created>
  <dcterms:modified xsi:type="dcterms:W3CDTF">2025-09-18T13:08:22Z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