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70" r:id="rId9"/>
    <p:sldId id="268" r:id="rId10"/>
    <p:sldId id="26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2913A-B88A-EE45-91A0-A28C31B1E597}" v="1" dt="2025-10-13T02:23:52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a prabhu Sana" userId="9ce700ea-1810-4462-ab36-dec9325c035e" providerId="ADAL" clId="{7F8A51BB-DF7A-5C03-A6B7-03326D5C008F}"/>
    <pc:docChg chg="modSld">
      <pc:chgData name="Ramana prabhu Sana" userId="9ce700ea-1810-4462-ab36-dec9325c035e" providerId="ADAL" clId="{7F8A51BB-DF7A-5C03-A6B7-03326D5C008F}" dt="2025-10-13T02:23:52.052" v="0"/>
      <pc:docMkLst>
        <pc:docMk/>
      </pc:docMkLst>
      <pc:sldChg chg="modSp">
        <pc:chgData name="Ramana prabhu Sana" userId="9ce700ea-1810-4462-ab36-dec9325c035e" providerId="ADAL" clId="{7F8A51BB-DF7A-5C03-A6B7-03326D5C008F}" dt="2025-10-13T02:23:52.052" v="0"/>
        <pc:sldMkLst>
          <pc:docMk/>
          <pc:sldMk cId="1856748235" sldId="298"/>
        </pc:sldMkLst>
        <pc:spChg chg="mod">
          <ac:chgData name="Ramana prabhu Sana" userId="9ce700ea-1810-4462-ab36-dec9325c035e" providerId="ADAL" clId="{7F8A51BB-DF7A-5C03-A6B7-03326D5C008F}" dt="2025-10-13T02:23:52.052" v="0"/>
          <ac:spMkLst>
            <pc:docMk/>
            <pc:sldMk cId="1856748235" sldId="298"/>
            <ac:spMk id="3" creationId="{8BE73BFD-97B3-4410-845F-B0699E6BB1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5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DE0D-59A0-4876-97AB-96887EEE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Elements to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7B1B-1C4B-4F06-93DD-9B96480F9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Using append(): the method adds an item at the end of the list. E.g.,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[21, 34, 54, 12]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print("Before Append:", numbers)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using append method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numbers.append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(32)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print("After Append:", numbers)</a:t>
            </a:r>
          </a:p>
          <a:p>
            <a:r>
              <a:rPr lang="en-US" dirty="0"/>
              <a:t>Using extend(): the method adds all the items of an </a:t>
            </a:r>
            <a:r>
              <a:rPr lang="en-US" i="1" dirty="0" err="1"/>
              <a:t>iterable</a:t>
            </a:r>
            <a:r>
              <a:rPr lang="en-US" dirty="0"/>
              <a:t> (list, tuple, string, dictionary, etc.) to the end of the list. E.g.,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[1, 3, 5]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even_numbers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[4, 6, 8]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add elements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even_numbers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the numbers list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numbers.extend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even_numbers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print("List after append:", numbers)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86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E36C-2F60-4B5F-B200-6ACA12057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Elements to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00AB9-5C5E-429E-9FB1-F813805E1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insert(): this method adds an element at a specified index. E.g.,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[10, 30, 40]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insert an element at index 1 (second position)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numbers.insert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(1, 20)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print(numbers) # [10, 20, 30, 40]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0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8C13-7E82-48F5-A0F3-7B8EBBC6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Changing List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8F21-C0B6-4A8C-A536-59DAA9A2F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lists are mutable (can be modified). We can change items of a list by assigning new values using the = operator. E.g.,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changing the third item to 'C'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languages[2] = 'C'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  # ['Python', 'Swift', 'C']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0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DEDE-8925-4534-A3D6-0F34EE44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 Items From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0273-18FB-4063-9EB5-B60F399A5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del statement: removes one or more items from a list. E.g.,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'C++', 'C', 'Java', 'Rust', 'R']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deleting the second item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 languages[1]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 # ['Python', 'C++', 'C', 'Java', 'Rust', 'R']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deleting the last item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 languages[-1]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 # ['Python', 'C++', 'C', 'Java', 'Rust']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delete the first two items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del languages[0 : 2]  # ['C', 'Java', 'Rust']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</a:t>
            </a:r>
          </a:p>
        </p:txBody>
      </p:sp>
    </p:spTree>
    <p:extLst>
      <p:ext uri="{BB962C8B-B14F-4D97-AF65-F5344CB8AC3E}">
        <p14:creationId xmlns:p14="http://schemas.microsoft.com/office/powerpoint/2010/main" val="37717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DEC1-0337-4440-A764-0874817C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 Items From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8AE71-AB6B-4155-9738-EEE23332B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use the remove() method to delete a list item. For example,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'C++', 'C', 'Java', 'Rust', 'R']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remove 'Python' from the list</a:t>
            </a:r>
          </a:p>
          <a:p>
            <a:pPr marL="914400" lvl="2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languages.remove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('Python')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print(languages) # ['Swift', 'C++', 'C', 'Java', 'Rust', 'R']</a:t>
            </a:r>
          </a:p>
        </p:txBody>
      </p:sp>
    </p:spTree>
    <p:extLst>
      <p:ext uri="{BB962C8B-B14F-4D97-AF65-F5344CB8AC3E}">
        <p14:creationId xmlns:p14="http://schemas.microsoft.com/office/powerpoint/2010/main" val="103717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4F45-2E4F-40C2-A233-B8486E01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6E3CB-9B7F-4B56-9775-4337592A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6350" cy="40322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Python has many useful list methods that makes it really easy to work with lists.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DEF28-C076-4A64-BD63-02FA4599E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475" y="1825625"/>
            <a:ext cx="6231031" cy="480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2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9650-C42C-4EE0-8361-99AFA0D4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Sorting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BC0CC-608B-4CA1-A5E4-2059C65A5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48950" cy="480377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sort() method is used to sort the elements of a list in ascending order by default. E.g.,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unsorted_list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[2,4,5,32,6,255,5,42]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unsorted_list.sort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print("Now it is sorted:",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unsorted_list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/>
              <a:t>To sort a list in descending order, set the reverse parameter to True of the sort() method. E.g.,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List of Integers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[1, 3, 4, 2]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Sorting list of Integers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numbers.sort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(reverse=True)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print(numbers) # List of Floating point numbers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decimalnumber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[2.01, 2.00, 3.67, 3.28, 1.68]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Sorting list of Floating point numbers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decimalnumber.sort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(reverse=True)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decimalnumber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List of strings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words = [“programming", “is", “fun"]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Sorting list of strings</a:t>
            </a:r>
          </a:p>
          <a:p>
            <a:pPr marL="914400" lvl="2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words.sort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(reverse=True)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print(words)</a:t>
            </a:r>
          </a:p>
          <a:p>
            <a:pPr marL="914400" lvl="2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9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3472-0DA2-44A6-A0BD-1DE34F9B3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With Lists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13B5B-0B89-42EA-9202-86A6D1C2A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Iteration: We can use a for loop to iterate over the elements of a list. For example,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iterating through the list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language in languages: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print(language)</a:t>
            </a:r>
          </a:p>
          <a:p>
            <a:r>
              <a:rPr lang="en-US" dirty="0"/>
              <a:t>Check if an Element Exists in a List: We use the ‘</a:t>
            </a:r>
            <a:r>
              <a:rPr lang="en-US" i="1" dirty="0"/>
              <a:t>in’</a:t>
            </a:r>
            <a:r>
              <a:rPr lang="en-US" dirty="0"/>
              <a:t> keyword to check if an item exists in the list or not. For example,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languages = ['Python', 'Swift', 'C++']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print('C' in languages)    # False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print('Python' in languages)    #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75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D936-7FE6-4066-A32B-4F314673B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40FC-F384-4C8F-A506-B8366B055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uclid_circular_a"/>
              </a:rPr>
              <a:t>List comprehension is a concise and elegant way to create lists. For example,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create a list with value n ** 2 where n is a number from 1 to 5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numbers = [n**2 for n in range(1, 6)]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print(numbers)    </a:t>
            </a:r>
          </a:p>
          <a:p>
            <a:endParaRPr lang="en-US" b="0" i="0" dirty="0">
              <a:effectLst/>
              <a:latin typeface="euclid_circular_a"/>
            </a:endParaRPr>
          </a:p>
        </p:txBody>
      </p:sp>
    </p:spTree>
    <p:extLst>
      <p:ext uri="{BB962C8B-B14F-4D97-AF65-F5344CB8AC3E}">
        <p14:creationId xmlns:p14="http://schemas.microsoft.com/office/powerpoint/2010/main" val="1029484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2AE0-E485-413E-A515-C0B7D62B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Review: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21C0-C960-4F02-A956-031A74642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 dictionary is a collection of items where each item is a </a:t>
            </a:r>
            <a:r>
              <a:rPr lang="en-US" i="1" dirty="0"/>
              <a:t>key-value pair.</a:t>
            </a: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example, you can represent a student as a dictionary:</a:t>
            </a:r>
          </a:p>
          <a:p>
            <a:pPr marL="914400" lvl="2" indent="0">
              <a:buNone/>
            </a:pP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student = {</a:t>
            </a:r>
          </a:p>
          <a:p>
            <a:pPr marL="914400" lvl="2" indent="0">
              <a:buNone/>
            </a:pP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90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"name"</a:t>
            </a: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"Alice"</a:t>
            </a: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90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"graduated"</a:t>
            </a: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90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"CGPA"</a:t>
            </a: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3.49</a:t>
            </a: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90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"age"</a:t>
            </a: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90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"hobbies"</a:t>
            </a: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["Jogging", "Gym", "Boxing"]</a:t>
            </a:r>
          </a:p>
          <a:p>
            <a:pPr marL="457200" lvl="1" indent="0">
              <a:buNone/>
            </a:pPr>
            <a:r>
              <a:rPr lang="en-US" sz="19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dirty="0">
                <a:cs typeface="Courier New" panose="02070309020205020404" pitchFamily="49" charset="0"/>
              </a:rPr>
              <a:t>This dictionary has five elements (key-value pairs), where objects in red are keys and objects in blue are corresponding values.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3259-0260-47DA-864A-5FD49A1E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C12A8-4B59-4E36-AC0A-52142FC16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i="0" dirty="0">
                <a:effectLst/>
                <a:latin typeface="euclid_circular_a"/>
              </a:rPr>
              <a:t>We can access the value of a dictionary item by placing the key inside square brackets. E.g.,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print(student[‘name’])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print(student[‘CGPA’])	</a:t>
            </a:r>
          </a:p>
          <a:p>
            <a:r>
              <a:rPr lang="en-US" dirty="0"/>
              <a:t>We can also use the get() method to access the value of a dictionary item. 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student.get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(‘name’))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student.get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(‘CGPA’))</a:t>
            </a:r>
            <a:endParaRPr lang="en-US" dirty="0"/>
          </a:p>
          <a:p>
            <a:r>
              <a:rPr lang="en-US" dirty="0"/>
              <a:t>get() method takes maximum of two parameters:</a:t>
            </a:r>
          </a:p>
          <a:p>
            <a:pPr lvl="1"/>
            <a:r>
              <a:rPr lang="en-US" dirty="0"/>
              <a:t>key - key to be searched in the dictionary</a:t>
            </a:r>
          </a:p>
          <a:p>
            <a:pPr lvl="1"/>
            <a:r>
              <a:rPr lang="en-US" dirty="0"/>
              <a:t>value (optional) - Value to be returned if the key is not found. The default value is None</a:t>
            </a:r>
          </a:p>
          <a:p>
            <a:r>
              <a:rPr lang="en-US" dirty="0"/>
              <a:t>get() method returns:</a:t>
            </a:r>
          </a:p>
          <a:p>
            <a:pPr lvl="1"/>
            <a:r>
              <a:rPr lang="en-US" dirty="0"/>
              <a:t>the value for the specified key if key is in the dictionary.</a:t>
            </a:r>
          </a:p>
          <a:p>
            <a:pPr lvl="1"/>
            <a:r>
              <a:rPr lang="en-US" dirty="0"/>
              <a:t>None if the key is not found and value is not specified.</a:t>
            </a:r>
          </a:p>
          <a:p>
            <a:pPr lvl="1"/>
            <a:r>
              <a:rPr lang="en-US" dirty="0"/>
              <a:t>value if the key is not found and value is specified.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01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C52C-27BF-4C8D-B31B-29588B82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91665-5A95-4A48-A5A9-C90146E02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get() method Vs </a:t>
            </a:r>
            <a:r>
              <a:rPr lang="en-US" dirty="0" err="1"/>
              <a:t>dict</a:t>
            </a:r>
            <a:r>
              <a:rPr lang="en-US" dirty="0"/>
              <a:t>[key] to Access Elements:</a:t>
            </a:r>
          </a:p>
          <a:p>
            <a:pPr lvl="1"/>
            <a:r>
              <a:rPr lang="en-US" dirty="0"/>
              <a:t>get() method returns a default value if the key is missing.</a:t>
            </a:r>
          </a:p>
          <a:p>
            <a:pPr lvl="1"/>
            <a:r>
              <a:rPr lang="en-US" dirty="0" err="1"/>
              <a:t>dict</a:t>
            </a:r>
            <a:r>
              <a:rPr lang="en-US" dirty="0"/>
              <a:t>[key] raises </a:t>
            </a:r>
            <a:r>
              <a:rPr lang="en-US" dirty="0" err="1"/>
              <a:t>KeyError</a:t>
            </a:r>
            <a:r>
              <a:rPr lang="en-US" dirty="0"/>
              <a:t> exception if the key is missing.</a:t>
            </a:r>
          </a:p>
          <a:p>
            <a:r>
              <a:rPr lang="en-US" dirty="0"/>
              <a:t>We can also use the </a:t>
            </a:r>
            <a:r>
              <a:rPr lang="en-US" dirty="0" err="1"/>
              <a:t>setdefault</a:t>
            </a:r>
            <a:r>
              <a:rPr lang="en-US" dirty="0"/>
              <a:t>() method to access the value of a dictionary item. (more on this in the following slide)</a:t>
            </a:r>
          </a:p>
        </p:txBody>
      </p:sp>
    </p:spTree>
    <p:extLst>
      <p:ext uri="{BB962C8B-B14F-4D97-AF65-F5344CB8AC3E}">
        <p14:creationId xmlns:p14="http://schemas.microsoft.com/office/powerpoint/2010/main" val="22460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2B17-5D17-43BB-AEB9-1C415DCE3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CED24-3B0F-43FF-A429-1DFD9059E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effectLst/>
              </a:rPr>
              <a:t>We can </a:t>
            </a:r>
            <a:r>
              <a:rPr lang="en-US" i="0" dirty="0">
                <a:effectLst/>
              </a:rPr>
              <a:t>add</a:t>
            </a:r>
            <a:r>
              <a:rPr lang="en-US" b="0" i="0" dirty="0">
                <a:effectLst/>
              </a:rPr>
              <a:t> an item to a dictionary by assigning a value to a new key. For example,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</a:t>
            </a:r>
            <a:r>
              <a:rPr lang="en-US" sz="18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tudent[‘email’] = ‘alice@purdue.edu’</a:t>
            </a:r>
          </a:p>
          <a:p>
            <a:r>
              <a:rPr lang="en-US" dirty="0"/>
              <a:t>We can add an item to a dictionary using </a:t>
            </a:r>
            <a:r>
              <a:rPr lang="en-US" dirty="0" err="1"/>
              <a:t>setdefault</a:t>
            </a:r>
            <a:r>
              <a:rPr lang="en-US" dirty="0"/>
              <a:t>() method</a:t>
            </a:r>
          </a:p>
          <a:p>
            <a:r>
              <a:rPr lang="en-US" dirty="0" err="1"/>
              <a:t>setdefault</a:t>
            </a:r>
            <a:r>
              <a:rPr lang="en-US" dirty="0"/>
              <a:t>() method takes maximum of two parameters:</a:t>
            </a:r>
          </a:p>
          <a:p>
            <a:pPr lvl="1"/>
            <a:r>
              <a:rPr lang="en-US" dirty="0"/>
              <a:t>key – key to be searched in the dictionary. </a:t>
            </a:r>
          </a:p>
          <a:p>
            <a:pPr lvl="1"/>
            <a:r>
              <a:rPr lang="en-US" dirty="0" err="1"/>
              <a:t>default_value</a:t>
            </a:r>
            <a:r>
              <a:rPr lang="en-US" dirty="0"/>
              <a:t> (optional) – key with </a:t>
            </a:r>
            <a:r>
              <a:rPr lang="en-US" dirty="0" err="1"/>
              <a:t>default_value</a:t>
            </a:r>
            <a:r>
              <a:rPr lang="en-US" dirty="0"/>
              <a:t> is inserted in the dictionary if key is not in the dictionary. If not specified, the </a:t>
            </a:r>
            <a:r>
              <a:rPr lang="en-US" dirty="0" err="1"/>
              <a:t>default_value</a:t>
            </a:r>
            <a:r>
              <a:rPr lang="en-US" dirty="0"/>
              <a:t> will be None.</a:t>
            </a:r>
          </a:p>
          <a:p>
            <a:r>
              <a:rPr lang="en-US" dirty="0" err="1"/>
              <a:t>setdefault</a:t>
            </a:r>
            <a:r>
              <a:rPr lang="en-US" dirty="0"/>
              <a:t>() returns the value of a key (if the key is in the dictionary). Else, it inserts a key with the </a:t>
            </a:r>
            <a:r>
              <a:rPr lang="en-US" dirty="0" err="1"/>
              <a:t>default_value</a:t>
            </a:r>
            <a:r>
              <a:rPr lang="en-US" dirty="0"/>
              <a:t> to the dictionary</a:t>
            </a:r>
          </a:p>
          <a:p>
            <a:pPr marL="914400" lvl="2" indent="0">
              <a:buNone/>
            </a:pPr>
            <a:r>
              <a:rPr lang="en-US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student.setdefault</a:t>
            </a:r>
            <a:r>
              <a:rPr lang="en-US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(‘status’, 1)</a:t>
            </a:r>
            <a:endParaRPr lang="en-US" b="0" i="0" dirty="0">
              <a:effectLst/>
            </a:endParaRPr>
          </a:p>
          <a:p>
            <a:endParaRPr lang="en-US" b="0" i="0" dirty="0">
              <a:effectLst/>
            </a:endParaRPr>
          </a:p>
          <a:p>
            <a:pPr lvl="2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72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D216-98BF-4329-8D65-51995A24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Modify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F7249-51B2-4943-9639-6E165A780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Python dictionaries are mutable (changeable). We can change the value of a dictionary element by referring to its key. For example,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student[‘CGPA’]= 3.5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9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0775-6636-4617-8A93-94D3D10F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C657E-3F96-4A5C-B657-03E32947E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the del statement to remove an element from a dictionary. For example,</a:t>
            </a:r>
          </a:p>
          <a:p>
            <a:pPr marL="1371600" lvl="3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del student[‘email’]</a:t>
            </a:r>
          </a:p>
          <a:p>
            <a:r>
              <a:rPr lang="en-US" dirty="0"/>
              <a:t>If we need to remove all items from a dictionary at once, we can use the clear() method.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0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EE342-069A-4C4D-8D5A-9F5B28219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Membership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BBE7D-2A5F-4998-8C7A-4BBACC075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check whether a key exists in a dictionary by using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not in</a:t>
            </a:r>
            <a:r>
              <a:rPr lang="en-US" dirty="0"/>
              <a:t> operators.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print(‘age’ in student)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print(‘gender’ in student)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print(‘height’ not in student)</a:t>
            </a:r>
          </a:p>
          <a:p>
            <a:pPr marL="914400" lvl="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operator checks whether a key exists; it doesn't check whether a value exists or not.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6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6E02-BB12-43B9-B243-182CA408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Iterate Through 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E550B-D4EC-40CF-AA4B-98B4742D2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iterate through dictionary keys one by one using a for loop.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attribute in student: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print(attribute)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There are three dictionary methods that will return list-like values of the dictionary’s keys, values, or both keys and values: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keys()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JansonTextLTStd"/>
              </a:rPr>
              <a:t>, 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values()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,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items()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 values returned by these methods are not true lists: they cannot be modified</a:t>
            </a:r>
          </a:p>
          <a:p>
            <a:r>
              <a:rPr lang="en-US" dirty="0"/>
              <a:t>But these data types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dict_keys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dict_values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/>
              <a:t> 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dict_items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/>
              <a:t> respectively) can be used in for loops.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69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3C5F-7307-4501-9306-7B5D7337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Iterate Through a Dictionary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73BFD-97B3-4410-845F-B0699E6B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Iterating over keys using keys() method: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key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student.keys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print(key)</a:t>
            </a:r>
            <a:endParaRPr lang="en-US" dirty="0"/>
          </a:p>
          <a:p>
            <a:r>
              <a:rPr lang="en-US" dirty="0"/>
              <a:t>Iterating over values using values() method: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student.values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/>
          </a:p>
          <a:p>
            <a:r>
              <a:rPr lang="en-US" dirty="0"/>
              <a:t>Iterating over items using items() method: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entry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student.items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print(entry)</a:t>
            </a:r>
            <a:endParaRPr lang="en-US" dirty="0"/>
          </a:p>
          <a:p>
            <a:r>
              <a:rPr lang="en-US" dirty="0"/>
              <a:t>Iterating over key, value pairs using items() method: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k, v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student.items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f‘key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{k}, value = {v}’)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748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7FE8-E55F-40D4-B3D6-67066D4B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Dictionary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E9E88-D083-429D-B2E8-E38277F8B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Here’s a list of some commonly used dictionary methods in python: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2C70A1-A4E2-455B-9650-C37C42712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720" y="2364967"/>
            <a:ext cx="6574559" cy="381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46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81F4-13CF-47E9-882A-CB10B940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Sorted()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C66EB-9BC6-4617-A1F5-3B669E559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sorted() function returns the sorted elements of a given </a:t>
            </a:r>
            <a:r>
              <a:rPr lang="en-US" i="1" dirty="0" err="1"/>
              <a:t>iterable</a:t>
            </a:r>
            <a:r>
              <a:rPr lang="en-US" dirty="0"/>
              <a:t> in ascending order.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numbers = [5, 3, 4, 3, 6, 7, 2, 1]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sorted(numbers)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[1, 2, 3, 3, 4, 5, 6, 7]</a:t>
            </a:r>
          </a:p>
          <a:p>
            <a:r>
              <a:rPr lang="en-US" dirty="0"/>
              <a:t>Along with the </a:t>
            </a:r>
            <a:r>
              <a:rPr lang="en-US" dirty="0" err="1"/>
              <a:t>iterable</a:t>
            </a:r>
            <a:r>
              <a:rPr lang="en-US" dirty="0"/>
              <a:t>, the sorted() method also has two optional keyword arguments: </a:t>
            </a:r>
            <a:r>
              <a:rPr lang="en-US" i="1" dirty="0"/>
              <a:t>key </a:t>
            </a:r>
            <a:r>
              <a:rPr lang="en-US" dirty="0"/>
              <a:t>and </a:t>
            </a:r>
            <a:r>
              <a:rPr lang="en-US" i="1" dirty="0"/>
              <a:t>reverse</a:t>
            </a:r>
          </a:p>
          <a:p>
            <a:pPr lvl="1"/>
            <a:r>
              <a:rPr lang="en-US" i="1" dirty="0"/>
              <a:t>key - </a:t>
            </a:r>
            <a:r>
              <a:rPr lang="en-US" dirty="0"/>
              <a:t>function that determines the basis for sort comparison. Default value - None</a:t>
            </a:r>
          </a:p>
          <a:p>
            <a:pPr lvl="1"/>
            <a:r>
              <a:rPr lang="en-US" i="1" dirty="0"/>
              <a:t>reverse - </a:t>
            </a:r>
            <a:r>
              <a:rPr lang="en-US" dirty="0" err="1"/>
              <a:t>boolean</a:t>
            </a:r>
            <a:r>
              <a:rPr lang="en-US" dirty="0"/>
              <a:t> that decides the sorting order. If True, the list is sorted in descending order</a:t>
            </a:r>
          </a:p>
        </p:txBody>
      </p:sp>
    </p:spTree>
    <p:extLst>
      <p:ext uri="{BB962C8B-B14F-4D97-AF65-F5344CB8AC3E}">
        <p14:creationId xmlns:p14="http://schemas.microsoft.com/office/powerpoint/2010/main" val="362219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D245-312E-4B40-BBBA-616B8F45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Sorted()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5AC47-C99C-4AC0-9193-6FF08A4B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sort in descending order, we set </a:t>
            </a:r>
            <a:r>
              <a:rPr lang="en-US" b="1" dirty="0"/>
              <a:t>reverse = True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numbers = [5, 3, 4, 3, 6, 7, 2, 1]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sorted(numbers, reverse = True)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[7, 6, 5, 4, 3, 3, 2, 1]</a:t>
            </a:r>
          </a:p>
          <a:p>
            <a:r>
              <a:rPr lang="en-US" dirty="0"/>
              <a:t>To sort with some </a:t>
            </a:r>
            <a:r>
              <a:rPr lang="en-US" b="1" dirty="0"/>
              <a:t>key</a:t>
            </a:r>
            <a:r>
              <a:rPr lang="en-US" dirty="0"/>
              <a:t> function, we can set the key argument to the name of the function used to determine the basis for sorting:</a:t>
            </a:r>
          </a:p>
          <a:p>
            <a:pPr marL="914400" lvl="2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fruits = ['apple', 'banana', 'kiwi', 'pomegranate']</a:t>
            </a:r>
          </a:p>
          <a:p>
            <a:pPr marL="914400" lvl="2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# sort the list based on the length of each string</a:t>
            </a:r>
          </a:p>
          <a:p>
            <a:pPr marL="914400" lvl="2" indent="0">
              <a:buNone/>
            </a:pP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sorted_fruits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= sorted(fruits, key=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print('Sorted list:',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sorted_fruits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# Output: Sorted list: ['kiwi', 'apple', 'banana', 'pomegranate']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03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065B-0FE7-4697-A707-796C24BE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Sorting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F4213-9235-494F-8F76-DDFD5439B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sort dictionaries using the sorted() function.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people = {3: "Jim", 2: "Jack", 4: "Jane", 1: "Jill"}</a:t>
            </a:r>
          </a:p>
          <a:p>
            <a:pPr marL="914400" lvl="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Sort by key</a:t>
            </a:r>
          </a:p>
          <a:p>
            <a:pPr marL="914400" lvl="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(sorted(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people.items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#output: {1: 'Jill', 2: 'Jack', 3: 'Jim', 4: 'Jane’}</a:t>
            </a:r>
          </a:p>
          <a:p>
            <a:pPr marL="914400" lvl="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Sort by value with a user defined function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(item):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item[1]</a:t>
            </a:r>
          </a:p>
          <a:p>
            <a:pPr marL="914400" lvl="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sorted(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people.items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key=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#output:[(2, 'Jack'), (4, 'Jane'), (1, 'Jill'), (3, 'Jim')]</a:t>
            </a:r>
          </a:p>
          <a:p>
            <a:pPr marL="914400" lvl="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29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C919-737E-4F77-A839-1F92B424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752D0-FF49-46BF-88E4-60C1E775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euclid_circular_a"/>
              </a:rPr>
              <a:t>A lambda function is a special type of function without the function name (anonymous functions). </a:t>
            </a:r>
          </a:p>
          <a:p>
            <a:r>
              <a:rPr lang="en-US" dirty="0"/>
              <a:t>We use the </a:t>
            </a:r>
            <a:r>
              <a:rPr lang="en-US" b="1" dirty="0"/>
              <a:t>lambda</a:t>
            </a:r>
            <a:r>
              <a:rPr lang="en-US" dirty="0"/>
              <a:t> keyword instead of </a:t>
            </a:r>
            <a:r>
              <a:rPr lang="en-US" b="1" dirty="0"/>
              <a:t>def</a:t>
            </a:r>
            <a:r>
              <a:rPr lang="en-US" dirty="0"/>
              <a:t> to create a lambda function. E.g., 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lambda argument(s) : expression </a:t>
            </a:r>
          </a:p>
          <a:p>
            <a:pPr lvl="1"/>
            <a:r>
              <a:rPr lang="en-US" dirty="0"/>
              <a:t>argument(s) - any value(s) passed to the lambda function</a:t>
            </a:r>
          </a:p>
          <a:p>
            <a:pPr lvl="1"/>
            <a:r>
              <a:rPr lang="en-US" dirty="0"/>
              <a:t>expression - expression is executed and returned</a:t>
            </a:r>
          </a:p>
          <a:p>
            <a:r>
              <a:rPr lang="en-US" dirty="0"/>
              <a:t>Sorting a dictionary using a lambda function: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sorted(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people.items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key=lambda item: item[1])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#output:[(2, 'Jack'), (4, 'Jane'), (1, 'Jill'), (3, 'Jim')]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46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3292</TotalTime>
  <Words>2132</Words>
  <Application>Microsoft Macintosh PowerPoint</Application>
  <PresentationFormat>Widescreen</PresentationFormat>
  <Paragraphs>207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euclid_circular_a</vt:lpstr>
      <vt:lpstr>JansonTextLTStd</vt:lpstr>
      <vt:lpstr>source-serif-pro</vt:lpstr>
      <vt:lpstr>Office Theme</vt:lpstr>
      <vt:lpstr>MGMT 58600: Python Programming</vt:lpstr>
      <vt:lpstr>Add Elements to a List</vt:lpstr>
      <vt:lpstr>Add Elements to a List</vt:lpstr>
      <vt:lpstr>Changing List Items</vt:lpstr>
      <vt:lpstr>Remove Items From a List</vt:lpstr>
      <vt:lpstr>Remove Items From a List</vt:lpstr>
      <vt:lpstr>List Methods</vt:lpstr>
      <vt:lpstr>Sorting a List</vt:lpstr>
      <vt:lpstr>Working With Lists</vt:lpstr>
      <vt:lpstr>List Comprehension</vt:lpstr>
      <vt:lpstr>Review: Dictionaries</vt:lpstr>
      <vt:lpstr>Access Items</vt:lpstr>
      <vt:lpstr>Access Items</vt:lpstr>
      <vt:lpstr>Add Items</vt:lpstr>
      <vt:lpstr>Modify Items</vt:lpstr>
      <vt:lpstr>Remove Items</vt:lpstr>
      <vt:lpstr>Membership Test</vt:lpstr>
      <vt:lpstr>Iterate Through a Dictionary</vt:lpstr>
      <vt:lpstr>Iterate Through a Dictionary</vt:lpstr>
      <vt:lpstr>Python Dictionary Methods</vt:lpstr>
      <vt:lpstr>Sorted() Function</vt:lpstr>
      <vt:lpstr>Sorted() Function</vt:lpstr>
      <vt:lpstr>Sorting Dictionaries</vt:lpstr>
      <vt:lpstr>Python Lambda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Ramana prabhu Sana</cp:lastModifiedBy>
  <cp:revision>52</cp:revision>
  <dcterms:created xsi:type="dcterms:W3CDTF">2024-01-10T16:08:38Z</dcterms:created>
  <dcterms:modified xsi:type="dcterms:W3CDTF">2025-10-13T02:24:02Z</dcterms:modified>
</cp:coreProperties>
</file>