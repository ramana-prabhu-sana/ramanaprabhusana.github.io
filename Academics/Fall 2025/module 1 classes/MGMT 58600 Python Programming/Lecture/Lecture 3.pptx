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76" r:id="rId13"/>
    <p:sldId id="277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3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FF66-AB9C-4C2B-B8D7-95C02853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333E9-21A7-4D2C-8A25-088884118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Droid Serif"/>
              </a:rPr>
              <a:t>A </a:t>
            </a:r>
            <a:r>
              <a:rPr lang="en-US" b="1" i="0" dirty="0">
                <a:solidFill>
                  <a:srgbClr val="374151"/>
                </a:solidFill>
                <a:effectLst/>
                <a:latin typeface="Droid Serif"/>
              </a:rPr>
              <a:t>repetition statement</a:t>
            </a:r>
            <a:r>
              <a:rPr lang="en-US" b="0" i="0" dirty="0">
                <a:solidFill>
                  <a:srgbClr val="374151"/>
                </a:solidFill>
                <a:effectLst/>
                <a:latin typeface="Droid Serif"/>
              </a:rPr>
              <a:t> is used to repeat a group(block) of programming instructions.</a:t>
            </a:r>
          </a:p>
          <a:p>
            <a:r>
              <a:rPr lang="en-US" dirty="0"/>
              <a:t>In Python, we generally have two loops/repetitive statements:</a:t>
            </a:r>
          </a:p>
          <a:p>
            <a:pPr lvl="1"/>
            <a:r>
              <a:rPr lang="en-US" b="1" dirty="0"/>
              <a:t>for</a:t>
            </a:r>
            <a:r>
              <a:rPr lang="en-US" dirty="0"/>
              <a:t> loop (</a:t>
            </a:r>
            <a:r>
              <a:rPr lang="en-US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definite iteration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while</a:t>
            </a:r>
            <a:r>
              <a:rPr lang="en-US" dirty="0"/>
              <a:t> loop (</a:t>
            </a:r>
            <a:r>
              <a:rPr lang="en-US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indefinite iteration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6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A1EA-620D-4135-8A77-93B49B6F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for </a:t>
            </a:r>
            <a:r>
              <a:rPr lang="en-US" b="1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24144-EB2A-4193-AFF0-2A4AFCEC2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for</a:t>
            </a:r>
            <a:r>
              <a:rPr lang="en-US" dirty="0"/>
              <a:t> loop is used to iterate over a sequence (a list, tuple, dictionary, or a set). We can execute a set of statements once for each item in the sequence.</a:t>
            </a:r>
          </a:p>
          <a:p>
            <a:pPr marL="457200" lvl="1" indent="0">
              <a:buNone/>
            </a:pPr>
            <a:r>
              <a:rPr lang="en-US" dirty="0"/>
              <a:t>for &lt;var&gt; in &lt;</a:t>
            </a:r>
            <a:r>
              <a:rPr lang="en-US" dirty="0" err="1"/>
              <a:t>iterable</a:t>
            </a:r>
            <a:r>
              <a:rPr lang="en-US" dirty="0"/>
              <a:t>&gt;: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"1st example"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lst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55A1E0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lst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)):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lst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], end =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 \n"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"2nd example"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(j, end =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 \n"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2A62D-6EB7-48CD-87E0-B915B98D1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229" y="2976384"/>
            <a:ext cx="3722430" cy="300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2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FD46-D219-44F0-85FE-561A9EA3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while</a:t>
            </a:r>
            <a:r>
              <a:rPr lang="en-US" dirty="0"/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5DDDD-C4E0-44FC-BAF1-6BEF1872B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while</a:t>
            </a:r>
            <a:r>
              <a:rPr lang="en-US" dirty="0"/>
              <a:t> loops are used to execute a block of statements repeatedly until a given condition is satisfied. </a:t>
            </a:r>
          </a:p>
          <a:p>
            <a:r>
              <a:rPr lang="en-US" dirty="0"/>
              <a:t>The expression is checked in each iteration and, if it is still true, the body is executed again…</a:t>
            </a:r>
          </a:p>
          <a:p>
            <a:r>
              <a:rPr lang="en-US" dirty="0"/>
              <a:t>..until the expression becomes false.</a:t>
            </a:r>
          </a:p>
          <a:p>
            <a:pPr marL="457200" lvl="1" indent="0">
              <a:buNone/>
            </a:pPr>
            <a:r>
              <a:rPr lang="en-US" dirty="0"/>
              <a:t>while &lt;expr&gt;: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m =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da-D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a-DK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i &lt; m:</a:t>
            </a:r>
          </a:p>
          <a:p>
            <a:pPr marL="457200" lvl="1" indent="0">
              <a:buNone/>
            </a:pP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da-DK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(i, end = 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da-DK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i = i +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a-DK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"End"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3E0D1-08F8-47F1-8452-1E0E0CC2F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580" y="3066849"/>
            <a:ext cx="2671777" cy="324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6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9F573-5815-4D5F-8FB8-5B793875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B5A3-A943-48A3-9DF0-D3E2BB606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 is a packaged block of statements that performs a specific task</a:t>
            </a:r>
          </a:p>
          <a:p>
            <a:r>
              <a:rPr lang="en-US" dirty="0"/>
              <a:t>A function has a name and only runs when it is called.</a:t>
            </a:r>
          </a:p>
          <a:p>
            <a:r>
              <a:rPr lang="en-US" dirty="0"/>
              <a:t>You can pass data, known as </a:t>
            </a:r>
            <a:r>
              <a:rPr lang="en-US" i="1" dirty="0"/>
              <a:t>parameters</a:t>
            </a:r>
            <a:r>
              <a:rPr lang="en-US" dirty="0"/>
              <a:t> (or </a:t>
            </a:r>
            <a:r>
              <a:rPr lang="en-US" i="1" dirty="0"/>
              <a:t>arguments</a:t>
            </a:r>
            <a:r>
              <a:rPr lang="en-US" dirty="0"/>
              <a:t>), into a function.</a:t>
            </a:r>
          </a:p>
          <a:p>
            <a:r>
              <a:rPr lang="en-US" dirty="0"/>
              <a:t>A function can return data (</a:t>
            </a:r>
            <a:r>
              <a:rPr lang="en-US" i="1" dirty="0"/>
              <a:t>output</a:t>
            </a:r>
            <a:r>
              <a:rPr lang="en-US" dirty="0"/>
              <a:t> or </a:t>
            </a:r>
            <a:r>
              <a:rPr lang="en-US" i="1" dirty="0"/>
              <a:t>return value</a:t>
            </a:r>
            <a:r>
              <a:rPr lang="en-US" dirty="0"/>
              <a:t>) as a result.</a:t>
            </a:r>
          </a:p>
          <a:p>
            <a:r>
              <a:rPr lang="en-US" dirty="0"/>
              <a:t>There are two types of function in Python programming:</a:t>
            </a:r>
          </a:p>
          <a:p>
            <a:pPr lvl="1"/>
            <a:r>
              <a:rPr lang="en-US" b="1" dirty="0"/>
              <a:t>Standard library functions</a:t>
            </a:r>
            <a:r>
              <a:rPr lang="en-US" dirty="0"/>
              <a:t> - These are built-in functions in Python that are available to use e.g. print(), </a:t>
            </a:r>
            <a:r>
              <a:rPr lang="en-US" dirty="0" err="1"/>
              <a:t>len</a:t>
            </a:r>
            <a:r>
              <a:rPr lang="en-US" dirty="0"/>
              <a:t>(), str(), int() etc.</a:t>
            </a:r>
          </a:p>
          <a:p>
            <a:pPr lvl="1"/>
            <a:r>
              <a:rPr lang="en-US" b="1" dirty="0"/>
              <a:t>User-defined functions</a:t>
            </a:r>
            <a:r>
              <a:rPr lang="en-US" dirty="0"/>
              <a:t> - We can create our own functions based on our requirements.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07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CDBF-823D-488C-B986-6054B035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Function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1CBF9-F620-4A67-B042-66953B8CE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syntax to declare a function is: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28A52-8F45-4114-AE11-BE8937BF5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2428275"/>
            <a:ext cx="7824787" cy="35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6E08-FF9C-4BBE-A09B-B51F75F9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Examples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C7AE4C-6CA0-41C8-8D9E-B4EE22D02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025" y="2309386"/>
            <a:ext cx="40523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# A simple Python function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fun():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"Welcome to MGMT 586"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# Driver code to call a function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fun()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06193-19DE-44E1-A704-7600A98E561B}"/>
              </a:ext>
            </a:extLst>
          </p:cNvPr>
          <p:cNvSpPr txBox="1"/>
          <p:nvPr/>
        </p:nvSpPr>
        <p:spPr>
          <a:xfrm>
            <a:off x="5362575" y="2309386"/>
            <a:ext cx="6096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add(num1, num2):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"""Add two numbers"""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num3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num1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num2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num3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# Driver code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num1, num2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15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add(num1, num2)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addition of {num1} and {num2} results 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01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61F1-98CB-4F48-BE63-58DE4391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330-4B03-4517-86CB-1E5FAE637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Dividing a complex problem into smaller chunks makes our program easy to understand and implement</a:t>
            </a:r>
          </a:p>
          <a:p>
            <a:r>
              <a:rPr lang="en-US" dirty="0"/>
              <a:t>Reduces duplicate code within a program</a:t>
            </a:r>
          </a:p>
          <a:p>
            <a:r>
              <a:rPr lang="en-US" dirty="0"/>
              <a:t>Enables reuse of code across multiple programs</a:t>
            </a:r>
          </a:p>
          <a:p>
            <a:r>
              <a:rPr lang="en-US" dirty="0"/>
              <a:t>Divides a large programming task among various programmers or various stages of a project</a:t>
            </a:r>
          </a:p>
          <a:p>
            <a:r>
              <a:rPr lang="en-US" dirty="0"/>
              <a:t>Hides implementation details from users of the function</a:t>
            </a:r>
          </a:p>
          <a:p>
            <a:r>
              <a:rPr lang="en-US" dirty="0"/>
              <a:t>Improves readability of code by replacing a block of code with a function call where a descriptive function name serves to describe the block of code</a:t>
            </a:r>
          </a:p>
          <a:p>
            <a:r>
              <a:rPr lang="en-US" dirty="0"/>
              <a:t>Makes software easier to test, debug and maintain</a:t>
            </a:r>
          </a:p>
        </p:txBody>
      </p:sp>
    </p:spTree>
    <p:extLst>
      <p:ext uri="{BB962C8B-B14F-4D97-AF65-F5344CB8AC3E}">
        <p14:creationId xmlns:p14="http://schemas.microsoft.com/office/powerpoint/2010/main" val="335771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1112-C915-4F73-9BB3-25B51F72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Call Stack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F40A8C-0A1E-4A44-8E03-35A6AE424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A Stack is a Last-In-First-Out (LIFO) data structure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call stack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(an OS level stack) is how a program remembers where to return the execution after each function call.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 call stack isn’t stored in a variable in your program; rather, Python handles it behind the scenes.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When your program calls a function, Python creates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frame object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on the top of the call stack.</a:t>
            </a:r>
            <a:endParaRPr lang="en-US" dirty="0">
              <a:solidFill>
                <a:srgbClr val="000000"/>
              </a:solidFill>
              <a:latin typeface="JansonTextLTStd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Frame objects store the line number of the original function call so that Python can remember where to return.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If another function call is made, Python puts another frame object on the call stack above the current 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02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3CEC-DBEF-42FA-8E9F-3D3A6F6B1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Call Stack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2043BE-7157-4436-81BF-93DBE628C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157" y="2186471"/>
            <a:ext cx="2590933" cy="356253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E9F62C-E5A5-4141-8D9C-CB7B8AF42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890" y="3296699"/>
            <a:ext cx="65722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0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9939-3D19-4B0E-B892-58D36EBE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EE14E-A85B-45EF-8532-FE0538C61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Parameters and variables that are assigned inside a function are said to exist in that function’s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local scope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Variables that are assigned outside all functions are said to exist in the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global scope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A variable that exists in a local scope is called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local variable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A variable that exists in the global scope is called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global variable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80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E5DA-2333-4A5E-8EA4-10CAB88D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8CF2-2BEF-4F30-A887-6071E396D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300"/>
          </a:xfrm>
        </p:spPr>
        <p:txBody>
          <a:bodyPr/>
          <a:lstStyle/>
          <a:p>
            <a:r>
              <a:rPr lang="en-US" dirty="0"/>
              <a:t>Local variables cannot be used in the global scope</a:t>
            </a:r>
          </a:p>
          <a:p>
            <a:pPr marL="914400" lvl="2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31337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r>
              <a:rPr lang="en-US" sz="1800" dirty="0"/>
              <a:t> </a:t>
            </a:r>
          </a:p>
          <a:p>
            <a:r>
              <a:rPr lang="en-US" dirty="0"/>
              <a:t>Local scopes cannot use variables in other local scopes </a:t>
            </a:r>
          </a:p>
          <a:p>
            <a:pPr marL="457200" lvl="1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def spam():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eggs = 99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bacon()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print(eggs)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def bacon():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ham = 101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eggs = 0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olidFill>
                  <a:srgbClr val="000000"/>
                </a:solidFill>
                <a:latin typeface="ArialUnicodeMS"/>
              </a:rPr>
              <a:t>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926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EBD8-F330-4CED-AF55-CBF15708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AB6F5-F10D-483E-86F4-D719B7DEA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Global variables can be read from a local scope</a:t>
            </a:r>
          </a:p>
          <a:p>
            <a:pPr marL="457200" lvl="1" indent="0">
              <a:buNone/>
            </a:pP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print(eggs)</a:t>
            </a:r>
          </a:p>
          <a:p>
            <a:pPr marL="457200" lvl="1" indent="0">
              <a:buNone/>
            </a:pP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42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r>
              <a:rPr lang="en-US" sz="3200" dirty="0"/>
              <a:t> </a:t>
            </a:r>
          </a:p>
          <a:p>
            <a:r>
              <a:rPr lang="en-US" dirty="0"/>
              <a:t>Local and global variables with the same name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eggs = 'spam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'spam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def bacon():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eggs = 'bacon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'bacon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spam()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'bacon local’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eggs = 'global'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bacon()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print(eggs)        # prints 'global'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1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80F8-7048-4587-802A-0A74FD6D4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global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38A6A-D52B-482E-A365-3EED0F9B3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If you need to modify a global variable from within a function, use 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global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statement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global eggs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eggs = 'spam'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'global'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584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5294-008A-42E6-A22D-89FB86A0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578D-9BC7-4768-8179-862F81182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There are four rules to tell whether a variable is in a local scope or global scope: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If a variable is being used in the global scope (that is, outside of all functions), then it is always a global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If there is a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global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 statement for that variable in a function, it is a global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Otherwise, if the variable is used in an assignment statement in the function, it is a local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But if the variable is not used in an assignment statement, it is a global variable.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52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3479</TotalTime>
  <Words>1175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ArialUnicodeMS</vt:lpstr>
      <vt:lpstr>Calibri</vt:lpstr>
      <vt:lpstr>Calibri Light</vt:lpstr>
      <vt:lpstr>Consolas</vt:lpstr>
      <vt:lpstr>Courier New</vt:lpstr>
      <vt:lpstr>Droid Serif</vt:lpstr>
      <vt:lpstr>JansonTextLTStd</vt:lpstr>
      <vt:lpstr>source sans pro</vt:lpstr>
      <vt:lpstr>Office Theme</vt:lpstr>
      <vt:lpstr>MGMT 58600: Python Programming</vt:lpstr>
      <vt:lpstr>Repetition</vt:lpstr>
      <vt:lpstr>for Loop</vt:lpstr>
      <vt:lpstr>while Loop</vt:lpstr>
      <vt:lpstr>Functions</vt:lpstr>
      <vt:lpstr>Python Function Declaration</vt:lpstr>
      <vt:lpstr>Some Examples</vt:lpstr>
      <vt:lpstr>Why Use Functions?</vt:lpstr>
      <vt:lpstr>Call Stack</vt:lpstr>
      <vt:lpstr>Call Stack Example</vt:lpstr>
      <vt:lpstr>Scope of Variables</vt:lpstr>
      <vt:lpstr>Scoping Rules</vt:lpstr>
      <vt:lpstr>Scoping Rules</vt:lpstr>
      <vt:lpstr>The global Statement</vt:lpstr>
      <vt:lpstr>Four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54</cp:revision>
  <dcterms:created xsi:type="dcterms:W3CDTF">2024-01-10T16:08:38Z</dcterms:created>
  <dcterms:modified xsi:type="dcterms:W3CDTF">2025-09-04T17:36:40Z</dcterms:modified>
</cp:coreProperties>
</file>