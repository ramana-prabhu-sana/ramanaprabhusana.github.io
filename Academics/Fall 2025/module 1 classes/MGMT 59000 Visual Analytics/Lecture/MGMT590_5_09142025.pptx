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 autoCompressPictures="0">
  <p:sldMasterIdLst>
    <p:sldMasterId id="2147483648" r:id="rId4"/>
  </p:sldMasterIdLst>
  <p:notesMasterIdLst>
    <p:notesMasterId r:id="rId46"/>
  </p:notesMasterIdLst>
  <p:sldIdLst>
    <p:sldId id="267" r:id="rId5"/>
    <p:sldId id="452" r:id="rId6"/>
    <p:sldId id="453" r:id="rId7"/>
    <p:sldId id="487" r:id="rId8"/>
    <p:sldId id="489" r:id="rId9"/>
    <p:sldId id="490" r:id="rId10"/>
    <p:sldId id="495" r:id="rId11"/>
    <p:sldId id="300" r:id="rId12"/>
    <p:sldId id="500" r:id="rId13"/>
    <p:sldId id="483" r:id="rId14"/>
    <p:sldId id="501" r:id="rId15"/>
    <p:sldId id="496" r:id="rId16"/>
    <p:sldId id="497" r:id="rId17"/>
    <p:sldId id="498" r:id="rId18"/>
    <p:sldId id="329" r:id="rId19"/>
    <p:sldId id="508" r:id="rId20"/>
    <p:sldId id="502" r:id="rId21"/>
    <p:sldId id="503" r:id="rId22"/>
    <p:sldId id="505" r:id="rId23"/>
    <p:sldId id="506" r:id="rId24"/>
    <p:sldId id="507" r:id="rId25"/>
    <p:sldId id="482" r:id="rId26"/>
    <p:sldId id="485" r:id="rId27"/>
    <p:sldId id="455" r:id="rId28"/>
    <p:sldId id="269" r:id="rId29"/>
    <p:sldId id="285" r:id="rId30"/>
    <p:sldId id="405" r:id="rId31"/>
    <p:sldId id="406" r:id="rId32"/>
    <p:sldId id="304" r:id="rId33"/>
    <p:sldId id="456" r:id="rId34"/>
    <p:sldId id="468" r:id="rId35"/>
    <p:sldId id="457" r:id="rId36"/>
    <p:sldId id="470" r:id="rId37"/>
    <p:sldId id="476" r:id="rId38"/>
    <p:sldId id="472" r:id="rId39"/>
    <p:sldId id="480" r:id="rId40"/>
    <p:sldId id="481" r:id="rId41"/>
    <p:sldId id="477" r:id="rId42"/>
    <p:sldId id="471" r:id="rId43"/>
    <p:sldId id="461" r:id="rId44"/>
    <p:sldId id="459" r:id="rId45"/>
  </p:sldIdLst>
  <p:sldSz cx="12192000" cy="6858000"/>
  <p:notesSz cx="6858000" cy="9144000"/>
  <p:embeddedFontLst>
    <p:embeddedFont>
      <p:font typeface="Acumin Pro" panose="020B0604020202020204" charset="0"/>
      <p:regular r:id="rId47"/>
      <p:bold r:id="rId48"/>
      <p:italic r:id="rId49"/>
      <p:boldItalic r:id="rId50"/>
    </p:embeddedFont>
    <p:embeddedFont>
      <p:font typeface="Acumin Pro Condensed Semibold" panose="020B0604020202020204" charset="0"/>
      <p:regular r:id="rId51"/>
      <p:bold r:id="rId52"/>
      <p:italic r:id="rId53"/>
      <p:boldItalic r:id="rId54"/>
    </p:embeddedFont>
    <p:embeddedFont>
      <p:font typeface="Acumin Pro Medium" panose="020B0604020202020204" charset="0"/>
      <p:regular r:id="rId55"/>
      <p:italic r:id="rId56"/>
    </p:embeddedFont>
    <p:embeddedFont>
      <p:font typeface="Acumin Pro Semibold" panose="020B0604020202020204" charset="0"/>
      <p:regular r:id="rId57"/>
      <p:bold r:id="rId58"/>
      <p:italic r:id="rId59"/>
      <p:boldItalic r:id="rId60"/>
    </p:embeddedFont>
    <p:embeddedFont>
      <p:font typeface="Franklin Gothic Book" panose="020B0503020102020204" pitchFamily="34" charset="0"/>
      <p:regular r:id="rId61"/>
      <p:italic r:id="rId62"/>
    </p:embeddedFont>
    <p:embeddedFont>
      <p:font typeface="Franklin Gothic Medium" panose="020B0603020102020204" pitchFamily="34" charset="0"/>
      <p:regular r:id="rId63"/>
      <p:italic r:id="rId64"/>
    </p:embeddedFont>
    <p:embeddedFont>
      <p:font typeface="Franklin Gothic Medium Cond" panose="020B0606030402020204" pitchFamily="34" charset="0"/>
      <p:regular r:id="rId6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BF9D4ED-34DD-459C-B077-609AE9A63272}">
          <p14:sldIdLst>
            <p14:sldId id="267"/>
            <p14:sldId id="452"/>
            <p14:sldId id="453"/>
            <p14:sldId id="487"/>
            <p14:sldId id="489"/>
            <p14:sldId id="490"/>
            <p14:sldId id="495"/>
            <p14:sldId id="300"/>
            <p14:sldId id="500"/>
            <p14:sldId id="483"/>
            <p14:sldId id="501"/>
            <p14:sldId id="496"/>
            <p14:sldId id="497"/>
            <p14:sldId id="498"/>
            <p14:sldId id="329"/>
            <p14:sldId id="508"/>
            <p14:sldId id="502"/>
            <p14:sldId id="503"/>
            <p14:sldId id="505"/>
            <p14:sldId id="506"/>
            <p14:sldId id="507"/>
            <p14:sldId id="482"/>
            <p14:sldId id="485"/>
            <p14:sldId id="455"/>
            <p14:sldId id="269"/>
            <p14:sldId id="285"/>
          </p14:sldIdLst>
        </p14:section>
        <p14:section name="Assignment 1" id="{B085167A-3D40-4749-9A90-EA755DB5CF4C}">
          <p14:sldIdLst>
            <p14:sldId id="405"/>
            <p14:sldId id="406"/>
          </p14:sldIdLst>
        </p14:section>
        <p14:section name="Group Project" id="{0190CA0E-E2AA-4B9E-94AE-3250C830C7E3}">
          <p14:sldIdLst>
            <p14:sldId id="304"/>
            <p14:sldId id="456"/>
            <p14:sldId id="468"/>
            <p14:sldId id="457"/>
            <p14:sldId id="470"/>
            <p14:sldId id="476"/>
            <p14:sldId id="472"/>
            <p14:sldId id="480"/>
            <p14:sldId id="481"/>
            <p14:sldId id="477"/>
            <p14:sldId id="471"/>
            <p14:sldId id="461"/>
            <p14:sldId id="45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080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26CE219-6CB4-4D82-2315-C217F06FFCCD}" name="Hiller, Kelly R" initials="HKR" userId="S::khiller@purdue.edu::b25b1487-7f5e-4b7f-a0b2-f8bcb0b1ea5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D99F"/>
    <a:srgbClr val="CFB991"/>
    <a:srgbClr val="DDB9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105" autoAdjust="0"/>
    <p:restoredTop sz="91313" autoAdjust="0"/>
  </p:normalViewPr>
  <p:slideViewPr>
    <p:cSldViewPr snapToGrid="0">
      <p:cViewPr varScale="1">
        <p:scale>
          <a:sx n="104" d="100"/>
          <a:sy n="104" d="100"/>
        </p:scale>
        <p:origin x="144" y="666"/>
      </p:cViewPr>
      <p:guideLst>
        <p:guide orient="horz" pos="1080"/>
        <p:guide pos="3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font" Target="fonts/font1.fntdata"/><Relationship Id="rId63" Type="http://schemas.openxmlformats.org/officeDocument/2006/relationships/font" Target="fonts/font17.fntdata"/><Relationship Id="rId68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font" Target="fonts/font7.fntdata"/><Relationship Id="rId58" Type="http://schemas.openxmlformats.org/officeDocument/2006/relationships/font" Target="fonts/font12.fntdata"/><Relationship Id="rId66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font" Target="fonts/font15.fntdata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font" Target="fonts/font2.fntdata"/><Relationship Id="rId56" Type="http://schemas.openxmlformats.org/officeDocument/2006/relationships/font" Target="fonts/font10.fntdata"/><Relationship Id="rId64" Type="http://schemas.openxmlformats.org/officeDocument/2006/relationships/font" Target="fonts/font18.fntdata"/><Relationship Id="rId69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font" Target="fonts/font5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59" Type="http://schemas.openxmlformats.org/officeDocument/2006/relationships/font" Target="fonts/font13.fntdata"/><Relationship Id="rId67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font" Target="fonts/font8.fntdata"/><Relationship Id="rId62" Type="http://schemas.openxmlformats.org/officeDocument/2006/relationships/font" Target="fonts/font16.fntdata"/><Relationship Id="rId7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3.fntdata"/><Relationship Id="rId57" Type="http://schemas.openxmlformats.org/officeDocument/2006/relationships/font" Target="fonts/font11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font" Target="fonts/font6.fntdata"/><Relationship Id="rId60" Type="http://schemas.openxmlformats.org/officeDocument/2006/relationships/font" Target="fonts/font14.fntdata"/><Relationship Id="rId65" Type="http://schemas.openxmlformats.org/officeDocument/2006/relationships/font" Target="fonts/font19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font" Target="fonts/font4.fntdata"/><Relationship Id="rId55" Type="http://schemas.openxmlformats.org/officeDocument/2006/relationships/font" Target="fonts/font9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8E74818-7B86-40C3-918B-39FA0427F0ED}" type="doc">
      <dgm:prSet loTypeId="urn:microsoft.com/office/officeart/2005/8/layout/vList6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80BE74D-9337-46D9-961D-81DF22E475EB}">
      <dgm:prSet phldrT="[Text]"/>
      <dgm:spPr/>
      <dgm:t>
        <a:bodyPr/>
        <a:lstStyle/>
        <a:p>
          <a:r>
            <a:rPr lang="en-US" dirty="0"/>
            <a:t>Crafting the story</a:t>
          </a:r>
        </a:p>
      </dgm:t>
    </dgm:pt>
    <dgm:pt modelId="{09C29055-BD9D-42D1-9242-804C1BB53D3D}" type="parTrans" cxnId="{2B87E6FB-7581-46B8-8C38-62481040DCAC}">
      <dgm:prSet/>
      <dgm:spPr/>
      <dgm:t>
        <a:bodyPr/>
        <a:lstStyle/>
        <a:p>
          <a:endParaRPr lang="en-US"/>
        </a:p>
      </dgm:t>
    </dgm:pt>
    <dgm:pt modelId="{933B495A-702C-40BA-AF49-986AEE75076B}" type="sibTrans" cxnId="{2B87E6FB-7581-46B8-8C38-62481040DCAC}">
      <dgm:prSet/>
      <dgm:spPr/>
      <dgm:t>
        <a:bodyPr/>
        <a:lstStyle/>
        <a:p>
          <a:endParaRPr lang="en-US"/>
        </a:p>
      </dgm:t>
    </dgm:pt>
    <dgm:pt modelId="{47CB30B5-8981-422D-B928-23F90C7715A8}">
      <dgm:prSet phldrT="[Text]"/>
      <dgm:spPr/>
      <dgm:t>
        <a:bodyPr anchor="ctr"/>
        <a:lstStyle/>
        <a:p>
          <a:r>
            <a:rPr lang="en-US" dirty="0"/>
            <a:t>The </a:t>
          </a:r>
          <a:r>
            <a:rPr lang="en-US" b="1" dirty="0"/>
            <a:t>architecture</a:t>
          </a:r>
          <a:r>
            <a:rPr lang="en-US" dirty="0"/>
            <a:t> and </a:t>
          </a:r>
          <a:r>
            <a:rPr lang="en-US" b="1" dirty="0"/>
            <a:t>blueprint</a:t>
          </a:r>
        </a:p>
      </dgm:t>
    </dgm:pt>
    <dgm:pt modelId="{D4C36D94-FEE0-4E63-AB07-D25F415EAB9A}" type="parTrans" cxnId="{7EA46E1D-3B6A-464C-B4BE-66FACA2FA271}">
      <dgm:prSet/>
      <dgm:spPr/>
      <dgm:t>
        <a:bodyPr/>
        <a:lstStyle/>
        <a:p>
          <a:endParaRPr lang="en-US"/>
        </a:p>
      </dgm:t>
    </dgm:pt>
    <dgm:pt modelId="{A95DE522-7E0C-4E2E-881B-9927D1CEC5F1}" type="sibTrans" cxnId="{7EA46E1D-3B6A-464C-B4BE-66FACA2FA271}">
      <dgm:prSet/>
      <dgm:spPr/>
      <dgm:t>
        <a:bodyPr/>
        <a:lstStyle/>
        <a:p>
          <a:endParaRPr lang="en-US"/>
        </a:p>
      </dgm:t>
    </dgm:pt>
    <dgm:pt modelId="{644093D7-6EF8-4F4E-991A-24F66337C027}">
      <dgm:prSet phldrT="[Text]"/>
      <dgm:spPr/>
      <dgm:t>
        <a:bodyPr anchor="ctr"/>
        <a:lstStyle/>
        <a:p>
          <a:r>
            <a:rPr lang="en-US"/>
            <a:t>Creating a </a:t>
          </a:r>
          <a:r>
            <a:rPr lang="en-US" b="1"/>
            <a:t>functional structure </a:t>
          </a:r>
          <a:r>
            <a:rPr lang="en-US"/>
            <a:t>that meets the audience's needs.</a:t>
          </a:r>
          <a:endParaRPr lang="en-US" dirty="0"/>
        </a:p>
      </dgm:t>
    </dgm:pt>
    <dgm:pt modelId="{D8328183-C0DB-441E-A1B4-44CAE7297D5A}" type="parTrans" cxnId="{9BAADEE5-EE84-42FB-B63D-3CE7B704DAAF}">
      <dgm:prSet/>
      <dgm:spPr/>
      <dgm:t>
        <a:bodyPr/>
        <a:lstStyle/>
        <a:p>
          <a:endParaRPr lang="en-US"/>
        </a:p>
      </dgm:t>
    </dgm:pt>
    <dgm:pt modelId="{83FAAECF-8ADF-4104-86F5-8AE2374C8863}" type="sibTrans" cxnId="{9BAADEE5-EE84-42FB-B63D-3CE7B704DAAF}">
      <dgm:prSet/>
      <dgm:spPr/>
      <dgm:t>
        <a:bodyPr/>
        <a:lstStyle/>
        <a:p>
          <a:endParaRPr lang="en-US"/>
        </a:p>
      </dgm:t>
    </dgm:pt>
    <dgm:pt modelId="{BC2FF1AC-11C4-49BD-B619-980DC2E8FC5C}">
      <dgm:prSet phldrT="[Text]"/>
      <dgm:spPr/>
      <dgm:t>
        <a:bodyPr/>
        <a:lstStyle/>
        <a:p>
          <a:r>
            <a:rPr lang="en-US" dirty="0"/>
            <a:t>Articulating the story</a:t>
          </a:r>
        </a:p>
      </dgm:t>
    </dgm:pt>
    <dgm:pt modelId="{C1D2125E-7C48-4313-9C70-499449905A4D}" type="parTrans" cxnId="{AC039D6A-3D55-4C06-8D7B-241A7F9624D2}">
      <dgm:prSet/>
      <dgm:spPr/>
      <dgm:t>
        <a:bodyPr/>
        <a:lstStyle/>
        <a:p>
          <a:endParaRPr lang="en-US"/>
        </a:p>
      </dgm:t>
    </dgm:pt>
    <dgm:pt modelId="{A18087B2-2D69-47DC-AF93-7CB2BCE47C87}" type="sibTrans" cxnId="{AC039D6A-3D55-4C06-8D7B-241A7F9624D2}">
      <dgm:prSet/>
      <dgm:spPr/>
      <dgm:t>
        <a:bodyPr/>
        <a:lstStyle/>
        <a:p>
          <a:endParaRPr lang="en-US"/>
        </a:p>
      </dgm:t>
    </dgm:pt>
    <dgm:pt modelId="{6DD41799-CF36-4DAB-82C6-950FE327F25A}">
      <dgm:prSet phldrT="[Text]"/>
      <dgm:spPr/>
      <dgm:t>
        <a:bodyPr anchor="ctr"/>
        <a:lstStyle/>
        <a:p>
          <a:r>
            <a:rPr lang="en-US" dirty="0"/>
            <a:t>The </a:t>
          </a:r>
          <a:r>
            <a:rPr lang="en-US" b="1" dirty="0"/>
            <a:t>construction</a:t>
          </a:r>
          <a:r>
            <a:rPr lang="en-US" dirty="0"/>
            <a:t> and </a:t>
          </a:r>
          <a:r>
            <a:rPr lang="en-US" b="1" dirty="0"/>
            <a:t>interior design</a:t>
          </a:r>
        </a:p>
      </dgm:t>
    </dgm:pt>
    <dgm:pt modelId="{B112072C-8EB4-4516-A20E-606963975DA3}" type="parTrans" cxnId="{6423C70C-71CB-43B0-9865-4B5F465F1A6A}">
      <dgm:prSet/>
      <dgm:spPr/>
      <dgm:t>
        <a:bodyPr/>
        <a:lstStyle/>
        <a:p>
          <a:endParaRPr lang="en-US"/>
        </a:p>
      </dgm:t>
    </dgm:pt>
    <dgm:pt modelId="{E84BBDF3-D67F-4159-A6F6-EDB1D74D3009}" type="sibTrans" cxnId="{6423C70C-71CB-43B0-9865-4B5F465F1A6A}">
      <dgm:prSet/>
      <dgm:spPr/>
      <dgm:t>
        <a:bodyPr/>
        <a:lstStyle/>
        <a:p>
          <a:endParaRPr lang="en-US"/>
        </a:p>
      </dgm:t>
    </dgm:pt>
    <dgm:pt modelId="{5DF80EBD-FC42-40D3-82C0-23316F9F622F}">
      <dgm:prSet phldrT="[Text]"/>
      <dgm:spPr/>
      <dgm:t>
        <a:bodyPr anchor="ctr"/>
        <a:lstStyle/>
        <a:p>
          <a:r>
            <a:rPr lang="en-US"/>
            <a:t>Using the </a:t>
          </a:r>
          <a:r>
            <a:rPr lang="en-US" b="1"/>
            <a:t>right materials (visuals), a tidy look (decluttering), and clear signs (language) </a:t>
          </a:r>
          <a:r>
            <a:rPr lang="en-US"/>
            <a:t>will make the house comfortable and easy to navigate.</a:t>
          </a:r>
          <a:endParaRPr lang="en-US" dirty="0"/>
        </a:p>
      </dgm:t>
    </dgm:pt>
    <dgm:pt modelId="{2EFB2174-CC94-4A08-87E7-24E525CD06E3}" type="parTrans" cxnId="{FBD1DB65-0D63-4219-9458-4C9284B338C6}">
      <dgm:prSet/>
      <dgm:spPr/>
      <dgm:t>
        <a:bodyPr/>
        <a:lstStyle/>
        <a:p>
          <a:endParaRPr lang="en-US"/>
        </a:p>
      </dgm:t>
    </dgm:pt>
    <dgm:pt modelId="{5C07ECD5-5FA7-4E1E-A45C-70EB6DED9ACD}" type="sibTrans" cxnId="{FBD1DB65-0D63-4219-9458-4C9284B338C6}">
      <dgm:prSet/>
      <dgm:spPr/>
      <dgm:t>
        <a:bodyPr/>
        <a:lstStyle/>
        <a:p>
          <a:endParaRPr lang="en-US"/>
        </a:p>
      </dgm:t>
    </dgm:pt>
    <dgm:pt modelId="{D3735B41-3903-4CD1-8BEB-2EE9FF156E91}" type="pres">
      <dgm:prSet presAssocID="{58E74818-7B86-40C3-918B-39FA0427F0ED}" presName="Name0" presStyleCnt="0">
        <dgm:presLayoutVars>
          <dgm:dir/>
          <dgm:animLvl val="lvl"/>
          <dgm:resizeHandles/>
        </dgm:presLayoutVars>
      </dgm:prSet>
      <dgm:spPr/>
    </dgm:pt>
    <dgm:pt modelId="{21D9F0FA-BB7F-42B9-866F-0A8A5076ACF9}" type="pres">
      <dgm:prSet presAssocID="{580BE74D-9337-46D9-961D-81DF22E475EB}" presName="linNode" presStyleCnt="0"/>
      <dgm:spPr/>
    </dgm:pt>
    <dgm:pt modelId="{3F0A9160-A7DB-41B6-A71F-C516E4234F82}" type="pres">
      <dgm:prSet presAssocID="{580BE74D-9337-46D9-961D-81DF22E475EB}" presName="parentShp" presStyleLbl="node1" presStyleIdx="0" presStyleCnt="2" custScaleX="107084">
        <dgm:presLayoutVars>
          <dgm:bulletEnabled val="1"/>
        </dgm:presLayoutVars>
      </dgm:prSet>
      <dgm:spPr/>
    </dgm:pt>
    <dgm:pt modelId="{7954BFB6-15D9-4E68-A381-30FE437DD4BA}" type="pres">
      <dgm:prSet presAssocID="{580BE74D-9337-46D9-961D-81DF22E475EB}" presName="childShp" presStyleLbl="bgAccFollowNode1" presStyleIdx="0" presStyleCnt="2" custScaleX="234995">
        <dgm:presLayoutVars>
          <dgm:bulletEnabled val="1"/>
        </dgm:presLayoutVars>
      </dgm:prSet>
      <dgm:spPr/>
    </dgm:pt>
    <dgm:pt modelId="{2CF65132-D7C5-43B7-B7CF-3D79615D839C}" type="pres">
      <dgm:prSet presAssocID="{933B495A-702C-40BA-AF49-986AEE75076B}" presName="spacing" presStyleCnt="0"/>
      <dgm:spPr/>
    </dgm:pt>
    <dgm:pt modelId="{942202CF-5616-49E0-8009-0FF311BF26E2}" type="pres">
      <dgm:prSet presAssocID="{BC2FF1AC-11C4-49BD-B619-980DC2E8FC5C}" presName="linNode" presStyleCnt="0"/>
      <dgm:spPr/>
    </dgm:pt>
    <dgm:pt modelId="{971EC7AE-54F5-4EBF-A88E-71160CD38BDA}" type="pres">
      <dgm:prSet presAssocID="{BC2FF1AC-11C4-49BD-B619-980DC2E8FC5C}" presName="parentShp" presStyleLbl="node1" presStyleIdx="1" presStyleCnt="2" custScaleX="107084">
        <dgm:presLayoutVars>
          <dgm:bulletEnabled val="1"/>
        </dgm:presLayoutVars>
      </dgm:prSet>
      <dgm:spPr/>
    </dgm:pt>
    <dgm:pt modelId="{74927018-039A-4E59-BE7F-E5E233691328}" type="pres">
      <dgm:prSet presAssocID="{BC2FF1AC-11C4-49BD-B619-980DC2E8FC5C}" presName="childShp" presStyleLbl="bgAccFollowNode1" presStyleIdx="1" presStyleCnt="2" custScaleX="234995">
        <dgm:presLayoutVars>
          <dgm:bulletEnabled val="1"/>
        </dgm:presLayoutVars>
      </dgm:prSet>
      <dgm:spPr/>
    </dgm:pt>
  </dgm:ptLst>
  <dgm:cxnLst>
    <dgm:cxn modelId="{6423C70C-71CB-43B0-9865-4B5F465F1A6A}" srcId="{BC2FF1AC-11C4-49BD-B619-980DC2E8FC5C}" destId="{6DD41799-CF36-4DAB-82C6-950FE327F25A}" srcOrd="0" destOrd="0" parTransId="{B112072C-8EB4-4516-A20E-606963975DA3}" sibTransId="{E84BBDF3-D67F-4159-A6F6-EDB1D74D3009}"/>
    <dgm:cxn modelId="{C1077519-B6F4-4968-A75F-E2C24DF410B5}" type="presOf" srcId="{580BE74D-9337-46D9-961D-81DF22E475EB}" destId="{3F0A9160-A7DB-41B6-A71F-C516E4234F82}" srcOrd="0" destOrd="0" presId="urn:microsoft.com/office/officeart/2005/8/layout/vList6"/>
    <dgm:cxn modelId="{7EA46E1D-3B6A-464C-B4BE-66FACA2FA271}" srcId="{580BE74D-9337-46D9-961D-81DF22E475EB}" destId="{47CB30B5-8981-422D-B928-23F90C7715A8}" srcOrd="0" destOrd="0" parTransId="{D4C36D94-FEE0-4E63-AB07-D25F415EAB9A}" sibTransId="{A95DE522-7E0C-4E2E-881B-9927D1CEC5F1}"/>
    <dgm:cxn modelId="{D483AD3E-D93E-46F9-825F-638B1F757EFB}" type="presOf" srcId="{47CB30B5-8981-422D-B928-23F90C7715A8}" destId="{7954BFB6-15D9-4E68-A381-30FE437DD4BA}" srcOrd="0" destOrd="0" presId="urn:microsoft.com/office/officeart/2005/8/layout/vList6"/>
    <dgm:cxn modelId="{FBD1DB65-0D63-4219-9458-4C9284B338C6}" srcId="{BC2FF1AC-11C4-49BD-B619-980DC2E8FC5C}" destId="{5DF80EBD-FC42-40D3-82C0-23316F9F622F}" srcOrd="1" destOrd="0" parTransId="{2EFB2174-CC94-4A08-87E7-24E525CD06E3}" sibTransId="{5C07ECD5-5FA7-4E1E-A45C-70EB6DED9ACD}"/>
    <dgm:cxn modelId="{7E6E0866-9A61-4E82-B362-D4CC02EB56C1}" type="presOf" srcId="{644093D7-6EF8-4F4E-991A-24F66337C027}" destId="{7954BFB6-15D9-4E68-A381-30FE437DD4BA}" srcOrd="0" destOrd="1" presId="urn:microsoft.com/office/officeart/2005/8/layout/vList6"/>
    <dgm:cxn modelId="{CFA59047-9F48-4541-B651-732B40108AC0}" type="presOf" srcId="{6DD41799-CF36-4DAB-82C6-950FE327F25A}" destId="{74927018-039A-4E59-BE7F-E5E233691328}" srcOrd="0" destOrd="0" presId="urn:microsoft.com/office/officeart/2005/8/layout/vList6"/>
    <dgm:cxn modelId="{AC039D6A-3D55-4C06-8D7B-241A7F9624D2}" srcId="{58E74818-7B86-40C3-918B-39FA0427F0ED}" destId="{BC2FF1AC-11C4-49BD-B619-980DC2E8FC5C}" srcOrd="1" destOrd="0" parTransId="{C1D2125E-7C48-4313-9C70-499449905A4D}" sibTransId="{A18087B2-2D69-47DC-AF93-7CB2BCE47C87}"/>
    <dgm:cxn modelId="{9DFA7380-C01C-416A-A101-18E24C9DF68D}" type="presOf" srcId="{58E74818-7B86-40C3-918B-39FA0427F0ED}" destId="{D3735B41-3903-4CD1-8BEB-2EE9FF156E91}" srcOrd="0" destOrd="0" presId="urn:microsoft.com/office/officeart/2005/8/layout/vList6"/>
    <dgm:cxn modelId="{9BAADEE5-EE84-42FB-B63D-3CE7B704DAAF}" srcId="{580BE74D-9337-46D9-961D-81DF22E475EB}" destId="{644093D7-6EF8-4F4E-991A-24F66337C027}" srcOrd="1" destOrd="0" parTransId="{D8328183-C0DB-441E-A1B4-44CAE7297D5A}" sibTransId="{83FAAECF-8ADF-4104-86F5-8AE2374C8863}"/>
    <dgm:cxn modelId="{51D9C7E6-2FB2-4F19-9761-4B1575F98878}" type="presOf" srcId="{BC2FF1AC-11C4-49BD-B619-980DC2E8FC5C}" destId="{971EC7AE-54F5-4EBF-A88E-71160CD38BDA}" srcOrd="0" destOrd="0" presId="urn:microsoft.com/office/officeart/2005/8/layout/vList6"/>
    <dgm:cxn modelId="{8B5352F5-DDF3-4C74-BEAE-B8B019C4D5D9}" type="presOf" srcId="{5DF80EBD-FC42-40D3-82C0-23316F9F622F}" destId="{74927018-039A-4E59-BE7F-E5E233691328}" srcOrd="0" destOrd="1" presId="urn:microsoft.com/office/officeart/2005/8/layout/vList6"/>
    <dgm:cxn modelId="{2B87E6FB-7581-46B8-8C38-62481040DCAC}" srcId="{58E74818-7B86-40C3-918B-39FA0427F0ED}" destId="{580BE74D-9337-46D9-961D-81DF22E475EB}" srcOrd="0" destOrd="0" parTransId="{09C29055-BD9D-42D1-9242-804C1BB53D3D}" sibTransId="{933B495A-702C-40BA-AF49-986AEE75076B}"/>
    <dgm:cxn modelId="{C4D4FB14-838B-40D9-9366-B429884EC31A}" type="presParOf" srcId="{D3735B41-3903-4CD1-8BEB-2EE9FF156E91}" destId="{21D9F0FA-BB7F-42B9-866F-0A8A5076ACF9}" srcOrd="0" destOrd="0" presId="urn:microsoft.com/office/officeart/2005/8/layout/vList6"/>
    <dgm:cxn modelId="{F3128F28-1CA4-4CE4-BA65-6A3688AC3C67}" type="presParOf" srcId="{21D9F0FA-BB7F-42B9-866F-0A8A5076ACF9}" destId="{3F0A9160-A7DB-41B6-A71F-C516E4234F82}" srcOrd="0" destOrd="0" presId="urn:microsoft.com/office/officeart/2005/8/layout/vList6"/>
    <dgm:cxn modelId="{0DFDEBBE-5F88-4D5C-9A87-416F0A5B8D23}" type="presParOf" srcId="{21D9F0FA-BB7F-42B9-866F-0A8A5076ACF9}" destId="{7954BFB6-15D9-4E68-A381-30FE437DD4BA}" srcOrd="1" destOrd="0" presId="urn:microsoft.com/office/officeart/2005/8/layout/vList6"/>
    <dgm:cxn modelId="{F73E28CC-CB33-46E2-8113-72322EFEF5EB}" type="presParOf" srcId="{D3735B41-3903-4CD1-8BEB-2EE9FF156E91}" destId="{2CF65132-D7C5-43B7-B7CF-3D79615D839C}" srcOrd="1" destOrd="0" presId="urn:microsoft.com/office/officeart/2005/8/layout/vList6"/>
    <dgm:cxn modelId="{1D76A1EA-7131-46C7-A2EC-B60E23CD13A6}" type="presParOf" srcId="{D3735B41-3903-4CD1-8BEB-2EE9FF156E91}" destId="{942202CF-5616-49E0-8009-0FF311BF26E2}" srcOrd="2" destOrd="0" presId="urn:microsoft.com/office/officeart/2005/8/layout/vList6"/>
    <dgm:cxn modelId="{ECD61B8A-4C2A-40FF-A826-93BE2D5B3062}" type="presParOf" srcId="{942202CF-5616-49E0-8009-0FF311BF26E2}" destId="{971EC7AE-54F5-4EBF-A88E-71160CD38BDA}" srcOrd="0" destOrd="0" presId="urn:microsoft.com/office/officeart/2005/8/layout/vList6"/>
    <dgm:cxn modelId="{D20A9AD7-D224-4496-BD78-48B0F7A0154B}" type="presParOf" srcId="{942202CF-5616-49E0-8009-0FF311BF26E2}" destId="{74927018-039A-4E59-BE7F-E5E233691328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2106AE6-9287-401B-90EC-CF32F9E1861F}" type="doc">
      <dgm:prSet loTypeId="urn:microsoft.com/office/officeart/2005/8/layout/hProcess9" loCatId="process" qsTypeId="urn:microsoft.com/office/officeart/2005/8/quickstyle/simple1" qsCatId="simple" csTypeId="urn:microsoft.com/office/officeart/2005/8/colors/colorful2" csCatId="colorful" phldr="1"/>
      <dgm:spPr/>
    </dgm:pt>
    <dgm:pt modelId="{DD4972D0-8200-42E3-B1CF-F7710646AE84}">
      <dgm:prSet phldrT="[Text]"/>
      <dgm:spPr/>
      <dgm:t>
        <a:bodyPr/>
        <a:lstStyle/>
        <a:p>
          <a:r>
            <a:rPr lang="en-US" dirty="0"/>
            <a:t>1. Audience &amp; Context (The Foundation)</a:t>
          </a:r>
        </a:p>
      </dgm:t>
    </dgm:pt>
    <dgm:pt modelId="{656B6EDF-4EDD-4D6D-B868-8B3946988FD6}" type="parTrans" cxnId="{6140C34F-DB31-49E8-AB47-5ABBFAE3F9B5}">
      <dgm:prSet/>
      <dgm:spPr/>
      <dgm:t>
        <a:bodyPr/>
        <a:lstStyle/>
        <a:p>
          <a:endParaRPr lang="en-US"/>
        </a:p>
      </dgm:t>
    </dgm:pt>
    <dgm:pt modelId="{EFD4BD3B-D4C6-44FF-A39A-5AD011F72CA4}" type="sibTrans" cxnId="{6140C34F-DB31-49E8-AB47-5ABBFAE3F9B5}">
      <dgm:prSet/>
      <dgm:spPr/>
      <dgm:t>
        <a:bodyPr/>
        <a:lstStyle/>
        <a:p>
          <a:endParaRPr lang="en-US"/>
        </a:p>
      </dgm:t>
    </dgm:pt>
    <dgm:pt modelId="{C97568C1-24ED-43D6-AA9C-6ECDD5FA0273}">
      <dgm:prSet phldrT="[Text]"/>
      <dgm:spPr/>
      <dgm:t>
        <a:bodyPr/>
        <a:lstStyle/>
        <a:p>
          <a:r>
            <a:rPr lang="en-US" dirty="0"/>
            <a:t>2. The “Big Idea” (The Core Message)</a:t>
          </a:r>
        </a:p>
      </dgm:t>
    </dgm:pt>
    <dgm:pt modelId="{B55BA219-53C9-4992-B73A-85ACDEB109E3}" type="parTrans" cxnId="{0DBFF9E3-02CC-4B60-8C22-D356E0CE8E91}">
      <dgm:prSet/>
      <dgm:spPr/>
      <dgm:t>
        <a:bodyPr/>
        <a:lstStyle/>
        <a:p>
          <a:endParaRPr lang="en-US"/>
        </a:p>
      </dgm:t>
    </dgm:pt>
    <dgm:pt modelId="{F3EA4E37-DAE4-4961-A012-991E1AB03042}" type="sibTrans" cxnId="{0DBFF9E3-02CC-4B60-8C22-D356E0CE8E91}">
      <dgm:prSet/>
      <dgm:spPr/>
      <dgm:t>
        <a:bodyPr/>
        <a:lstStyle/>
        <a:p>
          <a:endParaRPr lang="en-US"/>
        </a:p>
      </dgm:t>
    </dgm:pt>
    <dgm:pt modelId="{3BE2D8A2-AD76-436A-B443-0032691C7C40}">
      <dgm:prSet phldrT="[Text]"/>
      <dgm:spPr/>
      <dgm:t>
        <a:bodyPr/>
        <a:lstStyle/>
        <a:p>
          <a:r>
            <a:rPr lang="en-US" dirty="0"/>
            <a:t>3. The Narrative Arc (The Structure)</a:t>
          </a:r>
        </a:p>
      </dgm:t>
    </dgm:pt>
    <dgm:pt modelId="{D225C1F3-2AC0-4F2E-A5DC-DF13823DBD31}" type="parTrans" cxnId="{652D1C00-25FB-4087-B237-F0DAC0F1AD00}">
      <dgm:prSet/>
      <dgm:spPr/>
      <dgm:t>
        <a:bodyPr/>
        <a:lstStyle/>
        <a:p>
          <a:endParaRPr lang="en-US"/>
        </a:p>
      </dgm:t>
    </dgm:pt>
    <dgm:pt modelId="{0515E3C4-60AA-4CBE-A45F-9B634E5F77AC}" type="sibTrans" cxnId="{652D1C00-25FB-4087-B237-F0DAC0F1AD00}">
      <dgm:prSet/>
      <dgm:spPr/>
      <dgm:t>
        <a:bodyPr/>
        <a:lstStyle/>
        <a:p>
          <a:endParaRPr lang="en-US"/>
        </a:p>
      </dgm:t>
    </dgm:pt>
    <dgm:pt modelId="{5D7AFDE3-D064-4588-AAED-CA7A50CBC135}">
      <dgm:prSet phldrT="[Text]"/>
      <dgm:spPr/>
      <dgm:t>
        <a:bodyPr/>
        <a:lstStyle/>
        <a:p>
          <a:r>
            <a:rPr lang="en-US" dirty="0"/>
            <a:t>4. Conflict &amp; Stakes (The Hook)</a:t>
          </a:r>
        </a:p>
      </dgm:t>
    </dgm:pt>
    <dgm:pt modelId="{D2A5DDB7-06C2-40EF-8832-3CE40506905F}" type="parTrans" cxnId="{C983AC14-1D7E-4104-9287-F5CFEF3090F4}">
      <dgm:prSet/>
      <dgm:spPr/>
      <dgm:t>
        <a:bodyPr/>
        <a:lstStyle/>
        <a:p>
          <a:endParaRPr lang="en-US"/>
        </a:p>
      </dgm:t>
    </dgm:pt>
    <dgm:pt modelId="{E753C389-C149-4970-8EAF-5B6D8CA07DB7}" type="sibTrans" cxnId="{C983AC14-1D7E-4104-9287-F5CFEF3090F4}">
      <dgm:prSet/>
      <dgm:spPr/>
      <dgm:t>
        <a:bodyPr/>
        <a:lstStyle/>
        <a:p>
          <a:endParaRPr lang="en-US"/>
        </a:p>
      </dgm:t>
    </dgm:pt>
    <dgm:pt modelId="{04BE4FEB-3208-4501-92D3-D2A940A5C67A}" type="pres">
      <dgm:prSet presAssocID="{52106AE6-9287-401B-90EC-CF32F9E1861F}" presName="CompostProcess" presStyleCnt="0">
        <dgm:presLayoutVars>
          <dgm:dir/>
          <dgm:resizeHandles val="exact"/>
        </dgm:presLayoutVars>
      </dgm:prSet>
      <dgm:spPr/>
    </dgm:pt>
    <dgm:pt modelId="{3D7F5672-8C85-4AB9-AB55-9712D9FC4F2E}" type="pres">
      <dgm:prSet presAssocID="{52106AE6-9287-401B-90EC-CF32F9E1861F}" presName="arrow" presStyleLbl="bgShp" presStyleIdx="0" presStyleCnt="1"/>
      <dgm:spPr/>
    </dgm:pt>
    <dgm:pt modelId="{B262386F-9DC0-4622-901F-8879CC9BCB21}" type="pres">
      <dgm:prSet presAssocID="{52106AE6-9287-401B-90EC-CF32F9E1861F}" presName="linearProcess" presStyleCnt="0"/>
      <dgm:spPr/>
    </dgm:pt>
    <dgm:pt modelId="{BC5539C3-412D-4DF6-8F57-7ADEF23E99FA}" type="pres">
      <dgm:prSet presAssocID="{DD4972D0-8200-42E3-B1CF-F7710646AE84}" presName="textNode" presStyleLbl="node1" presStyleIdx="0" presStyleCnt="4">
        <dgm:presLayoutVars>
          <dgm:bulletEnabled val="1"/>
        </dgm:presLayoutVars>
      </dgm:prSet>
      <dgm:spPr/>
    </dgm:pt>
    <dgm:pt modelId="{05AA6C01-0109-4583-B439-4ED6A6CEB159}" type="pres">
      <dgm:prSet presAssocID="{EFD4BD3B-D4C6-44FF-A39A-5AD011F72CA4}" presName="sibTrans" presStyleCnt="0"/>
      <dgm:spPr/>
    </dgm:pt>
    <dgm:pt modelId="{833AE47F-CCA7-4F98-A165-FA856DE8A263}" type="pres">
      <dgm:prSet presAssocID="{C97568C1-24ED-43D6-AA9C-6ECDD5FA0273}" presName="textNode" presStyleLbl="node1" presStyleIdx="1" presStyleCnt="4">
        <dgm:presLayoutVars>
          <dgm:bulletEnabled val="1"/>
        </dgm:presLayoutVars>
      </dgm:prSet>
      <dgm:spPr/>
    </dgm:pt>
    <dgm:pt modelId="{1F6F687C-EB60-4D2B-B72D-8257E24A2765}" type="pres">
      <dgm:prSet presAssocID="{F3EA4E37-DAE4-4961-A012-991E1AB03042}" presName="sibTrans" presStyleCnt="0"/>
      <dgm:spPr/>
    </dgm:pt>
    <dgm:pt modelId="{1A25C352-0C1B-4301-AA5E-903C17D20FAD}" type="pres">
      <dgm:prSet presAssocID="{3BE2D8A2-AD76-436A-B443-0032691C7C40}" presName="textNode" presStyleLbl="node1" presStyleIdx="2" presStyleCnt="4">
        <dgm:presLayoutVars>
          <dgm:bulletEnabled val="1"/>
        </dgm:presLayoutVars>
      </dgm:prSet>
      <dgm:spPr/>
    </dgm:pt>
    <dgm:pt modelId="{F41805F0-E89F-45F0-A3F9-F1B78DCC3F7D}" type="pres">
      <dgm:prSet presAssocID="{0515E3C4-60AA-4CBE-A45F-9B634E5F77AC}" presName="sibTrans" presStyleCnt="0"/>
      <dgm:spPr/>
    </dgm:pt>
    <dgm:pt modelId="{6B8EB550-E125-450B-9D39-4D96157D5CE1}" type="pres">
      <dgm:prSet presAssocID="{5D7AFDE3-D064-4588-AAED-CA7A50CBC135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652D1C00-25FB-4087-B237-F0DAC0F1AD00}" srcId="{52106AE6-9287-401B-90EC-CF32F9E1861F}" destId="{3BE2D8A2-AD76-436A-B443-0032691C7C40}" srcOrd="2" destOrd="0" parTransId="{D225C1F3-2AC0-4F2E-A5DC-DF13823DBD31}" sibTransId="{0515E3C4-60AA-4CBE-A45F-9B634E5F77AC}"/>
    <dgm:cxn modelId="{C983AC14-1D7E-4104-9287-F5CFEF3090F4}" srcId="{52106AE6-9287-401B-90EC-CF32F9E1861F}" destId="{5D7AFDE3-D064-4588-AAED-CA7A50CBC135}" srcOrd="3" destOrd="0" parTransId="{D2A5DDB7-06C2-40EF-8832-3CE40506905F}" sibTransId="{E753C389-C149-4970-8EAF-5B6D8CA07DB7}"/>
    <dgm:cxn modelId="{0A08A523-06C0-43F1-BA16-0D447544143F}" type="presOf" srcId="{C97568C1-24ED-43D6-AA9C-6ECDD5FA0273}" destId="{833AE47F-CCA7-4F98-A165-FA856DE8A263}" srcOrd="0" destOrd="0" presId="urn:microsoft.com/office/officeart/2005/8/layout/hProcess9"/>
    <dgm:cxn modelId="{6258923E-5107-400A-A155-AB352A1220BC}" type="presOf" srcId="{3BE2D8A2-AD76-436A-B443-0032691C7C40}" destId="{1A25C352-0C1B-4301-AA5E-903C17D20FAD}" srcOrd="0" destOrd="0" presId="urn:microsoft.com/office/officeart/2005/8/layout/hProcess9"/>
    <dgm:cxn modelId="{6140C34F-DB31-49E8-AB47-5ABBFAE3F9B5}" srcId="{52106AE6-9287-401B-90EC-CF32F9E1861F}" destId="{DD4972D0-8200-42E3-B1CF-F7710646AE84}" srcOrd="0" destOrd="0" parTransId="{656B6EDF-4EDD-4D6D-B868-8B3946988FD6}" sibTransId="{EFD4BD3B-D4C6-44FF-A39A-5AD011F72CA4}"/>
    <dgm:cxn modelId="{EA7A3DAB-E299-4B69-A16D-318B6912A3B8}" type="presOf" srcId="{52106AE6-9287-401B-90EC-CF32F9E1861F}" destId="{04BE4FEB-3208-4501-92D3-D2A940A5C67A}" srcOrd="0" destOrd="0" presId="urn:microsoft.com/office/officeart/2005/8/layout/hProcess9"/>
    <dgm:cxn modelId="{0DBFF9E3-02CC-4B60-8C22-D356E0CE8E91}" srcId="{52106AE6-9287-401B-90EC-CF32F9E1861F}" destId="{C97568C1-24ED-43D6-AA9C-6ECDD5FA0273}" srcOrd="1" destOrd="0" parTransId="{B55BA219-53C9-4992-B73A-85ACDEB109E3}" sibTransId="{F3EA4E37-DAE4-4961-A012-991E1AB03042}"/>
    <dgm:cxn modelId="{8A8851F0-66EB-4E02-8A72-A8A0C846CEE2}" type="presOf" srcId="{5D7AFDE3-D064-4588-AAED-CA7A50CBC135}" destId="{6B8EB550-E125-450B-9D39-4D96157D5CE1}" srcOrd="0" destOrd="0" presId="urn:microsoft.com/office/officeart/2005/8/layout/hProcess9"/>
    <dgm:cxn modelId="{4D358AF5-3A3E-41A6-B57F-6BB4C01A2D63}" type="presOf" srcId="{DD4972D0-8200-42E3-B1CF-F7710646AE84}" destId="{BC5539C3-412D-4DF6-8F57-7ADEF23E99FA}" srcOrd="0" destOrd="0" presId="urn:microsoft.com/office/officeart/2005/8/layout/hProcess9"/>
    <dgm:cxn modelId="{4006B51D-F95C-44EE-9F1F-23E851726B91}" type="presParOf" srcId="{04BE4FEB-3208-4501-92D3-D2A940A5C67A}" destId="{3D7F5672-8C85-4AB9-AB55-9712D9FC4F2E}" srcOrd="0" destOrd="0" presId="urn:microsoft.com/office/officeart/2005/8/layout/hProcess9"/>
    <dgm:cxn modelId="{F289D27C-1A9C-4781-9235-9068FBAA0DA4}" type="presParOf" srcId="{04BE4FEB-3208-4501-92D3-D2A940A5C67A}" destId="{B262386F-9DC0-4622-901F-8879CC9BCB21}" srcOrd="1" destOrd="0" presId="urn:microsoft.com/office/officeart/2005/8/layout/hProcess9"/>
    <dgm:cxn modelId="{5C7BEAB7-2871-4226-A5C5-8F7DBD0ECA7D}" type="presParOf" srcId="{B262386F-9DC0-4622-901F-8879CC9BCB21}" destId="{BC5539C3-412D-4DF6-8F57-7ADEF23E99FA}" srcOrd="0" destOrd="0" presId="urn:microsoft.com/office/officeart/2005/8/layout/hProcess9"/>
    <dgm:cxn modelId="{6D4AAFCC-0E62-40A6-964E-D5C6A7D00866}" type="presParOf" srcId="{B262386F-9DC0-4622-901F-8879CC9BCB21}" destId="{05AA6C01-0109-4583-B439-4ED6A6CEB159}" srcOrd="1" destOrd="0" presId="urn:microsoft.com/office/officeart/2005/8/layout/hProcess9"/>
    <dgm:cxn modelId="{3268C18F-1A68-4629-8523-1E1FF5E85275}" type="presParOf" srcId="{B262386F-9DC0-4622-901F-8879CC9BCB21}" destId="{833AE47F-CCA7-4F98-A165-FA856DE8A263}" srcOrd="2" destOrd="0" presId="urn:microsoft.com/office/officeart/2005/8/layout/hProcess9"/>
    <dgm:cxn modelId="{1E9F176C-B945-42C1-BD51-222E2EF2F4A5}" type="presParOf" srcId="{B262386F-9DC0-4622-901F-8879CC9BCB21}" destId="{1F6F687C-EB60-4D2B-B72D-8257E24A2765}" srcOrd="3" destOrd="0" presId="urn:microsoft.com/office/officeart/2005/8/layout/hProcess9"/>
    <dgm:cxn modelId="{6C598D5B-D516-4AF8-A675-CE35C2F62871}" type="presParOf" srcId="{B262386F-9DC0-4622-901F-8879CC9BCB21}" destId="{1A25C352-0C1B-4301-AA5E-903C17D20FAD}" srcOrd="4" destOrd="0" presId="urn:microsoft.com/office/officeart/2005/8/layout/hProcess9"/>
    <dgm:cxn modelId="{40EB4CF1-DF4C-44DD-AE41-FB5446DD0746}" type="presParOf" srcId="{B262386F-9DC0-4622-901F-8879CC9BCB21}" destId="{F41805F0-E89F-45F0-A3F9-F1B78DCC3F7D}" srcOrd="5" destOrd="0" presId="urn:microsoft.com/office/officeart/2005/8/layout/hProcess9"/>
    <dgm:cxn modelId="{B84B2104-3B02-488C-B31A-FD2538490DD6}" type="presParOf" srcId="{B262386F-9DC0-4622-901F-8879CC9BCB21}" destId="{6B8EB550-E125-450B-9D39-4D96157D5CE1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1A180E6-4861-4CC2-BCE7-28231EB0E5C0}" type="doc">
      <dgm:prSet loTypeId="urn:microsoft.com/office/officeart/2005/8/layout/arrow2" loCatId="process" qsTypeId="urn:microsoft.com/office/officeart/2005/8/quickstyle/simple1" qsCatId="simple" csTypeId="urn:microsoft.com/office/officeart/2005/8/colors/accent1_2" csCatId="accent1" phldr="1"/>
      <dgm:spPr/>
    </dgm:pt>
    <dgm:pt modelId="{9CCA09A6-BEC4-434B-A0B1-9EF3F8490CBD}">
      <dgm:prSet phldrT="[Text]"/>
      <dgm:spPr/>
      <dgm:t>
        <a:bodyPr/>
        <a:lstStyle/>
        <a:p>
          <a:r>
            <a:rPr lang="en-US" dirty="0"/>
            <a:t>The Hook</a:t>
          </a:r>
        </a:p>
      </dgm:t>
    </dgm:pt>
    <dgm:pt modelId="{A62A5EAB-C9A8-432F-86AC-C9329819008C}" type="parTrans" cxnId="{9DAF9595-846B-488A-ADA0-89156ED10011}">
      <dgm:prSet/>
      <dgm:spPr/>
      <dgm:t>
        <a:bodyPr/>
        <a:lstStyle/>
        <a:p>
          <a:endParaRPr lang="en-US"/>
        </a:p>
      </dgm:t>
    </dgm:pt>
    <dgm:pt modelId="{3D50A366-7C0C-4E27-91E3-EB2F6873CC9B}" type="sibTrans" cxnId="{9DAF9595-846B-488A-ADA0-89156ED10011}">
      <dgm:prSet/>
      <dgm:spPr/>
      <dgm:t>
        <a:bodyPr/>
        <a:lstStyle/>
        <a:p>
          <a:endParaRPr lang="en-US"/>
        </a:p>
      </dgm:t>
    </dgm:pt>
    <dgm:pt modelId="{79234D55-087D-4592-BCB2-28972CB6D178}">
      <dgm:prSet phldrT="[Text]"/>
      <dgm:spPr/>
      <dgm:t>
        <a:bodyPr/>
        <a:lstStyle/>
        <a:p>
          <a:r>
            <a:rPr lang="en-US" dirty="0"/>
            <a:t>The Conflict</a:t>
          </a:r>
        </a:p>
      </dgm:t>
    </dgm:pt>
    <dgm:pt modelId="{85E5A876-00EF-439C-9A18-E1B50BB7F201}" type="parTrans" cxnId="{903780ED-EF2B-4233-966B-0203C302D312}">
      <dgm:prSet/>
      <dgm:spPr/>
      <dgm:t>
        <a:bodyPr/>
        <a:lstStyle/>
        <a:p>
          <a:endParaRPr lang="en-US"/>
        </a:p>
      </dgm:t>
    </dgm:pt>
    <dgm:pt modelId="{83A40EA6-BEC6-4A96-A9FD-003594CE5CF3}" type="sibTrans" cxnId="{903780ED-EF2B-4233-966B-0203C302D312}">
      <dgm:prSet/>
      <dgm:spPr/>
      <dgm:t>
        <a:bodyPr/>
        <a:lstStyle/>
        <a:p>
          <a:endParaRPr lang="en-US"/>
        </a:p>
      </dgm:t>
    </dgm:pt>
    <dgm:pt modelId="{206D5D98-957B-4DAC-AC5E-0092D5710531}">
      <dgm:prSet phldrT="[Text]"/>
      <dgm:spPr/>
      <dgm:t>
        <a:bodyPr/>
        <a:lstStyle/>
        <a:p>
          <a:r>
            <a:rPr lang="en-US"/>
            <a:t>The Resolution</a:t>
          </a:r>
          <a:endParaRPr lang="en-US" dirty="0"/>
        </a:p>
      </dgm:t>
    </dgm:pt>
    <dgm:pt modelId="{18495B6B-CE51-4CD4-A05E-871D9C648535}" type="parTrans" cxnId="{5FE223FC-F6E2-4886-A8DD-6C153FBECFDC}">
      <dgm:prSet/>
      <dgm:spPr/>
      <dgm:t>
        <a:bodyPr/>
        <a:lstStyle/>
        <a:p>
          <a:endParaRPr lang="en-US"/>
        </a:p>
      </dgm:t>
    </dgm:pt>
    <dgm:pt modelId="{6AEC3300-62DF-4058-B818-8B457B35C64D}" type="sibTrans" cxnId="{5FE223FC-F6E2-4886-A8DD-6C153FBECFDC}">
      <dgm:prSet/>
      <dgm:spPr/>
      <dgm:t>
        <a:bodyPr/>
        <a:lstStyle/>
        <a:p>
          <a:endParaRPr lang="en-US"/>
        </a:p>
      </dgm:t>
    </dgm:pt>
    <dgm:pt modelId="{1E0F4D56-9A37-487A-9D26-F1983FD8C82B}" type="pres">
      <dgm:prSet presAssocID="{01A180E6-4861-4CC2-BCE7-28231EB0E5C0}" presName="arrowDiagram" presStyleCnt="0">
        <dgm:presLayoutVars>
          <dgm:chMax val="5"/>
          <dgm:dir/>
          <dgm:resizeHandles val="exact"/>
        </dgm:presLayoutVars>
      </dgm:prSet>
      <dgm:spPr/>
    </dgm:pt>
    <dgm:pt modelId="{49289D79-93E8-4E0B-A990-5D6F789EDBA3}" type="pres">
      <dgm:prSet presAssocID="{01A180E6-4861-4CC2-BCE7-28231EB0E5C0}" presName="arrow" presStyleLbl="bgShp" presStyleIdx="0" presStyleCnt="1"/>
      <dgm:spPr/>
    </dgm:pt>
    <dgm:pt modelId="{5CCF1292-0DDA-420B-911D-566C73916F0C}" type="pres">
      <dgm:prSet presAssocID="{01A180E6-4861-4CC2-BCE7-28231EB0E5C0}" presName="arrowDiagram3" presStyleCnt="0"/>
      <dgm:spPr/>
    </dgm:pt>
    <dgm:pt modelId="{9EE6B5B2-D746-4A75-85B0-101FEC28412A}" type="pres">
      <dgm:prSet presAssocID="{9CCA09A6-BEC4-434B-A0B1-9EF3F8490CBD}" presName="bullet3a" presStyleLbl="node1" presStyleIdx="0" presStyleCnt="3"/>
      <dgm:spPr/>
    </dgm:pt>
    <dgm:pt modelId="{220022E8-B1CE-4CD7-AC61-DC5E0B78B88A}" type="pres">
      <dgm:prSet presAssocID="{9CCA09A6-BEC4-434B-A0B1-9EF3F8490CBD}" presName="textBox3a" presStyleLbl="revTx" presStyleIdx="0" presStyleCnt="3">
        <dgm:presLayoutVars>
          <dgm:bulletEnabled val="1"/>
        </dgm:presLayoutVars>
      </dgm:prSet>
      <dgm:spPr/>
    </dgm:pt>
    <dgm:pt modelId="{F01767D6-FF32-4531-ADB4-25B5701759EE}" type="pres">
      <dgm:prSet presAssocID="{79234D55-087D-4592-BCB2-28972CB6D178}" presName="bullet3b" presStyleLbl="node1" presStyleIdx="1" presStyleCnt="3"/>
      <dgm:spPr/>
    </dgm:pt>
    <dgm:pt modelId="{7692B36B-4542-4868-8407-C03327613781}" type="pres">
      <dgm:prSet presAssocID="{79234D55-087D-4592-BCB2-28972CB6D178}" presName="textBox3b" presStyleLbl="revTx" presStyleIdx="1" presStyleCnt="3">
        <dgm:presLayoutVars>
          <dgm:bulletEnabled val="1"/>
        </dgm:presLayoutVars>
      </dgm:prSet>
      <dgm:spPr/>
    </dgm:pt>
    <dgm:pt modelId="{F8DCC823-649C-4F61-9338-6C0F68782BAB}" type="pres">
      <dgm:prSet presAssocID="{206D5D98-957B-4DAC-AC5E-0092D5710531}" presName="bullet3c" presStyleLbl="node1" presStyleIdx="2" presStyleCnt="3"/>
      <dgm:spPr/>
    </dgm:pt>
    <dgm:pt modelId="{44B0DA15-0411-449F-9470-631FC7E8BD13}" type="pres">
      <dgm:prSet presAssocID="{206D5D98-957B-4DAC-AC5E-0092D5710531}" presName="textBox3c" presStyleLbl="revTx" presStyleIdx="2" presStyleCnt="3">
        <dgm:presLayoutVars>
          <dgm:bulletEnabled val="1"/>
        </dgm:presLayoutVars>
      </dgm:prSet>
      <dgm:spPr/>
    </dgm:pt>
  </dgm:ptLst>
  <dgm:cxnLst>
    <dgm:cxn modelId="{942B6444-5876-4234-8FA3-A4DB53ED86A3}" type="presOf" srcId="{79234D55-087D-4592-BCB2-28972CB6D178}" destId="{7692B36B-4542-4868-8407-C03327613781}" srcOrd="0" destOrd="0" presId="urn:microsoft.com/office/officeart/2005/8/layout/arrow2"/>
    <dgm:cxn modelId="{0684CF50-AF67-4120-B51C-93B07515CA69}" type="presOf" srcId="{9CCA09A6-BEC4-434B-A0B1-9EF3F8490CBD}" destId="{220022E8-B1CE-4CD7-AC61-DC5E0B78B88A}" srcOrd="0" destOrd="0" presId="urn:microsoft.com/office/officeart/2005/8/layout/arrow2"/>
    <dgm:cxn modelId="{9DAF9595-846B-488A-ADA0-89156ED10011}" srcId="{01A180E6-4861-4CC2-BCE7-28231EB0E5C0}" destId="{9CCA09A6-BEC4-434B-A0B1-9EF3F8490CBD}" srcOrd="0" destOrd="0" parTransId="{A62A5EAB-C9A8-432F-86AC-C9329819008C}" sibTransId="{3D50A366-7C0C-4E27-91E3-EB2F6873CC9B}"/>
    <dgm:cxn modelId="{DF4EA1AC-0624-4055-8317-5B4E4A26CF56}" type="presOf" srcId="{206D5D98-957B-4DAC-AC5E-0092D5710531}" destId="{44B0DA15-0411-449F-9470-631FC7E8BD13}" srcOrd="0" destOrd="0" presId="urn:microsoft.com/office/officeart/2005/8/layout/arrow2"/>
    <dgm:cxn modelId="{903780ED-EF2B-4233-966B-0203C302D312}" srcId="{01A180E6-4861-4CC2-BCE7-28231EB0E5C0}" destId="{79234D55-087D-4592-BCB2-28972CB6D178}" srcOrd="1" destOrd="0" parTransId="{85E5A876-00EF-439C-9A18-E1B50BB7F201}" sibTransId="{83A40EA6-BEC6-4A96-A9FD-003594CE5CF3}"/>
    <dgm:cxn modelId="{5FE223FC-F6E2-4886-A8DD-6C153FBECFDC}" srcId="{01A180E6-4861-4CC2-BCE7-28231EB0E5C0}" destId="{206D5D98-957B-4DAC-AC5E-0092D5710531}" srcOrd="2" destOrd="0" parTransId="{18495B6B-CE51-4CD4-A05E-871D9C648535}" sibTransId="{6AEC3300-62DF-4058-B818-8B457B35C64D}"/>
    <dgm:cxn modelId="{332825FD-F269-4A32-8148-2380771D787D}" type="presOf" srcId="{01A180E6-4861-4CC2-BCE7-28231EB0E5C0}" destId="{1E0F4D56-9A37-487A-9D26-F1983FD8C82B}" srcOrd="0" destOrd="0" presId="urn:microsoft.com/office/officeart/2005/8/layout/arrow2"/>
    <dgm:cxn modelId="{44F71F5F-2DFA-4835-A763-3536EA339B7D}" type="presParOf" srcId="{1E0F4D56-9A37-487A-9D26-F1983FD8C82B}" destId="{49289D79-93E8-4E0B-A990-5D6F789EDBA3}" srcOrd="0" destOrd="0" presId="urn:microsoft.com/office/officeart/2005/8/layout/arrow2"/>
    <dgm:cxn modelId="{0CAC5C83-C907-4205-B0DA-C6A616DE1417}" type="presParOf" srcId="{1E0F4D56-9A37-487A-9D26-F1983FD8C82B}" destId="{5CCF1292-0DDA-420B-911D-566C73916F0C}" srcOrd="1" destOrd="0" presId="urn:microsoft.com/office/officeart/2005/8/layout/arrow2"/>
    <dgm:cxn modelId="{404FCAA1-9DA9-4ECA-A886-2E94EECF277D}" type="presParOf" srcId="{5CCF1292-0DDA-420B-911D-566C73916F0C}" destId="{9EE6B5B2-D746-4A75-85B0-101FEC28412A}" srcOrd="0" destOrd="0" presId="urn:microsoft.com/office/officeart/2005/8/layout/arrow2"/>
    <dgm:cxn modelId="{5A47DD94-1238-46EB-8C75-CC0B24F93A3B}" type="presParOf" srcId="{5CCF1292-0DDA-420B-911D-566C73916F0C}" destId="{220022E8-B1CE-4CD7-AC61-DC5E0B78B88A}" srcOrd="1" destOrd="0" presId="urn:microsoft.com/office/officeart/2005/8/layout/arrow2"/>
    <dgm:cxn modelId="{E2BEFBE1-7A97-430D-9D2D-C7BCB237D1D2}" type="presParOf" srcId="{5CCF1292-0DDA-420B-911D-566C73916F0C}" destId="{F01767D6-FF32-4531-ADB4-25B5701759EE}" srcOrd="2" destOrd="0" presId="urn:microsoft.com/office/officeart/2005/8/layout/arrow2"/>
    <dgm:cxn modelId="{625E398A-B3F3-410C-B02C-3A8CE4D8D731}" type="presParOf" srcId="{5CCF1292-0DDA-420B-911D-566C73916F0C}" destId="{7692B36B-4542-4868-8407-C03327613781}" srcOrd="3" destOrd="0" presId="urn:microsoft.com/office/officeart/2005/8/layout/arrow2"/>
    <dgm:cxn modelId="{F31E70D7-F1A5-48D1-AFD0-372020B94FFC}" type="presParOf" srcId="{5CCF1292-0DDA-420B-911D-566C73916F0C}" destId="{F8DCC823-649C-4F61-9338-6C0F68782BAB}" srcOrd="4" destOrd="0" presId="urn:microsoft.com/office/officeart/2005/8/layout/arrow2"/>
    <dgm:cxn modelId="{CDD8273E-F073-4992-B54E-A6BC7F4296F8}" type="presParOf" srcId="{5CCF1292-0DDA-420B-911D-566C73916F0C}" destId="{44B0DA15-0411-449F-9470-631FC7E8BD13}" srcOrd="5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2106AE6-9287-401B-90EC-CF32F9E1861F}" type="doc">
      <dgm:prSet loTypeId="urn:microsoft.com/office/officeart/2005/8/layout/hProcess9" loCatId="process" qsTypeId="urn:microsoft.com/office/officeart/2005/8/quickstyle/simple1" qsCatId="simple" csTypeId="urn:microsoft.com/office/officeart/2005/8/colors/colorful2" csCatId="colorful" phldr="1"/>
      <dgm:spPr/>
    </dgm:pt>
    <dgm:pt modelId="{DD4972D0-8200-42E3-B1CF-F7710646AE84}">
      <dgm:prSet phldrT="[Text]"/>
      <dgm:spPr/>
      <dgm:t>
        <a:bodyPr/>
        <a:lstStyle/>
        <a:p>
          <a:r>
            <a:rPr lang="en-US" dirty="0"/>
            <a:t>1. Audience &amp; Context (The Foundation)</a:t>
          </a:r>
        </a:p>
      </dgm:t>
    </dgm:pt>
    <dgm:pt modelId="{656B6EDF-4EDD-4D6D-B868-8B3946988FD6}" type="parTrans" cxnId="{6140C34F-DB31-49E8-AB47-5ABBFAE3F9B5}">
      <dgm:prSet/>
      <dgm:spPr/>
      <dgm:t>
        <a:bodyPr/>
        <a:lstStyle/>
        <a:p>
          <a:endParaRPr lang="en-US"/>
        </a:p>
      </dgm:t>
    </dgm:pt>
    <dgm:pt modelId="{EFD4BD3B-D4C6-44FF-A39A-5AD011F72CA4}" type="sibTrans" cxnId="{6140C34F-DB31-49E8-AB47-5ABBFAE3F9B5}">
      <dgm:prSet/>
      <dgm:spPr/>
      <dgm:t>
        <a:bodyPr/>
        <a:lstStyle/>
        <a:p>
          <a:endParaRPr lang="en-US"/>
        </a:p>
      </dgm:t>
    </dgm:pt>
    <dgm:pt modelId="{C97568C1-24ED-43D6-AA9C-6ECDD5FA0273}">
      <dgm:prSet phldrT="[Text]"/>
      <dgm:spPr/>
      <dgm:t>
        <a:bodyPr/>
        <a:lstStyle/>
        <a:p>
          <a:r>
            <a:rPr lang="en-US" dirty="0"/>
            <a:t>2. The “Big Idea” (The Core Message)</a:t>
          </a:r>
        </a:p>
      </dgm:t>
    </dgm:pt>
    <dgm:pt modelId="{B55BA219-53C9-4992-B73A-85ACDEB109E3}" type="parTrans" cxnId="{0DBFF9E3-02CC-4B60-8C22-D356E0CE8E91}">
      <dgm:prSet/>
      <dgm:spPr/>
      <dgm:t>
        <a:bodyPr/>
        <a:lstStyle/>
        <a:p>
          <a:endParaRPr lang="en-US"/>
        </a:p>
      </dgm:t>
    </dgm:pt>
    <dgm:pt modelId="{F3EA4E37-DAE4-4961-A012-991E1AB03042}" type="sibTrans" cxnId="{0DBFF9E3-02CC-4B60-8C22-D356E0CE8E91}">
      <dgm:prSet/>
      <dgm:spPr/>
      <dgm:t>
        <a:bodyPr/>
        <a:lstStyle/>
        <a:p>
          <a:endParaRPr lang="en-US"/>
        </a:p>
      </dgm:t>
    </dgm:pt>
    <dgm:pt modelId="{3BE2D8A2-AD76-436A-B443-0032691C7C40}">
      <dgm:prSet phldrT="[Text]"/>
      <dgm:spPr/>
      <dgm:t>
        <a:bodyPr/>
        <a:lstStyle/>
        <a:p>
          <a:r>
            <a:rPr lang="en-US" dirty="0"/>
            <a:t>3. The Narrative Arc (The Structure)</a:t>
          </a:r>
        </a:p>
      </dgm:t>
    </dgm:pt>
    <dgm:pt modelId="{D225C1F3-2AC0-4F2E-A5DC-DF13823DBD31}" type="parTrans" cxnId="{652D1C00-25FB-4087-B237-F0DAC0F1AD00}">
      <dgm:prSet/>
      <dgm:spPr/>
      <dgm:t>
        <a:bodyPr/>
        <a:lstStyle/>
        <a:p>
          <a:endParaRPr lang="en-US"/>
        </a:p>
      </dgm:t>
    </dgm:pt>
    <dgm:pt modelId="{0515E3C4-60AA-4CBE-A45F-9B634E5F77AC}" type="sibTrans" cxnId="{652D1C00-25FB-4087-B237-F0DAC0F1AD00}">
      <dgm:prSet/>
      <dgm:spPr/>
      <dgm:t>
        <a:bodyPr/>
        <a:lstStyle/>
        <a:p>
          <a:endParaRPr lang="en-US"/>
        </a:p>
      </dgm:t>
    </dgm:pt>
    <dgm:pt modelId="{5D7AFDE3-D064-4588-AAED-CA7A50CBC135}">
      <dgm:prSet phldrT="[Text]"/>
      <dgm:spPr/>
      <dgm:t>
        <a:bodyPr/>
        <a:lstStyle/>
        <a:p>
          <a:r>
            <a:rPr lang="en-US" dirty="0"/>
            <a:t>4. Conflict &amp; Stakes (The Hook)</a:t>
          </a:r>
        </a:p>
      </dgm:t>
    </dgm:pt>
    <dgm:pt modelId="{D2A5DDB7-06C2-40EF-8832-3CE40506905F}" type="parTrans" cxnId="{C983AC14-1D7E-4104-9287-F5CFEF3090F4}">
      <dgm:prSet/>
      <dgm:spPr/>
      <dgm:t>
        <a:bodyPr/>
        <a:lstStyle/>
        <a:p>
          <a:endParaRPr lang="en-US"/>
        </a:p>
      </dgm:t>
    </dgm:pt>
    <dgm:pt modelId="{E753C389-C149-4970-8EAF-5B6D8CA07DB7}" type="sibTrans" cxnId="{C983AC14-1D7E-4104-9287-F5CFEF3090F4}">
      <dgm:prSet/>
      <dgm:spPr/>
      <dgm:t>
        <a:bodyPr/>
        <a:lstStyle/>
        <a:p>
          <a:endParaRPr lang="en-US"/>
        </a:p>
      </dgm:t>
    </dgm:pt>
    <dgm:pt modelId="{04BE4FEB-3208-4501-92D3-D2A940A5C67A}" type="pres">
      <dgm:prSet presAssocID="{52106AE6-9287-401B-90EC-CF32F9E1861F}" presName="CompostProcess" presStyleCnt="0">
        <dgm:presLayoutVars>
          <dgm:dir/>
          <dgm:resizeHandles val="exact"/>
        </dgm:presLayoutVars>
      </dgm:prSet>
      <dgm:spPr/>
    </dgm:pt>
    <dgm:pt modelId="{3D7F5672-8C85-4AB9-AB55-9712D9FC4F2E}" type="pres">
      <dgm:prSet presAssocID="{52106AE6-9287-401B-90EC-CF32F9E1861F}" presName="arrow" presStyleLbl="bgShp" presStyleIdx="0" presStyleCnt="1"/>
      <dgm:spPr/>
    </dgm:pt>
    <dgm:pt modelId="{B262386F-9DC0-4622-901F-8879CC9BCB21}" type="pres">
      <dgm:prSet presAssocID="{52106AE6-9287-401B-90EC-CF32F9E1861F}" presName="linearProcess" presStyleCnt="0"/>
      <dgm:spPr/>
    </dgm:pt>
    <dgm:pt modelId="{BC5539C3-412D-4DF6-8F57-7ADEF23E99FA}" type="pres">
      <dgm:prSet presAssocID="{DD4972D0-8200-42E3-B1CF-F7710646AE84}" presName="textNode" presStyleLbl="node1" presStyleIdx="0" presStyleCnt="4">
        <dgm:presLayoutVars>
          <dgm:bulletEnabled val="1"/>
        </dgm:presLayoutVars>
      </dgm:prSet>
      <dgm:spPr/>
    </dgm:pt>
    <dgm:pt modelId="{05AA6C01-0109-4583-B439-4ED6A6CEB159}" type="pres">
      <dgm:prSet presAssocID="{EFD4BD3B-D4C6-44FF-A39A-5AD011F72CA4}" presName="sibTrans" presStyleCnt="0"/>
      <dgm:spPr/>
    </dgm:pt>
    <dgm:pt modelId="{833AE47F-CCA7-4F98-A165-FA856DE8A263}" type="pres">
      <dgm:prSet presAssocID="{C97568C1-24ED-43D6-AA9C-6ECDD5FA0273}" presName="textNode" presStyleLbl="node1" presStyleIdx="1" presStyleCnt="4">
        <dgm:presLayoutVars>
          <dgm:bulletEnabled val="1"/>
        </dgm:presLayoutVars>
      </dgm:prSet>
      <dgm:spPr/>
    </dgm:pt>
    <dgm:pt modelId="{1F6F687C-EB60-4D2B-B72D-8257E24A2765}" type="pres">
      <dgm:prSet presAssocID="{F3EA4E37-DAE4-4961-A012-991E1AB03042}" presName="sibTrans" presStyleCnt="0"/>
      <dgm:spPr/>
    </dgm:pt>
    <dgm:pt modelId="{1A25C352-0C1B-4301-AA5E-903C17D20FAD}" type="pres">
      <dgm:prSet presAssocID="{3BE2D8A2-AD76-436A-B443-0032691C7C40}" presName="textNode" presStyleLbl="node1" presStyleIdx="2" presStyleCnt="4">
        <dgm:presLayoutVars>
          <dgm:bulletEnabled val="1"/>
        </dgm:presLayoutVars>
      </dgm:prSet>
      <dgm:spPr/>
    </dgm:pt>
    <dgm:pt modelId="{F41805F0-E89F-45F0-A3F9-F1B78DCC3F7D}" type="pres">
      <dgm:prSet presAssocID="{0515E3C4-60AA-4CBE-A45F-9B634E5F77AC}" presName="sibTrans" presStyleCnt="0"/>
      <dgm:spPr/>
    </dgm:pt>
    <dgm:pt modelId="{6B8EB550-E125-450B-9D39-4D96157D5CE1}" type="pres">
      <dgm:prSet presAssocID="{5D7AFDE3-D064-4588-AAED-CA7A50CBC135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652D1C00-25FB-4087-B237-F0DAC0F1AD00}" srcId="{52106AE6-9287-401B-90EC-CF32F9E1861F}" destId="{3BE2D8A2-AD76-436A-B443-0032691C7C40}" srcOrd="2" destOrd="0" parTransId="{D225C1F3-2AC0-4F2E-A5DC-DF13823DBD31}" sibTransId="{0515E3C4-60AA-4CBE-A45F-9B634E5F77AC}"/>
    <dgm:cxn modelId="{C983AC14-1D7E-4104-9287-F5CFEF3090F4}" srcId="{52106AE6-9287-401B-90EC-CF32F9E1861F}" destId="{5D7AFDE3-D064-4588-AAED-CA7A50CBC135}" srcOrd="3" destOrd="0" parTransId="{D2A5DDB7-06C2-40EF-8832-3CE40506905F}" sibTransId="{E753C389-C149-4970-8EAF-5B6D8CA07DB7}"/>
    <dgm:cxn modelId="{0A08A523-06C0-43F1-BA16-0D447544143F}" type="presOf" srcId="{C97568C1-24ED-43D6-AA9C-6ECDD5FA0273}" destId="{833AE47F-CCA7-4F98-A165-FA856DE8A263}" srcOrd="0" destOrd="0" presId="urn:microsoft.com/office/officeart/2005/8/layout/hProcess9"/>
    <dgm:cxn modelId="{6258923E-5107-400A-A155-AB352A1220BC}" type="presOf" srcId="{3BE2D8A2-AD76-436A-B443-0032691C7C40}" destId="{1A25C352-0C1B-4301-AA5E-903C17D20FAD}" srcOrd="0" destOrd="0" presId="urn:microsoft.com/office/officeart/2005/8/layout/hProcess9"/>
    <dgm:cxn modelId="{6140C34F-DB31-49E8-AB47-5ABBFAE3F9B5}" srcId="{52106AE6-9287-401B-90EC-CF32F9E1861F}" destId="{DD4972D0-8200-42E3-B1CF-F7710646AE84}" srcOrd="0" destOrd="0" parTransId="{656B6EDF-4EDD-4D6D-B868-8B3946988FD6}" sibTransId="{EFD4BD3B-D4C6-44FF-A39A-5AD011F72CA4}"/>
    <dgm:cxn modelId="{EA7A3DAB-E299-4B69-A16D-318B6912A3B8}" type="presOf" srcId="{52106AE6-9287-401B-90EC-CF32F9E1861F}" destId="{04BE4FEB-3208-4501-92D3-D2A940A5C67A}" srcOrd="0" destOrd="0" presId="urn:microsoft.com/office/officeart/2005/8/layout/hProcess9"/>
    <dgm:cxn modelId="{0DBFF9E3-02CC-4B60-8C22-D356E0CE8E91}" srcId="{52106AE6-9287-401B-90EC-CF32F9E1861F}" destId="{C97568C1-24ED-43D6-AA9C-6ECDD5FA0273}" srcOrd="1" destOrd="0" parTransId="{B55BA219-53C9-4992-B73A-85ACDEB109E3}" sibTransId="{F3EA4E37-DAE4-4961-A012-991E1AB03042}"/>
    <dgm:cxn modelId="{8A8851F0-66EB-4E02-8A72-A8A0C846CEE2}" type="presOf" srcId="{5D7AFDE3-D064-4588-AAED-CA7A50CBC135}" destId="{6B8EB550-E125-450B-9D39-4D96157D5CE1}" srcOrd="0" destOrd="0" presId="urn:microsoft.com/office/officeart/2005/8/layout/hProcess9"/>
    <dgm:cxn modelId="{4D358AF5-3A3E-41A6-B57F-6BB4C01A2D63}" type="presOf" srcId="{DD4972D0-8200-42E3-B1CF-F7710646AE84}" destId="{BC5539C3-412D-4DF6-8F57-7ADEF23E99FA}" srcOrd="0" destOrd="0" presId="urn:microsoft.com/office/officeart/2005/8/layout/hProcess9"/>
    <dgm:cxn modelId="{4006B51D-F95C-44EE-9F1F-23E851726B91}" type="presParOf" srcId="{04BE4FEB-3208-4501-92D3-D2A940A5C67A}" destId="{3D7F5672-8C85-4AB9-AB55-9712D9FC4F2E}" srcOrd="0" destOrd="0" presId="urn:microsoft.com/office/officeart/2005/8/layout/hProcess9"/>
    <dgm:cxn modelId="{F289D27C-1A9C-4781-9235-9068FBAA0DA4}" type="presParOf" srcId="{04BE4FEB-3208-4501-92D3-D2A940A5C67A}" destId="{B262386F-9DC0-4622-901F-8879CC9BCB21}" srcOrd="1" destOrd="0" presId="urn:microsoft.com/office/officeart/2005/8/layout/hProcess9"/>
    <dgm:cxn modelId="{5C7BEAB7-2871-4226-A5C5-8F7DBD0ECA7D}" type="presParOf" srcId="{B262386F-9DC0-4622-901F-8879CC9BCB21}" destId="{BC5539C3-412D-4DF6-8F57-7ADEF23E99FA}" srcOrd="0" destOrd="0" presId="urn:microsoft.com/office/officeart/2005/8/layout/hProcess9"/>
    <dgm:cxn modelId="{6D4AAFCC-0E62-40A6-964E-D5C6A7D00866}" type="presParOf" srcId="{B262386F-9DC0-4622-901F-8879CC9BCB21}" destId="{05AA6C01-0109-4583-B439-4ED6A6CEB159}" srcOrd="1" destOrd="0" presId="urn:microsoft.com/office/officeart/2005/8/layout/hProcess9"/>
    <dgm:cxn modelId="{3268C18F-1A68-4629-8523-1E1FF5E85275}" type="presParOf" srcId="{B262386F-9DC0-4622-901F-8879CC9BCB21}" destId="{833AE47F-CCA7-4F98-A165-FA856DE8A263}" srcOrd="2" destOrd="0" presId="urn:microsoft.com/office/officeart/2005/8/layout/hProcess9"/>
    <dgm:cxn modelId="{1E9F176C-B945-42C1-BD51-222E2EF2F4A5}" type="presParOf" srcId="{B262386F-9DC0-4622-901F-8879CC9BCB21}" destId="{1F6F687C-EB60-4D2B-B72D-8257E24A2765}" srcOrd="3" destOrd="0" presId="urn:microsoft.com/office/officeart/2005/8/layout/hProcess9"/>
    <dgm:cxn modelId="{6C598D5B-D516-4AF8-A675-CE35C2F62871}" type="presParOf" srcId="{B262386F-9DC0-4622-901F-8879CC9BCB21}" destId="{1A25C352-0C1B-4301-AA5E-903C17D20FAD}" srcOrd="4" destOrd="0" presId="urn:microsoft.com/office/officeart/2005/8/layout/hProcess9"/>
    <dgm:cxn modelId="{40EB4CF1-DF4C-44DD-AE41-FB5446DD0746}" type="presParOf" srcId="{B262386F-9DC0-4622-901F-8879CC9BCB21}" destId="{F41805F0-E89F-45F0-A3F9-F1B78DCC3F7D}" srcOrd="5" destOrd="0" presId="urn:microsoft.com/office/officeart/2005/8/layout/hProcess9"/>
    <dgm:cxn modelId="{B84B2104-3B02-488C-B31A-FD2538490DD6}" type="presParOf" srcId="{B262386F-9DC0-4622-901F-8879CC9BCB21}" destId="{6B8EB550-E125-450B-9D39-4D96157D5CE1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1A180E6-4861-4CC2-BCE7-28231EB0E5C0}" type="doc">
      <dgm:prSet loTypeId="urn:microsoft.com/office/officeart/2005/8/layout/arrow2" loCatId="process" qsTypeId="urn:microsoft.com/office/officeart/2005/8/quickstyle/simple1" qsCatId="simple" csTypeId="urn:microsoft.com/office/officeart/2005/8/colors/accent1_2" csCatId="accent1" phldr="1"/>
      <dgm:spPr/>
    </dgm:pt>
    <dgm:pt modelId="{9CCA09A6-BEC4-434B-A0B1-9EF3F8490CBD}">
      <dgm:prSet phldrT="[Text]"/>
      <dgm:spPr/>
      <dgm:t>
        <a:bodyPr/>
        <a:lstStyle/>
        <a:p>
          <a:r>
            <a:rPr lang="en-US" dirty="0"/>
            <a:t>The Hook</a:t>
          </a:r>
        </a:p>
      </dgm:t>
    </dgm:pt>
    <dgm:pt modelId="{A62A5EAB-C9A8-432F-86AC-C9329819008C}" type="parTrans" cxnId="{9DAF9595-846B-488A-ADA0-89156ED10011}">
      <dgm:prSet/>
      <dgm:spPr/>
      <dgm:t>
        <a:bodyPr/>
        <a:lstStyle/>
        <a:p>
          <a:endParaRPr lang="en-US"/>
        </a:p>
      </dgm:t>
    </dgm:pt>
    <dgm:pt modelId="{3D50A366-7C0C-4E27-91E3-EB2F6873CC9B}" type="sibTrans" cxnId="{9DAF9595-846B-488A-ADA0-89156ED10011}">
      <dgm:prSet/>
      <dgm:spPr/>
      <dgm:t>
        <a:bodyPr/>
        <a:lstStyle/>
        <a:p>
          <a:endParaRPr lang="en-US"/>
        </a:p>
      </dgm:t>
    </dgm:pt>
    <dgm:pt modelId="{79234D55-087D-4592-BCB2-28972CB6D178}">
      <dgm:prSet phldrT="[Text]"/>
      <dgm:spPr/>
      <dgm:t>
        <a:bodyPr/>
        <a:lstStyle/>
        <a:p>
          <a:r>
            <a:rPr lang="en-US" dirty="0"/>
            <a:t>The Conflict</a:t>
          </a:r>
        </a:p>
      </dgm:t>
    </dgm:pt>
    <dgm:pt modelId="{85E5A876-00EF-439C-9A18-E1B50BB7F201}" type="parTrans" cxnId="{903780ED-EF2B-4233-966B-0203C302D312}">
      <dgm:prSet/>
      <dgm:spPr/>
      <dgm:t>
        <a:bodyPr/>
        <a:lstStyle/>
        <a:p>
          <a:endParaRPr lang="en-US"/>
        </a:p>
      </dgm:t>
    </dgm:pt>
    <dgm:pt modelId="{83A40EA6-BEC6-4A96-A9FD-003594CE5CF3}" type="sibTrans" cxnId="{903780ED-EF2B-4233-966B-0203C302D312}">
      <dgm:prSet/>
      <dgm:spPr/>
      <dgm:t>
        <a:bodyPr/>
        <a:lstStyle/>
        <a:p>
          <a:endParaRPr lang="en-US"/>
        </a:p>
      </dgm:t>
    </dgm:pt>
    <dgm:pt modelId="{206D5D98-957B-4DAC-AC5E-0092D5710531}">
      <dgm:prSet phldrT="[Text]"/>
      <dgm:spPr/>
      <dgm:t>
        <a:bodyPr/>
        <a:lstStyle/>
        <a:p>
          <a:r>
            <a:rPr lang="en-US"/>
            <a:t>The Resolution</a:t>
          </a:r>
          <a:endParaRPr lang="en-US" dirty="0"/>
        </a:p>
      </dgm:t>
    </dgm:pt>
    <dgm:pt modelId="{18495B6B-CE51-4CD4-A05E-871D9C648535}" type="parTrans" cxnId="{5FE223FC-F6E2-4886-A8DD-6C153FBECFDC}">
      <dgm:prSet/>
      <dgm:spPr/>
      <dgm:t>
        <a:bodyPr/>
        <a:lstStyle/>
        <a:p>
          <a:endParaRPr lang="en-US"/>
        </a:p>
      </dgm:t>
    </dgm:pt>
    <dgm:pt modelId="{6AEC3300-62DF-4058-B818-8B457B35C64D}" type="sibTrans" cxnId="{5FE223FC-F6E2-4886-A8DD-6C153FBECFDC}">
      <dgm:prSet/>
      <dgm:spPr/>
      <dgm:t>
        <a:bodyPr/>
        <a:lstStyle/>
        <a:p>
          <a:endParaRPr lang="en-US"/>
        </a:p>
      </dgm:t>
    </dgm:pt>
    <dgm:pt modelId="{1E0F4D56-9A37-487A-9D26-F1983FD8C82B}" type="pres">
      <dgm:prSet presAssocID="{01A180E6-4861-4CC2-BCE7-28231EB0E5C0}" presName="arrowDiagram" presStyleCnt="0">
        <dgm:presLayoutVars>
          <dgm:chMax val="5"/>
          <dgm:dir/>
          <dgm:resizeHandles val="exact"/>
        </dgm:presLayoutVars>
      </dgm:prSet>
      <dgm:spPr/>
    </dgm:pt>
    <dgm:pt modelId="{49289D79-93E8-4E0B-A990-5D6F789EDBA3}" type="pres">
      <dgm:prSet presAssocID="{01A180E6-4861-4CC2-BCE7-28231EB0E5C0}" presName="arrow" presStyleLbl="bgShp" presStyleIdx="0" presStyleCnt="1"/>
      <dgm:spPr/>
    </dgm:pt>
    <dgm:pt modelId="{5CCF1292-0DDA-420B-911D-566C73916F0C}" type="pres">
      <dgm:prSet presAssocID="{01A180E6-4861-4CC2-BCE7-28231EB0E5C0}" presName="arrowDiagram3" presStyleCnt="0"/>
      <dgm:spPr/>
    </dgm:pt>
    <dgm:pt modelId="{9EE6B5B2-D746-4A75-85B0-101FEC28412A}" type="pres">
      <dgm:prSet presAssocID="{9CCA09A6-BEC4-434B-A0B1-9EF3F8490CBD}" presName="bullet3a" presStyleLbl="node1" presStyleIdx="0" presStyleCnt="3"/>
      <dgm:spPr/>
    </dgm:pt>
    <dgm:pt modelId="{220022E8-B1CE-4CD7-AC61-DC5E0B78B88A}" type="pres">
      <dgm:prSet presAssocID="{9CCA09A6-BEC4-434B-A0B1-9EF3F8490CBD}" presName="textBox3a" presStyleLbl="revTx" presStyleIdx="0" presStyleCnt="3">
        <dgm:presLayoutVars>
          <dgm:bulletEnabled val="1"/>
        </dgm:presLayoutVars>
      </dgm:prSet>
      <dgm:spPr/>
    </dgm:pt>
    <dgm:pt modelId="{F01767D6-FF32-4531-ADB4-25B5701759EE}" type="pres">
      <dgm:prSet presAssocID="{79234D55-087D-4592-BCB2-28972CB6D178}" presName="bullet3b" presStyleLbl="node1" presStyleIdx="1" presStyleCnt="3"/>
      <dgm:spPr/>
    </dgm:pt>
    <dgm:pt modelId="{7692B36B-4542-4868-8407-C03327613781}" type="pres">
      <dgm:prSet presAssocID="{79234D55-087D-4592-BCB2-28972CB6D178}" presName="textBox3b" presStyleLbl="revTx" presStyleIdx="1" presStyleCnt="3">
        <dgm:presLayoutVars>
          <dgm:bulletEnabled val="1"/>
        </dgm:presLayoutVars>
      </dgm:prSet>
      <dgm:spPr/>
    </dgm:pt>
    <dgm:pt modelId="{F8DCC823-649C-4F61-9338-6C0F68782BAB}" type="pres">
      <dgm:prSet presAssocID="{206D5D98-957B-4DAC-AC5E-0092D5710531}" presName="bullet3c" presStyleLbl="node1" presStyleIdx="2" presStyleCnt="3"/>
      <dgm:spPr/>
    </dgm:pt>
    <dgm:pt modelId="{44B0DA15-0411-449F-9470-631FC7E8BD13}" type="pres">
      <dgm:prSet presAssocID="{206D5D98-957B-4DAC-AC5E-0092D5710531}" presName="textBox3c" presStyleLbl="revTx" presStyleIdx="2" presStyleCnt="3">
        <dgm:presLayoutVars>
          <dgm:bulletEnabled val="1"/>
        </dgm:presLayoutVars>
      </dgm:prSet>
      <dgm:spPr/>
    </dgm:pt>
  </dgm:ptLst>
  <dgm:cxnLst>
    <dgm:cxn modelId="{942B6444-5876-4234-8FA3-A4DB53ED86A3}" type="presOf" srcId="{79234D55-087D-4592-BCB2-28972CB6D178}" destId="{7692B36B-4542-4868-8407-C03327613781}" srcOrd="0" destOrd="0" presId="urn:microsoft.com/office/officeart/2005/8/layout/arrow2"/>
    <dgm:cxn modelId="{0684CF50-AF67-4120-B51C-93B07515CA69}" type="presOf" srcId="{9CCA09A6-BEC4-434B-A0B1-9EF3F8490CBD}" destId="{220022E8-B1CE-4CD7-AC61-DC5E0B78B88A}" srcOrd="0" destOrd="0" presId="urn:microsoft.com/office/officeart/2005/8/layout/arrow2"/>
    <dgm:cxn modelId="{9DAF9595-846B-488A-ADA0-89156ED10011}" srcId="{01A180E6-4861-4CC2-BCE7-28231EB0E5C0}" destId="{9CCA09A6-BEC4-434B-A0B1-9EF3F8490CBD}" srcOrd="0" destOrd="0" parTransId="{A62A5EAB-C9A8-432F-86AC-C9329819008C}" sibTransId="{3D50A366-7C0C-4E27-91E3-EB2F6873CC9B}"/>
    <dgm:cxn modelId="{DF4EA1AC-0624-4055-8317-5B4E4A26CF56}" type="presOf" srcId="{206D5D98-957B-4DAC-AC5E-0092D5710531}" destId="{44B0DA15-0411-449F-9470-631FC7E8BD13}" srcOrd="0" destOrd="0" presId="urn:microsoft.com/office/officeart/2005/8/layout/arrow2"/>
    <dgm:cxn modelId="{903780ED-EF2B-4233-966B-0203C302D312}" srcId="{01A180E6-4861-4CC2-BCE7-28231EB0E5C0}" destId="{79234D55-087D-4592-BCB2-28972CB6D178}" srcOrd="1" destOrd="0" parTransId="{85E5A876-00EF-439C-9A18-E1B50BB7F201}" sibTransId="{83A40EA6-BEC6-4A96-A9FD-003594CE5CF3}"/>
    <dgm:cxn modelId="{5FE223FC-F6E2-4886-A8DD-6C153FBECFDC}" srcId="{01A180E6-4861-4CC2-BCE7-28231EB0E5C0}" destId="{206D5D98-957B-4DAC-AC5E-0092D5710531}" srcOrd="2" destOrd="0" parTransId="{18495B6B-CE51-4CD4-A05E-871D9C648535}" sibTransId="{6AEC3300-62DF-4058-B818-8B457B35C64D}"/>
    <dgm:cxn modelId="{332825FD-F269-4A32-8148-2380771D787D}" type="presOf" srcId="{01A180E6-4861-4CC2-BCE7-28231EB0E5C0}" destId="{1E0F4D56-9A37-487A-9D26-F1983FD8C82B}" srcOrd="0" destOrd="0" presId="urn:microsoft.com/office/officeart/2005/8/layout/arrow2"/>
    <dgm:cxn modelId="{44F71F5F-2DFA-4835-A763-3536EA339B7D}" type="presParOf" srcId="{1E0F4D56-9A37-487A-9D26-F1983FD8C82B}" destId="{49289D79-93E8-4E0B-A990-5D6F789EDBA3}" srcOrd="0" destOrd="0" presId="urn:microsoft.com/office/officeart/2005/8/layout/arrow2"/>
    <dgm:cxn modelId="{0CAC5C83-C907-4205-B0DA-C6A616DE1417}" type="presParOf" srcId="{1E0F4D56-9A37-487A-9D26-F1983FD8C82B}" destId="{5CCF1292-0DDA-420B-911D-566C73916F0C}" srcOrd="1" destOrd="0" presId="urn:microsoft.com/office/officeart/2005/8/layout/arrow2"/>
    <dgm:cxn modelId="{404FCAA1-9DA9-4ECA-A886-2E94EECF277D}" type="presParOf" srcId="{5CCF1292-0DDA-420B-911D-566C73916F0C}" destId="{9EE6B5B2-D746-4A75-85B0-101FEC28412A}" srcOrd="0" destOrd="0" presId="urn:microsoft.com/office/officeart/2005/8/layout/arrow2"/>
    <dgm:cxn modelId="{5A47DD94-1238-46EB-8C75-CC0B24F93A3B}" type="presParOf" srcId="{5CCF1292-0DDA-420B-911D-566C73916F0C}" destId="{220022E8-B1CE-4CD7-AC61-DC5E0B78B88A}" srcOrd="1" destOrd="0" presId="urn:microsoft.com/office/officeart/2005/8/layout/arrow2"/>
    <dgm:cxn modelId="{E2BEFBE1-7A97-430D-9D2D-C7BCB237D1D2}" type="presParOf" srcId="{5CCF1292-0DDA-420B-911D-566C73916F0C}" destId="{F01767D6-FF32-4531-ADB4-25B5701759EE}" srcOrd="2" destOrd="0" presId="urn:microsoft.com/office/officeart/2005/8/layout/arrow2"/>
    <dgm:cxn modelId="{625E398A-B3F3-410C-B02C-3A8CE4D8D731}" type="presParOf" srcId="{5CCF1292-0DDA-420B-911D-566C73916F0C}" destId="{7692B36B-4542-4868-8407-C03327613781}" srcOrd="3" destOrd="0" presId="urn:microsoft.com/office/officeart/2005/8/layout/arrow2"/>
    <dgm:cxn modelId="{F31E70D7-F1A5-48D1-AFD0-372020B94FFC}" type="presParOf" srcId="{5CCF1292-0DDA-420B-911D-566C73916F0C}" destId="{F8DCC823-649C-4F61-9338-6C0F68782BAB}" srcOrd="4" destOrd="0" presId="urn:microsoft.com/office/officeart/2005/8/layout/arrow2"/>
    <dgm:cxn modelId="{CDD8273E-F073-4992-B54E-A6BC7F4296F8}" type="presParOf" srcId="{5CCF1292-0DDA-420B-911D-566C73916F0C}" destId="{44B0DA15-0411-449F-9470-631FC7E8BD13}" srcOrd="5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2106AE6-9287-401B-90EC-CF32F9E1861F}" type="doc">
      <dgm:prSet loTypeId="urn:microsoft.com/office/officeart/2005/8/layout/hProcess9" loCatId="process" qsTypeId="urn:microsoft.com/office/officeart/2005/8/quickstyle/simple1" qsCatId="simple" csTypeId="urn:microsoft.com/office/officeart/2005/8/colors/colorful2" csCatId="colorful" phldr="1"/>
      <dgm:spPr/>
    </dgm:pt>
    <dgm:pt modelId="{DD4972D0-8200-42E3-B1CF-F7710646AE84}">
      <dgm:prSet phldrT="[Text]"/>
      <dgm:spPr/>
      <dgm:t>
        <a:bodyPr/>
        <a:lstStyle/>
        <a:p>
          <a:r>
            <a:rPr lang="en-US" dirty="0"/>
            <a:t>1. Choosing the Right Visuals (The Vehicle)</a:t>
          </a:r>
        </a:p>
      </dgm:t>
    </dgm:pt>
    <dgm:pt modelId="{656B6EDF-4EDD-4D6D-B868-8B3946988FD6}" type="parTrans" cxnId="{6140C34F-DB31-49E8-AB47-5ABBFAE3F9B5}">
      <dgm:prSet/>
      <dgm:spPr/>
      <dgm:t>
        <a:bodyPr/>
        <a:lstStyle/>
        <a:p>
          <a:endParaRPr lang="en-US"/>
        </a:p>
      </dgm:t>
    </dgm:pt>
    <dgm:pt modelId="{EFD4BD3B-D4C6-44FF-A39A-5AD011F72CA4}" type="sibTrans" cxnId="{6140C34F-DB31-49E8-AB47-5ABBFAE3F9B5}">
      <dgm:prSet/>
      <dgm:spPr/>
      <dgm:t>
        <a:bodyPr/>
        <a:lstStyle/>
        <a:p>
          <a:endParaRPr lang="en-US"/>
        </a:p>
      </dgm:t>
    </dgm:pt>
    <dgm:pt modelId="{C97568C1-24ED-43D6-AA9C-6ECDD5FA0273}">
      <dgm:prSet phldrT="[Text]"/>
      <dgm:spPr/>
      <dgm:t>
        <a:bodyPr/>
        <a:lstStyle/>
        <a:p>
          <a:r>
            <a:rPr lang="en-US" dirty="0"/>
            <a:t>2. Focusing Attention (The Spotlight)</a:t>
          </a:r>
        </a:p>
      </dgm:t>
    </dgm:pt>
    <dgm:pt modelId="{B55BA219-53C9-4992-B73A-85ACDEB109E3}" type="parTrans" cxnId="{0DBFF9E3-02CC-4B60-8C22-D356E0CE8E91}">
      <dgm:prSet/>
      <dgm:spPr/>
      <dgm:t>
        <a:bodyPr/>
        <a:lstStyle/>
        <a:p>
          <a:endParaRPr lang="en-US"/>
        </a:p>
      </dgm:t>
    </dgm:pt>
    <dgm:pt modelId="{F3EA4E37-DAE4-4961-A012-991E1AB03042}" type="sibTrans" cxnId="{0DBFF9E3-02CC-4B60-8C22-D356E0CE8E91}">
      <dgm:prSet/>
      <dgm:spPr/>
      <dgm:t>
        <a:bodyPr/>
        <a:lstStyle/>
        <a:p>
          <a:endParaRPr lang="en-US"/>
        </a:p>
      </dgm:t>
    </dgm:pt>
    <dgm:pt modelId="{3BE2D8A2-AD76-436A-B443-0032691C7C40}">
      <dgm:prSet phldrT="[Text]"/>
      <dgm:spPr/>
      <dgm:t>
        <a:bodyPr/>
        <a:lstStyle/>
        <a:p>
          <a:r>
            <a:rPr lang="en-US" dirty="0"/>
            <a:t>3. Clear and Concise (The Script)</a:t>
          </a:r>
        </a:p>
      </dgm:t>
    </dgm:pt>
    <dgm:pt modelId="{D225C1F3-2AC0-4F2E-A5DC-DF13823DBD31}" type="parTrans" cxnId="{652D1C00-25FB-4087-B237-F0DAC0F1AD00}">
      <dgm:prSet/>
      <dgm:spPr/>
      <dgm:t>
        <a:bodyPr/>
        <a:lstStyle/>
        <a:p>
          <a:endParaRPr lang="en-US"/>
        </a:p>
      </dgm:t>
    </dgm:pt>
    <dgm:pt modelId="{0515E3C4-60AA-4CBE-A45F-9B634E5F77AC}" type="sibTrans" cxnId="{652D1C00-25FB-4087-B237-F0DAC0F1AD00}">
      <dgm:prSet/>
      <dgm:spPr/>
      <dgm:t>
        <a:bodyPr/>
        <a:lstStyle/>
        <a:p>
          <a:endParaRPr lang="en-US"/>
        </a:p>
      </dgm:t>
    </dgm:pt>
    <dgm:pt modelId="{5D7AFDE3-D064-4588-AAED-CA7A50CBC135}">
      <dgm:prSet phldrT="[Text]"/>
      <dgm:spPr/>
      <dgm:t>
        <a:bodyPr/>
        <a:lstStyle/>
        <a:p>
          <a:r>
            <a:rPr lang="en-US" dirty="0"/>
            <a:t>4. The Narrative Flow (The Guideposts)</a:t>
          </a:r>
        </a:p>
      </dgm:t>
    </dgm:pt>
    <dgm:pt modelId="{D2A5DDB7-06C2-40EF-8832-3CE40506905F}" type="parTrans" cxnId="{C983AC14-1D7E-4104-9287-F5CFEF3090F4}">
      <dgm:prSet/>
      <dgm:spPr/>
      <dgm:t>
        <a:bodyPr/>
        <a:lstStyle/>
        <a:p>
          <a:endParaRPr lang="en-US"/>
        </a:p>
      </dgm:t>
    </dgm:pt>
    <dgm:pt modelId="{E753C389-C149-4970-8EAF-5B6D8CA07DB7}" type="sibTrans" cxnId="{C983AC14-1D7E-4104-9287-F5CFEF3090F4}">
      <dgm:prSet/>
      <dgm:spPr/>
      <dgm:t>
        <a:bodyPr/>
        <a:lstStyle/>
        <a:p>
          <a:endParaRPr lang="en-US"/>
        </a:p>
      </dgm:t>
    </dgm:pt>
    <dgm:pt modelId="{04BE4FEB-3208-4501-92D3-D2A940A5C67A}" type="pres">
      <dgm:prSet presAssocID="{52106AE6-9287-401B-90EC-CF32F9E1861F}" presName="CompostProcess" presStyleCnt="0">
        <dgm:presLayoutVars>
          <dgm:dir/>
          <dgm:resizeHandles val="exact"/>
        </dgm:presLayoutVars>
      </dgm:prSet>
      <dgm:spPr/>
    </dgm:pt>
    <dgm:pt modelId="{3D7F5672-8C85-4AB9-AB55-9712D9FC4F2E}" type="pres">
      <dgm:prSet presAssocID="{52106AE6-9287-401B-90EC-CF32F9E1861F}" presName="arrow" presStyleLbl="bgShp" presStyleIdx="0" presStyleCnt="1"/>
      <dgm:spPr/>
    </dgm:pt>
    <dgm:pt modelId="{B262386F-9DC0-4622-901F-8879CC9BCB21}" type="pres">
      <dgm:prSet presAssocID="{52106AE6-9287-401B-90EC-CF32F9E1861F}" presName="linearProcess" presStyleCnt="0"/>
      <dgm:spPr/>
    </dgm:pt>
    <dgm:pt modelId="{BC5539C3-412D-4DF6-8F57-7ADEF23E99FA}" type="pres">
      <dgm:prSet presAssocID="{DD4972D0-8200-42E3-B1CF-F7710646AE84}" presName="textNode" presStyleLbl="node1" presStyleIdx="0" presStyleCnt="4">
        <dgm:presLayoutVars>
          <dgm:bulletEnabled val="1"/>
        </dgm:presLayoutVars>
      </dgm:prSet>
      <dgm:spPr/>
    </dgm:pt>
    <dgm:pt modelId="{05AA6C01-0109-4583-B439-4ED6A6CEB159}" type="pres">
      <dgm:prSet presAssocID="{EFD4BD3B-D4C6-44FF-A39A-5AD011F72CA4}" presName="sibTrans" presStyleCnt="0"/>
      <dgm:spPr/>
    </dgm:pt>
    <dgm:pt modelId="{833AE47F-CCA7-4F98-A165-FA856DE8A263}" type="pres">
      <dgm:prSet presAssocID="{C97568C1-24ED-43D6-AA9C-6ECDD5FA0273}" presName="textNode" presStyleLbl="node1" presStyleIdx="1" presStyleCnt="4">
        <dgm:presLayoutVars>
          <dgm:bulletEnabled val="1"/>
        </dgm:presLayoutVars>
      </dgm:prSet>
      <dgm:spPr/>
    </dgm:pt>
    <dgm:pt modelId="{1F6F687C-EB60-4D2B-B72D-8257E24A2765}" type="pres">
      <dgm:prSet presAssocID="{F3EA4E37-DAE4-4961-A012-991E1AB03042}" presName="sibTrans" presStyleCnt="0"/>
      <dgm:spPr/>
    </dgm:pt>
    <dgm:pt modelId="{1A25C352-0C1B-4301-AA5E-903C17D20FAD}" type="pres">
      <dgm:prSet presAssocID="{3BE2D8A2-AD76-436A-B443-0032691C7C40}" presName="textNode" presStyleLbl="node1" presStyleIdx="2" presStyleCnt="4">
        <dgm:presLayoutVars>
          <dgm:bulletEnabled val="1"/>
        </dgm:presLayoutVars>
      </dgm:prSet>
      <dgm:spPr/>
    </dgm:pt>
    <dgm:pt modelId="{F41805F0-E89F-45F0-A3F9-F1B78DCC3F7D}" type="pres">
      <dgm:prSet presAssocID="{0515E3C4-60AA-4CBE-A45F-9B634E5F77AC}" presName="sibTrans" presStyleCnt="0"/>
      <dgm:spPr/>
    </dgm:pt>
    <dgm:pt modelId="{6B8EB550-E125-450B-9D39-4D96157D5CE1}" type="pres">
      <dgm:prSet presAssocID="{5D7AFDE3-D064-4588-AAED-CA7A50CBC135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652D1C00-25FB-4087-B237-F0DAC0F1AD00}" srcId="{52106AE6-9287-401B-90EC-CF32F9E1861F}" destId="{3BE2D8A2-AD76-436A-B443-0032691C7C40}" srcOrd="2" destOrd="0" parTransId="{D225C1F3-2AC0-4F2E-A5DC-DF13823DBD31}" sibTransId="{0515E3C4-60AA-4CBE-A45F-9B634E5F77AC}"/>
    <dgm:cxn modelId="{C983AC14-1D7E-4104-9287-F5CFEF3090F4}" srcId="{52106AE6-9287-401B-90EC-CF32F9E1861F}" destId="{5D7AFDE3-D064-4588-AAED-CA7A50CBC135}" srcOrd="3" destOrd="0" parTransId="{D2A5DDB7-06C2-40EF-8832-3CE40506905F}" sibTransId="{E753C389-C149-4970-8EAF-5B6D8CA07DB7}"/>
    <dgm:cxn modelId="{0A08A523-06C0-43F1-BA16-0D447544143F}" type="presOf" srcId="{C97568C1-24ED-43D6-AA9C-6ECDD5FA0273}" destId="{833AE47F-CCA7-4F98-A165-FA856DE8A263}" srcOrd="0" destOrd="0" presId="urn:microsoft.com/office/officeart/2005/8/layout/hProcess9"/>
    <dgm:cxn modelId="{6258923E-5107-400A-A155-AB352A1220BC}" type="presOf" srcId="{3BE2D8A2-AD76-436A-B443-0032691C7C40}" destId="{1A25C352-0C1B-4301-AA5E-903C17D20FAD}" srcOrd="0" destOrd="0" presId="urn:microsoft.com/office/officeart/2005/8/layout/hProcess9"/>
    <dgm:cxn modelId="{6140C34F-DB31-49E8-AB47-5ABBFAE3F9B5}" srcId="{52106AE6-9287-401B-90EC-CF32F9E1861F}" destId="{DD4972D0-8200-42E3-B1CF-F7710646AE84}" srcOrd="0" destOrd="0" parTransId="{656B6EDF-4EDD-4D6D-B868-8B3946988FD6}" sibTransId="{EFD4BD3B-D4C6-44FF-A39A-5AD011F72CA4}"/>
    <dgm:cxn modelId="{EA7A3DAB-E299-4B69-A16D-318B6912A3B8}" type="presOf" srcId="{52106AE6-9287-401B-90EC-CF32F9E1861F}" destId="{04BE4FEB-3208-4501-92D3-D2A940A5C67A}" srcOrd="0" destOrd="0" presId="urn:microsoft.com/office/officeart/2005/8/layout/hProcess9"/>
    <dgm:cxn modelId="{0DBFF9E3-02CC-4B60-8C22-D356E0CE8E91}" srcId="{52106AE6-9287-401B-90EC-CF32F9E1861F}" destId="{C97568C1-24ED-43D6-AA9C-6ECDD5FA0273}" srcOrd="1" destOrd="0" parTransId="{B55BA219-53C9-4992-B73A-85ACDEB109E3}" sibTransId="{F3EA4E37-DAE4-4961-A012-991E1AB03042}"/>
    <dgm:cxn modelId="{8A8851F0-66EB-4E02-8A72-A8A0C846CEE2}" type="presOf" srcId="{5D7AFDE3-D064-4588-AAED-CA7A50CBC135}" destId="{6B8EB550-E125-450B-9D39-4D96157D5CE1}" srcOrd="0" destOrd="0" presId="urn:microsoft.com/office/officeart/2005/8/layout/hProcess9"/>
    <dgm:cxn modelId="{4D358AF5-3A3E-41A6-B57F-6BB4C01A2D63}" type="presOf" srcId="{DD4972D0-8200-42E3-B1CF-F7710646AE84}" destId="{BC5539C3-412D-4DF6-8F57-7ADEF23E99FA}" srcOrd="0" destOrd="0" presId="urn:microsoft.com/office/officeart/2005/8/layout/hProcess9"/>
    <dgm:cxn modelId="{4006B51D-F95C-44EE-9F1F-23E851726B91}" type="presParOf" srcId="{04BE4FEB-3208-4501-92D3-D2A940A5C67A}" destId="{3D7F5672-8C85-4AB9-AB55-9712D9FC4F2E}" srcOrd="0" destOrd="0" presId="urn:microsoft.com/office/officeart/2005/8/layout/hProcess9"/>
    <dgm:cxn modelId="{F289D27C-1A9C-4781-9235-9068FBAA0DA4}" type="presParOf" srcId="{04BE4FEB-3208-4501-92D3-D2A940A5C67A}" destId="{B262386F-9DC0-4622-901F-8879CC9BCB21}" srcOrd="1" destOrd="0" presId="urn:microsoft.com/office/officeart/2005/8/layout/hProcess9"/>
    <dgm:cxn modelId="{5C7BEAB7-2871-4226-A5C5-8F7DBD0ECA7D}" type="presParOf" srcId="{B262386F-9DC0-4622-901F-8879CC9BCB21}" destId="{BC5539C3-412D-4DF6-8F57-7ADEF23E99FA}" srcOrd="0" destOrd="0" presId="urn:microsoft.com/office/officeart/2005/8/layout/hProcess9"/>
    <dgm:cxn modelId="{6D4AAFCC-0E62-40A6-964E-D5C6A7D00866}" type="presParOf" srcId="{B262386F-9DC0-4622-901F-8879CC9BCB21}" destId="{05AA6C01-0109-4583-B439-4ED6A6CEB159}" srcOrd="1" destOrd="0" presId="urn:microsoft.com/office/officeart/2005/8/layout/hProcess9"/>
    <dgm:cxn modelId="{3268C18F-1A68-4629-8523-1E1FF5E85275}" type="presParOf" srcId="{B262386F-9DC0-4622-901F-8879CC9BCB21}" destId="{833AE47F-CCA7-4F98-A165-FA856DE8A263}" srcOrd="2" destOrd="0" presId="urn:microsoft.com/office/officeart/2005/8/layout/hProcess9"/>
    <dgm:cxn modelId="{1E9F176C-B945-42C1-BD51-222E2EF2F4A5}" type="presParOf" srcId="{B262386F-9DC0-4622-901F-8879CC9BCB21}" destId="{1F6F687C-EB60-4D2B-B72D-8257E24A2765}" srcOrd="3" destOrd="0" presId="urn:microsoft.com/office/officeart/2005/8/layout/hProcess9"/>
    <dgm:cxn modelId="{6C598D5B-D516-4AF8-A675-CE35C2F62871}" type="presParOf" srcId="{B262386F-9DC0-4622-901F-8879CC9BCB21}" destId="{1A25C352-0C1B-4301-AA5E-903C17D20FAD}" srcOrd="4" destOrd="0" presId="urn:microsoft.com/office/officeart/2005/8/layout/hProcess9"/>
    <dgm:cxn modelId="{40EB4CF1-DF4C-44DD-AE41-FB5446DD0746}" type="presParOf" srcId="{B262386F-9DC0-4622-901F-8879CC9BCB21}" destId="{F41805F0-E89F-45F0-A3F9-F1B78DCC3F7D}" srcOrd="5" destOrd="0" presId="urn:microsoft.com/office/officeart/2005/8/layout/hProcess9"/>
    <dgm:cxn modelId="{B84B2104-3B02-488C-B31A-FD2538490DD6}" type="presParOf" srcId="{B262386F-9DC0-4622-901F-8879CC9BCB21}" destId="{6B8EB550-E125-450B-9D39-4D96157D5CE1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54BFB6-15D9-4E68-A381-30FE437DD4BA}">
      <dsp:nvSpPr>
        <dsp:cNvPr id="0" name=""/>
        <dsp:cNvSpPr/>
      </dsp:nvSpPr>
      <dsp:spPr>
        <a:xfrm>
          <a:off x="1689723" y="560"/>
          <a:ext cx="5561388" cy="2187565"/>
        </a:xfrm>
        <a:prstGeom prst="rightArrow">
          <a:avLst>
            <a:gd name="adj1" fmla="val 75000"/>
            <a:gd name="adj2" fmla="val 50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The </a:t>
          </a:r>
          <a:r>
            <a:rPr lang="en-US" sz="2200" b="1" kern="1200" dirty="0"/>
            <a:t>architecture</a:t>
          </a:r>
          <a:r>
            <a:rPr lang="en-US" sz="2200" kern="1200" dirty="0"/>
            <a:t> and </a:t>
          </a:r>
          <a:r>
            <a:rPr lang="en-US" sz="2200" b="1" kern="1200" dirty="0"/>
            <a:t>blueprint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Creating a </a:t>
          </a:r>
          <a:r>
            <a:rPr lang="en-US" sz="2200" b="1" kern="1200"/>
            <a:t>functional structure </a:t>
          </a:r>
          <a:r>
            <a:rPr lang="en-US" sz="2200" kern="1200"/>
            <a:t>that meets the audience's needs.</a:t>
          </a:r>
          <a:endParaRPr lang="en-US" sz="2200" kern="1200" dirty="0"/>
        </a:p>
      </dsp:txBody>
      <dsp:txXfrm>
        <a:off x="1689723" y="274006"/>
        <a:ext cx="4741051" cy="1640673"/>
      </dsp:txXfrm>
    </dsp:sp>
    <dsp:sp modelId="{3F0A9160-A7DB-41B6-A71F-C516E4234F82}">
      <dsp:nvSpPr>
        <dsp:cNvPr id="0" name=""/>
        <dsp:cNvSpPr/>
      </dsp:nvSpPr>
      <dsp:spPr>
        <a:xfrm>
          <a:off x="225" y="560"/>
          <a:ext cx="1689498" cy="218756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Crafting the story</a:t>
          </a:r>
        </a:p>
      </dsp:txBody>
      <dsp:txXfrm>
        <a:off x="82699" y="83034"/>
        <a:ext cx="1524550" cy="2022617"/>
      </dsp:txXfrm>
    </dsp:sp>
    <dsp:sp modelId="{74927018-039A-4E59-BE7F-E5E233691328}">
      <dsp:nvSpPr>
        <dsp:cNvPr id="0" name=""/>
        <dsp:cNvSpPr/>
      </dsp:nvSpPr>
      <dsp:spPr>
        <a:xfrm>
          <a:off x="1689723" y="2406883"/>
          <a:ext cx="5561388" cy="2187565"/>
        </a:xfrm>
        <a:prstGeom prst="rightArrow">
          <a:avLst>
            <a:gd name="adj1" fmla="val 75000"/>
            <a:gd name="adj2" fmla="val 50000"/>
          </a:avLst>
        </a:prstGeom>
        <a:solidFill>
          <a:schemeClr val="accent2">
            <a:tint val="40000"/>
            <a:alpha val="90000"/>
            <a:hueOff val="-11274298"/>
            <a:satOff val="13066"/>
            <a:lumOff val="1141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11274298"/>
              <a:satOff val="13066"/>
              <a:lumOff val="114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The </a:t>
          </a:r>
          <a:r>
            <a:rPr lang="en-US" sz="2200" b="1" kern="1200" dirty="0"/>
            <a:t>construction</a:t>
          </a:r>
          <a:r>
            <a:rPr lang="en-US" sz="2200" kern="1200" dirty="0"/>
            <a:t> and </a:t>
          </a:r>
          <a:r>
            <a:rPr lang="en-US" sz="2200" b="1" kern="1200" dirty="0"/>
            <a:t>interior design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/>
            <a:t>Using the </a:t>
          </a:r>
          <a:r>
            <a:rPr lang="en-US" sz="2200" b="1" kern="1200"/>
            <a:t>right materials (visuals), a tidy look (decluttering), and clear signs (language) </a:t>
          </a:r>
          <a:r>
            <a:rPr lang="en-US" sz="2200" kern="1200"/>
            <a:t>will make the house comfortable and easy to navigate.</a:t>
          </a:r>
          <a:endParaRPr lang="en-US" sz="2200" kern="1200" dirty="0"/>
        </a:p>
      </dsp:txBody>
      <dsp:txXfrm>
        <a:off x="1689723" y="2680329"/>
        <a:ext cx="4741051" cy="1640673"/>
      </dsp:txXfrm>
    </dsp:sp>
    <dsp:sp modelId="{971EC7AE-54F5-4EBF-A88E-71160CD38BDA}">
      <dsp:nvSpPr>
        <dsp:cNvPr id="0" name=""/>
        <dsp:cNvSpPr/>
      </dsp:nvSpPr>
      <dsp:spPr>
        <a:xfrm>
          <a:off x="225" y="2406883"/>
          <a:ext cx="1689498" cy="2187565"/>
        </a:xfrm>
        <a:prstGeom prst="roundRect">
          <a:avLst/>
        </a:prstGeom>
        <a:solidFill>
          <a:schemeClr val="accent2">
            <a:hueOff val="-10840636"/>
            <a:satOff val="33524"/>
            <a:lumOff val="411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Articulating the story</a:t>
          </a:r>
        </a:p>
      </dsp:txBody>
      <dsp:txXfrm>
        <a:off x="82699" y="2489357"/>
        <a:ext cx="1524550" cy="202261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7F5672-8C85-4AB9-AB55-9712D9FC4F2E}">
      <dsp:nvSpPr>
        <dsp:cNvPr id="0" name=""/>
        <dsp:cNvSpPr/>
      </dsp:nvSpPr>
      <dsp:spPr>
        <a:xfrm>
          <a:off x="609599" y="0"/>
          <a:ext cx="6908800" cy="4953966"/>
        </a:xfrm>
        <a:prstGeom prst="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5539C3-412D-4DF6-8F57-7ADEF23E99FA}">
      <dsp:nvSpPr>
        <dsp:cNvPr id="0" name=""/>
        <dsp:cNvSpPr/>
      </dsp:nvSpPr>
      <dsp:spPr>
        <a:xfrm>
          <a:off x="4067" y="1486190"/>
          <a:ext cx="1956593" cy="198158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1. Audience &amp; Context (The Foundation)</a:t>
          </a:r>
        </a:p>
      </dsp:txBody>
      <dsp:txXfrm>
        <a:off x="99580" y="1581703"/>
        <a:ext cx="1765567" cy="1790560"/>
      </dsp:txXfrm>
    </dsp:sp>
    <dsp:sp modelId="{833AE47F-CCA7-4F98-A165-FA856DE8A263}">
      <dsp:nvSpPr>
        <dsp:cNvPr id="0" name=""/>
        <dsp:cNvSpPr/>
      </dsp:nvSpPr>
      <dsp:spPr>
        <a:xfrm>
          <a:off x="2058491" y="1486190"/>
          <a:ext cx="1956593" cy="1981586"/>
        </a:xfrm>
        <a:prstGeom prst="roundRect">
          <a:avLst/>
        </a:prstGeom>
        <a:solidFill>
          <a:schemeClr val="accent2">
            <a:hueOff val="-3613545"/>
            <a:satOff val="11175"/>
            <a:lumOff val="137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2. The “Big Idea” (The Core Message)</a:t>
          </a:r>
        </a:p>
      </dsp:txBody>
      <dsp:txXfrm>
        <a:off x="2154004" y="1581703"/>
        <a:ext cx="1765567" cy="1790560"/>
      </dsp:txXfrm>
    </dsp:sp>
    <dsp:sp modelId="{1A25C352-0C1B-4301-AA5E-903C17D20FAD}">
      <dsp:nvSpPr>
        <dsp:cNvPr id="0" name=""/>
        <dsp:cNvSpPr/>
      </dsp:nvSpPr>
      <dsp:spPr>
        <a:xfrm>
          <a:off x="4112914" y="1486190"/>
          <a:ext cx="1956593" cy="1981586"/>
        </a:xfrm>
        <a:prstGeom prst="roundRect">
          <a:avLst/>
        </a:prstGeom>
        <a:solidFill>
          <a:schemeClr val="accent2">
            <a:hueOff val="-7227090"/>
            <a:satOff val="22349"/>
            <a:lumOff val="274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3. The Narrative Arc (The Structure)</a:t>
          </a:r>
        </a:p>
      </dsp:txBody>
      <dsp:txXfrm>
        <a:off x="4208427" y="1581703"/>
        <a:ext cx="1765567" cy="1790560"/>
      </dsp:txXfrm>
    </dsp:sp>
    <dsp:sp modelId="{6B8EB550-E125-450B-9D39-4D96157D5CE1}">
      <dsp:nvSpPr>
        <dsp:cNvPr id="0" name=""/>
        <dsp:cNvSpPr/>
      </dsp:nvSpPr>
      <dsp:spPr>
        <a:xfrm>
          <a:off x="6167338" y="1486190"/>
          <a:ext cx="1956593" cy="1981586"/>
        </a:xfrm>
        <a:prstGeom prst="roundRect">
          <a:avLst/>
        </a:prstGeom>
        <a:solidFill>
          <a:schemeClr val="accent2">
            <a:hueOff val="-10840636"/>
            <a:satOff val="33524"/>
            <a:lumOff val="411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4. Conflict &amp; Stakes (The Hook)</a:t>
          </a:r>
        </a:p>
      </dsp:txBody>
      <dsp:txXfrm>
        <a:off x="6262851" y="1581703"/>
        <a:ext cx="1765567" cy="17905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289D79-93E8-4E0B-A990-5D6F789EDBA3}">
      <dsp:nvSpPr>
        <dsp:cNvPr id="0" name=""/>
        <dsp:cNvSpPr/>
      </dsp:nvSpPr>
      <dsp:spPr>
        <a:xfrm>
          <a:off x="2019614" y="0"/>
          <a:ext cx="6184633" cy="3865396"/>
        </a:xfrm>
        <a:prstGeom prst="swooshArrow">
          <a:avLst>
            <a:gd name="adj1" fmla="val 25000"/>
            <a:gd name="adj2" fmla="val 2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E6B5B2-D746-4A75-85B0-101FEC28412A}">
      <dsp:nvSpPr>
        <dsp:cNvPr id="0" name=""/>
        <dsp:cNvSpPr/>
      </dsp:nvSpPr>
      <dsp:spPr>
        <a:xfrm>
          <a:off x="2805062" y="2667896"/>
          <a:ext cx="160800" cy="1608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0022E8-B1CE-4CD7-AC61-DC5E0B78B88A}">
      <dsp:nvSpPr>
        <dsp:cNvPr id="0" name=""/>
        <dsp:cNvSpPr/>
      </dsp:nvSpPr>
      <dsp:spPr>
        <a:xfrm>
          <a:off x="2885462" y="2748296"/>
          <a:ext cx="1441019" cy="11170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205" tIns="0" rIns="0" bIns="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The Hook</a:t>
          </a:r>
        </a:p>
      </dsp:txBody>
      <dsp:txXfrm>
        <a:off x="2885462" y="2748296"/>
        <a:ext cx="1441019" cy="1117099"/>
      </dsp:txXfrm>
    </dsp:sp>
    <dsp:sp modelId="{F01767D6-FF32-4531-ADB4-25B5701759EE}">
      <dsp:nvSpPr>
        <dsp:cNvPr id="0" name=""/>
        <dsp:cNvSpPr/>
      </dsp:nvSpPr>
      <dsp:spPr>
        <a:xfrm>
          <a:off x="4224436" y="1617281"/>
          <a:ext cx="290677" cy="29067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92B36B-4542-4868-8407-C03327613781}">
      <dsp:nvSpPr>
        <dsp:cNvPr id="0" name=""/>
        <dsp:cNvSpPr/>
      </dsp:nvSpPr>
      <dsp:spPr>
        <a:xfrm>
          <a:off x="4369774" y="1762620"/>
          <a:ext cx="1484312" cy="21027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024" tIns="0" rIns="0" bIns="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The Conflict</a:t>
          </a:r>
        </a:p>
      </dsp:txBody>
      <dsp:txXfrm>
        <a:off x="4369774" y="1762620"/>
        <a:ext cx="1484312" cy="2102775"/>
      </dsp:txXfrm>
    </dsp:sp>
    <dsp:sp modelId="{F8DCC823-649C-4F61-9338-6C0F68782BAB}">
      <dsp:nvSpPr>
        <dsp:cNvPr id="0" name=""/>
        <dsp:cNvSpPr/>
      </dsp:nvSpPr>
      <dsp:spPr>
        <a:xfrm>
          <a:off x="5931394" y="977945"/>
          <a:ext cx="402001" cy="40200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B0DA15-0411-449F-9470-631FC7E8BD13}">
      <dsp:nvSpPr>
        <dsp:cNvPr id="0" name=""/>
        <dsp:cNvSpPr/>
      </dsp:nvSpPr>
      <dsp:spPr>
        <a:xfrm>
          <a:off x="6132395" y="1178945"/>
          <a:ext cx="1484312" cy="26864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012" tIns="0" rIns="0" bIns="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The Resolution</a:t>
          </a:r>
          <a:endParaRPr lang="en-US" sz="2200" kern="1200" dirty="0"/>
        </a:p>
      </dsp:txBody>
      <dsp:txXfrm>
        <a:off x="6132395" y="1178945"/>
        <a:ext cx="1484312" cy="268645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7F5672-8C85-4AB9-AB55-9712D9FC4F2E}">
      <dsp:nvSpPr>
        <dsp:cNvPr id="0" name=""/>
        <dsp:cNvSpPr/>
      </dsp:nvSpPr>
      <dsp:spPr>
        <a:xfrm>
          <a:off x="609599" y="0"/>
          <a:ext cx="6908800" cy="4953966"/>
        </a:xfrm>
        <a:prstGeom prst="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5539C3-412D-4DF6-8F57-7ADEF23E99FA}">
      <dsp:nvSpPr>
        <dsp:cNvPr id="0" name=""/>
        <dsp:cNvSpPr/>
      </dsp:nvSpPr>
      <dsp:spPr>
        <a:xfrm>
          <a:off x="4067" y="1486190"/>
          <a:ext cx="1956593" cy="198158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1. Audience &amp; Context (The Foundation)</a:t>
          </a:r>
        </a:p>
      </dsp:txBody>
      <dsp:txXfrm>
        <a:off x="99580" y="1581703"/>
        <a:ext cx="1765567" cy="1790560"/>
      </dsp:txXfrm>
    </dsp:sp>
    <dsp:sp modelId="{833AE47F-CCA7-4F98-A165-FA856DE8A263}">
      <dsp:nvSpPr>
        <dsp:cNvPr id="0" name=""/>
        <dsp:cNvSpPr/>
      </dsp:nvSpPr>
      <dsp:spPr>
        <a:xfrm>
          <a:off x="2058491" y="1486190"/>
          <a:ext cx="1956593" cy="1981586"/>
        </a:xfrm>
        <a:prstGeom prst="roundRect">
          <a:avLst/>
        </a:prstGeom>
        <a:solidFill>
          <a:schemeClr val="accent2">
            <a:hueOff val="-3613545"/>
            <a:satOff val="11175"/>
            <a:lumOff val="137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2. The “Big Idea” (The Core Message)</a:t>
          </a:r>
        </a:p>
      </dsp:txBody>
      <dsp:txXfrm>
        <a:off x="2154004" y="1581703"/>
        <a:ext cx="1765567" cy="1790560"/>
      </dsp:txXfrm>
    </dsp:sp>
    <dsp:sp modelId="{1A25C352-0C1B-4301-AA5E-903C17D20FAD}">
      <dsp:nvSpPr>
        <dsp:cNvPr id="0" name=""/>
        <dsp:cNvSpPr/>
      </dsp:nvSpPr>
      <dsp:spPr>
        <a:xfrm>
          <a:off x="4112914" y="1486190"/>
          <a:ext cx="1956593" cy="1981586"/>
        </a:xfrm>
        <a:prstGeom prst="roundRect">
          <a:avLst/>
        </a:prstGeom>
        <a:solidFill>
          <a:schemeClr val="accent2">
            <a:hueOff val="-7227090"/>
            <a:satOff val="22349"/>
            <a:lumOff val="274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3. The Narrative Arc (The Structure)</a:t>
          </a:r>
        </a:p>
      </dsp:txBody>
      <dsp:txXfrm>
        <a:off x="4208427" y="1581703"/>
        <a:ext cx="1765567" cy="1790560"/>
      </dsp:txXfrm>
    </dsp:sp>
    <dsp:sp modelId="{6B8EB550-E125-450B-9D39-4D96157D5CE1}">
      <dsp:nvSpPr>
        <dsp:cNvPr id="0" name=""/>
        <dsp:cNvSpPr/>
      </dsp:nvSpPr>
      <dsp:spPr>
        <a:xfrm>
          <a:off x="6167338" y="1486190"/>
          <a:ext cx="1956593" cy="1981586"/>
        </a:xfrm>
        <a:prstGeom prst="roundRect">
          <a:avLst/>
        </a:prstGeom>
        <a:solidFill>
          <a:schemeClr val="accent2">
            <a:hueOff val="-10840636"/>
            <a:satOff val="33524"/>
            <a:lumOff val="411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4. Conflict &amp; Stakes (The Hook)</a:t>
          </a:r>
        </a:p>
      </dsp:txBody>
      <dsp:txXfrm>
        <a:off x="6262851" y="1581703"/>
        <a:ext cx="1765567" cy="179056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289D79-93E8-4E0B-A990-5D6F789EDBA3}">
      <dsp:nvSpPr>
        <dsp:cNvPr id="0" name=""/>
        <dsp:cNvSpPr/>
      </dsp:nvSpPr>
      <dsp:spPr>
        <a:xfrm>
          <a:off x="2019614" y="0"/>
          <a:ext cx="6184633" cy="3865396"/>
        </a:xfrm>
        <a:prstGeom prst="swooshArrow">
          <a:avLst>
            <a:gd name="adj1" fmla="val 25000"/>
            <a:gd name="adj2" fmla="val 2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E6B5B2-D746-4A75-85B0-101FEC28412A}">
      <dsp:nvSpPr>
        <dsp:cNvPr id="0" name=""/>
        <dsp:cNvSpPr/>
      </dsp:nvSpPr>
      <dsp:spPr>
        <a:xfrm>
          <a:off x="2805062" y="2667896"/>
          <a:ext cx="160800" cy="1608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0022E8-B1CE-4CD7-AC61-DC5E0B78B88A}">
      <dsp:nvSpPr>
        <dsp:cNvPr id="0" name=""/>
        <dsp:cNvSpPr/>
      </dsp:nvSpPr>
      <dsp:spPr>
        <a:xfrm>
          <a:off x="2885462" y="2748296"/>
          <a:ext cx="1441019" cy="11170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205" tIns="0" rIns="0" bIns="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The Hook</a:t>
          </a:r>
        </a:p>
      </dsp:txBody>
      <dsp:txXfrm>
        <a:off x="2885462" y="2748296"/>
        <a:ext cx="1441019" cy="1117099"/>
      </dsp:txXfrm>
    </dsp:sp>
    <dsp:sp modelId="{F01767D6-FF32-4531-ADB4-25B5701759EE}">
      <dsp:nvSpPr>
        <dsp:cNvPr id="0" name=""/>
        <dsp:cNvSpPr/>
      </dsp:nvSpPr>
      <dsp:spPr>
        <a:xfrm>
          <a:off x="4224436" y="1617281"/>
          <a:ext cx="290677" cy="29067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92B36B-4542-4868-8407-C03327613781}">
      <dsp:nvSpPr>
        <dsp:cNvPr id="0" name=""/>
        <dsp:cNvSpPr/>
      </dsp:nvSpPr>
      <dsp:spPr>
        <a:xfrm>
          <a:off x="4369774" y="1762620"/>
          <a:ext cx="1484312" cy="21027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024" tIns="0" rIns="0" bIns="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The Conflict</a:t>
          </a:r>
        </a:p>
      </dsp:txBody>
      <dsp:txXfrm>
        <a:off x="4369774" y="1762620"/>
        <a:ext cx="1484312" cy="2102775"/>
      </dsp:txXfrm>
    </dsp:sp>
    <dsp:sp modelId="{F8DCC823-649C-4F61-9338-6C0F68782BAB}">
      <dsp:nvSpPr>
        <dsp:cNvPr id="0" name=""/>
        <dsp:cNvSpPr/>
      </dsp:nvSpPr>
      <dsp:spPr>
        <a:xfrm>
          <a:off x="5931394" y="977945"/>
          <a:ext cx="402001" cy="40200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B0DA15-0411-449F-9470-631FC7E8BD13}">
      <dsp:nvSpPr>
        <dsp:cNvPr id="0" name=""/>
        <dsp:cNvSpPr/>
      </dsp:nvSpPr>
      <dsp:spPr>
        <a:xfrm>
          <a:off x="6132395" y="1178945"/>
          <a:ext cx="1484312" cy="26864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012" tIns="0" rIns="0" bIns="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The Resolution</a:t>
          </a:r>
          <a:endParaRPr lang="en-US" sz="2200" kern="1200" dirty="0"/>
        </a:p>
      </dsp:txBody>
      <dsp:txXfrm>
        <a:off x="6132395" y="1178945"/>
        <a:ext cx="1484312" cy="268645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7F5672-8C85-4AB9-AB55-9712D9FC4F2E}">
      <dsp:nvSpPr>
        <dsp:cNvPr id="0" name=""/>
        <dsp:cNvSpPr/>
      </dsp:nvSpPr>
      <dsp:spPr>
        <a:xfrm>
          <a:off x="609599" y="0"/>
          <a:ext cx="6908800" cy="4953966"/>
        </a:xfrm>
        <a:prstGeom prst="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5539C3-412D-4DF6-8F57-7ADEF23E99FA}">
      <dsp:nvSpPr>
        <dsp:cNvPr id="0" name=""/>
        <dsp:cNvSpPr/>
      </dsp:nvSpPr>
      <dsp:spPr>
        <a:xfrm>
          <a:off x="4067" y="1486190"/>
          <a:ext cx="1956593" cy="198158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1. Choosing the Right Visuals (The Vehicle)</a:t>
          </a:r>
        </a:p>
      </dsp:txBody>
      <dsp:txXfrm>
        <a:off x="99580" y="1581703"/>
        <a:ext cx="1765567" cy="1790560"/>
      </dsp:txXfrm>
    </dsp:sp>
    <dsp:sp modelId="{833AE47F-CCA7-4F98-A165-FA856DE8A263}">
      <dsp:nvSpPr>
        <dsp:cNvPr id="0" name=""/>
        <dsp:cNvSpPr/>
      </dsp:nvSpPr>
      <dsp:spPr>
        <a:xfrm>
          <a:off x="2058491" y="1486190"/>
          <a:ext cx="1956593" cy="1981586"/>
        </a:xfrm>
        <a:prstGeom prst="roundRect">
          <a:avLst/>
        </a:prstGeom>
        <a:solidFill>
          <a:schemeClr val="accent2">
            <a:hueOff val="-3613545"/>
            <a:satOff val="11175"/>
            <a:lumOff val="137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2. Focusing Attention (The Spotlight)</a:t>
          </a:r>
        </a:p>
      </dsp:txBody>
      <dsp:txXfrm>
        <a:off x="2154004" y="1581703"/>
        <a:ext cx="1765567" cy="1790560"/>
      </dsp:txXfrm>
    </dsp:sp>
    <dsp:sp modelId="{1A25C352-0C1B-4301-AA5E-903C17D20FAD}">
      <dsp:nvSpPr>
        <dsp:cNvPr id="0" name=""/>
        <dsp:cNvSpPr/>
      </dsp:nvSpPr>
      <dsp:spPr>
        <a:xfrm>
          <a:off x="4112914" y="1486190"/>
          <a:ext cx="1956593" cy="1981586"/>
        </a:xfrm>
        <a:prstGeom prst="roundRect">
          <a:avLst/>
        </a:prstGeom>
        <a:solidFill>
          <a:schemeClr val="accent2">
            <a:hueOff val="-7227090"/>
            <a:satOff val="22349"/>
            <a:lumOff val="274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3. Clear and Concise (The Script)</a:t>
          </a:r>
        </a:p>
      </dsp:txBody>
      <dsp:txXfrm>
        <a:off x="4208427" y="1581703"/>
        <a:ext cx="1765567" cy="1790560"/>
      </dsp:txXfrm>
    </dsp:sp>
    <dsp:sp modelId="{6B8EB550-E125-450B-9D39-4D96157D5CE1}">
      <dsp:nvSpPr>
        <dsp:cNvPr id="0" name=""/>
        <dsp:cNvSpPr/>
      </dsp:nvSpPr>
      <dsp:spPr>
        <a:xfrm>
          <a:off x="6167338" y="1486190"/>
          <a:ext cx="1956593" cy="1981586"/>
        </a:xfrm>
        <a:prstGeom prst="roundRect">
          <a:avLst/>
        </a:prstGeom>
        <a:solidFill>
          <a:schemeClr val="accent2">
            <a:hueOff val="-10840636"/>
            <a:satOff val="33524"/>
            <a:lumOff val="411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4. The Narrative Flow (The Guideposts)</a:t>
          </a:r>
        </a:p>
      </dsp:txBody>
      <dsp:txXfrm>
        <a:off x="6262851" y="1581703"/>
        <a:ext cx="1765567" cy="17905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6CF7-48D8-2F46-AFC8-8A5D2298DFDD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BF745-0557-B241-863F-056113C70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7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31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Rendgen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S., &amp; Wiedemann, J. (2019). History of information graphics.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2444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14948-F7B0-3F47-B861-EDEBAACE2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163E05-CF9F-6A39-AD78-4AC42ECAB5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BF20E7-ED05-EC49-16D9-8780E61B8F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7390D6-4DFF-3DDC-5A56-8164A6F766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1277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1215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E504B-7B90-ADAC-DA2D-82DB81548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D64C68-8592-F45D-FE47-55A9DBE442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31883C-A625-0DA4-5960-E891C2A80C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66B35E-914B-1FC6-0562-892412165A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2280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9954706" y="-9439"/>
            <a:ext cx="224672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3257" y="2005070"/>
            <a:ext cx="7763458" cy="592834"/>
          </a:xfrm>
        </p:spPr>
        <p:txBody>
          <a:bodyPr>
            <a:noAutofit/>
          </a:bodyPr>
          <a:lstStyle>
            <a:lvl1pPr>
              <a:defRPr sz="54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3257" y="2629338"/>
            <a:ext cx="7763458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400" b="1" i="0">
                <a:solidFill>
                  <a:schemeClr val="bg2"/>
                </a:solidFill>
                <a:latin typeface="Acumin Pro Semibold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6FFA1BC-72F9-9048-3E39-D300A3A6A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3257" y="3107129"/>
            <a:ext cx="7763458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fld id="{C7124C19-F609-8C4C-8116-78E353E3E672}" type="datetime1">
              <a:rPr lang="en-US" smtClean="0"/>
              <a:t>3/29/23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EC3163-7E89-C90A-4497-846BA4987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BF1C9772-21E9-60AF-EA4D-990518FB845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258" y="5796005"/>
            <a:ext cx="4318000" cy="461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4527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B1EEEEC0-D7E4-4DE5-4E3D-FAAD9ABA89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3257" y="1812045"/>
            <a:ext cx="7763458" cy="719757"/>
          </a:xfrm>
        </p:spPr>
        <p:txBody>
          <a:bodyPr>
            <a:noAutofit/>
          </a:bodyPr>
          <a:lstStyle>
            <a:lvl1pPr>
              <a:defRPr sz="54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EDB9B8-C811-84E9-5F58-0130F3A805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3257" y="2617146"/>
            <a:ext cx="7763458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4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4BF34A7-30DF-7BD2-A5A2-434BBF6672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3257" y="3148847"/>
            <a:ext cx="7763458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3/31/23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C8F108-1702-5F20-3D95-B2102374C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4CFA9E7-7538-3E2F-C153-0158206399F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143" y="5829397"/>
            <a:ext cx="4318000" cy="461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9925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4176D92-8FAB-782E-E607-5D0C5CC9C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FDAFB6-8BB6-ADBB-6574-5B0C25E7B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972" y="4671391"/>
            <a:ext cx="11266714" cy="1401419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5FF931D0-D7E7-D9E1-3CCC-83299A0922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8972" y="6085510"/>
            <a:ext cx="11266714" cy="4492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586611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9525"/>
            <a:ext cx="12192000" cy="6867525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FC2CE8-E7A7-5DA8-903C-7C61B21A6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21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11266713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ECEF9E-3A6E-C6FF-42DA-EDF0D1D98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4CAD524F-ADFB-FF46-A001-5030604377D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8432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11266713" cy="4454706"/>
          </a:xfrm>
        </p:spPr>
        <p:txBody>
          <a:bodyPr numCol="2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85743F-DCAE-A9EE-5293-03DFB306B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99B4CAC-1043-AFE7-E5AB-E64101AF155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19984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28D381-488B-4C1C-32F0-1D389C1FF7E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8086" y="1543324"/>
            <a:ext cx="11266714" cy="445470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EE0A7E-143D-2A83-397F-55801DA0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65EE62C3-A7DA-7701-DE4B-C1A290C4FA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C54E73-61A3-FF0B-7F4C-17B1D97376A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705AEC-1F4B-D402-6142-24D61C516A0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69036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086" y="1543324"/>
            <a:ext cx="5413169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F449F3F-4187-E891-E28D-ABAA401181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09157" y="1543324"/>
            <a:ext cx="5425643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FC4CE19-DA95-2729-993D-BB0D45B6B5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59EA93-442C-59A0-2250-A5181989CDD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82AE1B83-EE6D-EA0B-DD6A-AF15AFD6A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9963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087" y="1543324"/>
            <a:ext cx="3507565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6D77F14-E88B-D0A5-6F63-E4DA45A7CD6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342217" y="1543323"/>
            <a:ext cx="3507565" cy="439033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A95E987-1BAB-5DE6-3A52-75935C62985E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8243137" y="1543322"/>
            <a:ext cx="3507565" cy="439033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A31FF2-2F1A-7D0F-36B0-1773F6A9AB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77EB8B-3A4C-F880-133B-94D59A7B36B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A8E3C9-6B0B-C4C1-8036-586EE706297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1714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6313" y="3652272"/>
            <a:ext cx="5469743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1" y="1543323"/>
            <a:ext cx="546974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275945" y="1543323"/>
            <a:ext cx="5458727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64929" y="3652271"/>
            <a:ext cx="5469743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A7288C-38D9-0159-D0E4-B042D466D17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C9FCD37-EAE5-5E1F-F19B-0843EF6AF1F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6685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6314" y="3652272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2" y="1543323"/>
            <a:ext cx="3534479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336974" y="1543324"/>
            <a:ext cx="3527360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25959" y="3652272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8205605" y="1532307"/>
            <a:ext cx="3527360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347E27B2-1DE2-3469-81EF-9EBD7DC7AF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94590" y="3641255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47B2B3-AD22-934B-7901-EF00010BA35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8043993-A23E-2800-6166-87A2E901B88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07671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7402-16CB-60F1-259A-4E1A16194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2" y="457200"/>
            <a:ext cx="4314823" cy="96409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89552-EB9F-6D72-9130-E107C02C2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2" y="1570383"/>
            <a:ext cx="4314823" cy="429860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5F6EAB8-D2BB-0BDE-C7AC-895B69CA5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871" y="457200"/>
            <a:ext cx="6662927" cy="54117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6DC60-EE89-734D-242E-5043417AC8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5D3C33-27D3-B844-8764-066A5767D11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290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hoto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99A83-2C12-9A72-A547-B9374C107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4" y="470037"/>
            <a:ext cx="4325711" cy="1034775"/>
          </a:xfrm>
        </p:spPr>
        <p:txBody>
          <a:bodyPr anchor="b"/>
          <a:lstStyle>
            <a:lvl1pPr fontAlgn="t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70037"/>
            <a:ext cx="6562498" cy="5391013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6314" y="1759226"/>
            <a:ext cx="4325711" cy="4086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DC806-6E08-B58A-6B09-ECD209B759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2FD94D-1CE6-402A-C500-6DCE6F9A3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15540"/>
            <a:ext cx="3350434" cy="354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3543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3" y="1543323"/>
            <a:ext cx="5458727" cy="431772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832766-AA56-63AE-E2AA-9A294734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F92D672-5C11-B647-ADA7-722837BA86C0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6286962" y="1543323"/>
            <a:ext cx="5458727" cy="431772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6AFB8997-E903-BD34-CBB7-A70F3BD09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80C45-204B-0517-4FC2-236945E741B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E8E9D75D-EF46-B669-7F0B-847008B9553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41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with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68086" y="1543323"/>
            <a:ext cx="5862679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615759" y="1543322"/>
            <a:ext cx="5129927" cy="430757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3486577" y="3795304"/>
            <a:ext cx="2844188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68086" y="3795304"/>
            <a:ext cx="2844188" cy="205559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3C43D-3312-15BB-B055-F99C088EB6F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C77598CD-72E0-76B5-3E7C-CE820E7B586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8244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5428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57200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0A3B0E8-AC0D-A169-37E3-2D123D6EBF24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325104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640970D8-E511-89A8-FC5C-6DB37485ADE3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8181729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B04B79A-B4BD-0306-3D46-D570E1F51CA6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4303332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50B4796-C4B7-C272-5ADD-7D6C896B703E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8181729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633AE4D-056F-FC97-1F10-877F247AB319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413656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19716662-3C77-F831-E45C-F9EA49810F58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435428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1ED1A14F-5E0D-476E-9C60-BD987EFC4940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4303332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A0003A4C-26CB-DD7F-0B22-024AFB58DC6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8193008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08CE8D58-56A2-6AE5-AB18-C53F4134DD88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4281560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A4C2D1F-1A58-AC60-F606-B816E5F23FFF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8193008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924D92CB-DB6C-EEE8-BDA7-E3D7B064364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0A2560-8530-94AA-9E7F-F5A56AB4E3D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7AF31650-E388-54F8-9AE5-64910C9556B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0330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4" y="1542762"/>
            <a:ext cx="261101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34406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23655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6223A017-A902-92C1-8A99-7D45B08D860D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912904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E352EAA-3DC6-450E-518D-B55638975EC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1843620" y="3651150"/>
            <a:ext cx="261101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1E5E3807-051E-4D4B-1143-A6B4BDDBB5D8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4741369" y="3651150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659EF4B-6B57-DE2A-B33A-D60A659CFE6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7633859" y="3651150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B72767-6954-6B12-1677-BE947CE88EB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C297EAB-60AE-2CA6-7FC1-B2BF3AB1084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9313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21986" y="1643073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521986" y="3884037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46315" y="1643073"/>
            <a:ext cx="5745165" cy="430757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7A134D-7A3A-AD4B-91DF-57347E308706}"/>
              </a:ext>
            </a:extLst>
          </p:cNvPr>
          <p:cNvSpPr/>
          <p:nvPr userDrawn="1"/>
        </p:nvSpPr>
        <p:spPr>
          <a:xfrm>
            <a:off x="6521986" y="3395949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581B053-21C8-C0AD-58C7-637A6315D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21726" y="3395949"/>
            <a:ext cx="5212943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B2033E-9DB9-9A2B-D4C5-6D8960838D22}"/>
              </a:ext>
            </a:extLst>
          </p:cNvPr>
          <p:cNvSpPr/>
          <p:nvPr userDrawn="1"/>
        </p:nvSpPr>
        <p:spPr>
          <a:xfrm>
            <a:off x="6521856" y="5636913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02FFCFA-A84F-7535-4A5F-29A5FC64606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521726" y="5636913"/>
            <a:ext cx="5212813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C45827-5CB3-E873-7680-6D8C2AAB95D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C87E9216-1A8F-085F-5596-89DFB20E79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5527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21986" y="1643073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9287219" y="3884037"/>
            <a:ext cx="2447580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521986" y="3879120"/>
            <a:ext cx="2528916" cy="205559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46315" y="1643073"/>
            <a:ext cx="5745165" cy="430757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AC4E08-5A51-BF4F-655E-4E54DD771548}"/>
              </a:ext>
            </a:extLst>
          </p:cNvPr>
          <p:cNvSpPr/>
          <p:nvPr userDrawn="1"/>
        </p:nvSpPr>
        <p:spPr>
          <a:xfrm>
            <a:off x="6521986" y="3395949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D80C23-74F3-F853-02BF-83C743039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71823" y="3395949"/>
            <a:ext cx="5162846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F22EB8-4EFD-86A4-8EB8-8A4F1A1AA2DF}"/>
              </a:ext>
            </a:extLst>
          </p:cNvPr>
          <p:cNvSpPr/>
          <p:nvPr userDrawn="1"/>
        </p:nvSpPr>
        <p:spPr>
          <a:xfrm>
            <a:off x="6512818" y="5631997"/>
            <a:ext cx="251233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6A4B2AA-E0AE-18DD-BAA3-AF2A9CA6987A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562654" y="5631997"/>
            <a:ext cx="2488248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8B5CD1-FF93-2C9C-1BFF-73A3CE39E65D}"/>
              </a:ext>
            </a:extLst>
          </p:cNvPr>
          <p:cNvSpPr/>
          <p:nvPr userDrawn="1"/>
        </p:nvSpPr>
        <p:spPr>
          <a:xfrm>
            <a:off x="9287218" y="5641703"/>
            <a:ext cx="2431941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52272AC-9734-6D60-9441-B5E7B9E4E372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9337055" y="5641703"/>
            <a:ext cx="2408630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1CBD603-B977-E0E5-7C2E-C0061CD0B72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7F1900C-EBAA-D81A-8063-47664791EA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3441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CFF414-FA47-F7EC-7EFB-7073E26BB831}"/>
              </a:ext>
            </a:extLst>
          </p:cNvPr>
          <p:cNvSpPr/>
          <p:nvPr userDrawn="1"/>
        </p:nvSpPr>
        <p:spPr>
          <a:xfrm>
            <a:off x="7938475" y="1315894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3C0F4F-1E76-E3A4-E5AA-8FA79C7C69FB}"/>
              </a:ext>
            </a:extLst>
          </p:cNvPr>
          <p:cNvSpPr/>
          <p:nvPr userDrawn="1"/>
        </p:nvSpPr>
        <p:spPr>
          <a:xfrm>
            <a:off x="4420956" y="1315895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105CB-DECE-0616-2A57-776784CFC1CB}"/>
              </a:ext>
            </a:extLst>
          </p:cNvPr>
          <p:cNvSpPr/>
          <p:nvPr userDrawn="1"/>
        </p:nvSpPr>
        <p:spPr>
          <a:xfrm>
            <a:off x="903437" y="1315896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13FE17-B697-FB87-4ED6-D832D798E9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3506" y="143646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65CB9D-AA49-05C2-2100-C63D32C82B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01943" y="4045824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3204028-135E-83A2-B94A-693154F531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1284" y="143646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D4E810FD-2D00-764A-B144-B235C21E32F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19721" y="4045824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0A71EF50-386A-A3B9-93FB-6EF179A4E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38803" y="143391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6AE17ED9-FDD9-34C3-1F7D-9A8EA4C4B40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7240" y="4043274"/>
            <a:ext cx="2951163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77D3ED32-45F9-B948-371F-67E8465B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140B5B1B-89D1-9945-6AB1-0D9B2E27009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087907" y="2065260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CAB75A6-8C36-AD93-09A1-D377BF55C686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4605427" y="2065259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9BFCE088-E342-EDAD-213D-39C8B8D85057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8122945" y="2065259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52A11A-CEFD-01B7-2324-466BE85E97B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F1D30E38-DCA5-D7B3-D3F6-C20A366C60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67126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98D576-4759-5408-883D-2E56D9D0F603}"/>
              </a:ext>
            </a:extLst>
          </p:cNvPr>
          <p:cNvSpPr/>
          <p:nvPr userDrawn="1"/>
        </p:nvSpPr>
        <p:spPr>
          <a:xfrm>
            <a:off x="7938216" y="1315892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C44A1A-1D1D-F2D9-8EC1-EFF25EBA1FB0}"/>
              </a:ext>
            </a:extLst>
          </p:cNvPr>
          <p:cNvSpPr/>
          <p:nvPr userDrawn="1"/>
        </p:nvSpPr>
        <p:spPr>
          <a:xfrm>
            <a:off x="4420697" y="1315893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38D75A-DD50-6C6E-0A9D-7F77E72C780A}"/>
              </a:ext>
            </a:extLst>
          </p:cNvPr>
          <p:cNvSpPr/>
          <p:nvPr userDrawn="1"/>
        </p:nvSpPr>
        <p:spPr>
          <a:xfrm>
            <a:off x="903178" y="1315894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76A1563-09E6-06B6-EC4A-8E309CC57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3247" y="143646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F401EC8-7352-A985-133C-726A718A9E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1025" y="143646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1A04C69-EC92-81B2-FCD5-39464C669B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38544" y="143391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AE5BF8CB-9477-F598-75C4-6F35D608B35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101684" y="2040670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AE6CE746-1703-63A8-BBD4-546AD104E27E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4604880" y="2065258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53952BA5-2190-5106-0EBD-DA1D15EFBB9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01684" y="4045822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10">
            <a:extLst>
              <a:ext uri="{FF2B5EF4-FFF2-40B4-BE49-F238E27FC236}">
                <a16:creationId xmlns:a16="http://schemas.microsoft.com/office/drawing/2014/main" id="{835FE666-CADC-4DB4-80A4-BFD9823DE0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19462" y="4045822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Picture Placeholder 10">
            <a:extLst>
              <a:ext uri="{FF2B5EF4-FFF2-40B4-BE49-F238E27FC236}">
                <a16:creationId xmlns:a16="http://schemas.microsoft.com/office/drawing/2014/main" id="{AECA5017-0E7C-4957-02B2-65FA6C1F6E5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6981" y="4043272"/>
            <a:ext cx="2951163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9F4CE92C-83FA-CA44-69CB-E6229E144199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8129414" y="2071424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body copy.</a:t>
            </a:r>
          </a:p>
        </p:txBody>
      </p:sp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556C0F-0FF4-1816-A9DC-60D03FBFCE5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ED305B7-F98B-EB39-4331-AD7D293F0E8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89466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5 Color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9A34A-6A6B-FC98-1EC8-8347FAB1A48F}"/>
              </a:ext>
            </a:extLst>
          </p:cNvPr>
          <p:cNvSpPr/>
          <p:nvPr userDrawn="1"/>
        </p:nvSpPr>
        <p:spPr>
          <a:xfrm>
            <a:off x="1008584" y="1660596"/>
            <a:ext cx="1918020" cy="4364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3F2A76-73C1-7478-1C52-F70D9B50BC0A}"/>
              </a:ext>
            </a:extLst>
          </p:cNvPr>
          <p:cNvSpPr/>
          <p:nvPr userDrawn="1"/>
        </p:nvSpPr>
        <p:spPr>
          <a:xfrm>
            <a:off x="1011339" y="2160555"/>
            <a:ext cx="1915265" cy="32335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6525D0-8078-E003-46A7-FFCB83C221E0}"/>
              </a:ext>
            </a:extLst>
          </p:cNvPr>
          <p:cNvSpPr/>
          <p:nvPr userDrawn="1"/>
        </p:nvSpPr>
        <p:spPr>
          <a:xfrm>
            <a:off x="3045437" y="1660596"/>
            <a:ext cx="1918020" cy="43641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6AD059-9160-4AE4-0F86-92FB0AAD082C}"/>
              </a:ext>
            </a:extLst>
          </p:cNvPr>
          <p:cNvSpPr/>
          <p:nvPr userDrawn="1"/>
        </p:nvSpPr>
        <p:spPr>
          <a:xfrm>
            <a:off x="3048192" y="2160555"/>
            <a:ext cx="1915265" cy="32335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F701C0-7A2F-0B95-E95C-07302A14CA56}"/>
              </a:ext>
            </a:extLst>
          </p:cNvPr>
          <p:cNvSpPr/>
          <p:nvPr userDrawn="1"/>
        </p:nvSpPr>
        <p:spPr>
          <a:xfrm>
            <a:off x="5082290" y="1660596"/>
            <a:ext cx="1918020" cy="4364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786ED8-9187-C7FB-F774-CE52A2971FFD}"/>
              </a:ext>
            </a:extLst>
          </p:cNvPr>
          <p:cNvSpPr/>
          <p:nvPr userDrawn="1"/>
        </p:nvSpPr>
        <p:spPr>
          <a:xfrm>
            <a:off x="5085045" y="2160555"/>
            <a:ext cx="1915265" cy="32335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6F5635-02F3-829F-B778-4A766D8D4A2D}"/>
              </a:ext>
            </a:extLst>
          </p:cNvPr>
          <p:cNvSpPr/>
          <p:nvPr userDrawn="1"/>
        </p:nvSpPr>
        <p:spPr>
          <a:xfrm>
            <a:off x="7119143" y="1660596"/>
            <a:ext cx="1918020" cy="4364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BD6A50-2E1C-FDDB-2F9B-D9101B8535C5}"/>
              </a:ext>
            </a:extLst>
          </p:cNvPr>
          <p:cNvSpPr/>
          <p:nvPr userDrawn="1"/>
        </p:nvSpPr>
        <p:spPr>
          <a:xfrm>
            <a:off x="7121898" y="2160555"/>
            <a:ext cx="1915265" cy="32335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39B4FF-413F-3DBC-C6E4-087C951C5464}"/>
              </a:ext>
            </a:extLst>
          </p:cNvPr>
          <p:cNvSpPr/>
          <p:nvPr userDrawn="1"/>
        </p:nvSpPr>
        <p:spPr>
          <a:xfrm>
            <a:off x="9155998" y="1660596"/>
            <a:ext cx="1918020" cy="4364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B8434E-9F38-4592-327E-51A570C73E09}"/>
              </a:ext>
            </a:extLst>
          </p:cNvPr>
          <p:cNvSpPr/>
          <p:nvPr userDrawn="1"/>
        </p:nvSpPr>
        <p:spPr>
          <a:xfrm>
            <a:off x="9158753" y="2160555"/>
            <a:ext cx="1915265" cy="32335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1BA8130D-B7F2-9815-5056-6F334D4BBA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8584" y="1783909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A41A66E4-0B84-E1FB-88CD-3E0E6E80C4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045438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235E5CE7-3D80-1BB5-DACD-8A63CA927E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82291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685C02D4-EA4F-4962-D397-F6439EC5C6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19145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1F46F0A7-55C4-6BAE-BCB0-157A86C9199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156000" y="1770870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9E69C3F7-0A3A-FAC2-6540-8BB750E9A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7982" y="2312717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040CB427-2320-1A81-037C-6D83BCA5B36F}"/>
              </a:ext>
            </a:extLst>
          </p:cNvPr>
          <p:cNvSpPr>
            <a:spLocks noGrp="1"/>
          </p:cNvSpPr>
          <p:nvPr>
            <p:ph type="body" sz="half" idx="32"/>
          </p:nvPr>
        </p:nvSpPr>
        <p:spPr>
          <a:xfrm>
            <a:off x="3175312" y="2299864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3144BCA8-7BD5-8323-CDAB-E5362D78AA68}"/>
              </a:ext>
            </a:extLst>
          </p:cNvPr>
          <p:cNvSpPr>
            <a:spLocks noGrp="1"/>
          </p:cNvSpPr>
          <p:nvPr>
            <p:ph type="body" sz="half" idx="33"/>
          </p:nvPr>
        </p:nvSpPr>
        <p:spPr>
          <a:xfrm>
            <a:off x="5212165" y="2298292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82EC0719-39BA-B2AB-F29D-3C947DC78925}"/>
              </a:ext>
            </a:extLst>
          </p:cNvPr>
          <p:cNvSpPr>
            <a:spLocks noGrp="1"/>
          </p:cNvSpPr>
          <p:nvPr>
            <p:ph type="body" sz="half" idx="34"/>
          </p:nvPr>
        </p:nvSpPr>
        <p:spPr>
          <a:xfrm>
            <a:off x="7249018" y="2298292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B939ED29-1A95-3771-8E52-C1F99F848ABD}"/>
              </a:ext>
            </a:extLst>
          </p:cNvPr>
          <p:cNvSpPr>
            <a:spLocks noGrp="1"/>
          </p:cNvSpPr>
          <p:nvPr>
            <p:ph type="body" sz="half" idx="35"/>
          </p:nvPr>
        </p:nvSpPr>
        <p:spPr>
          <a:xfrm>
            <a:off x="9285873" y="2312717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13">
            <a:extLst>
              <a:ext uri="{FF2B5EF4-FFF2-40B4-BE49-F238E27FC236}">
                <a16:creationId xmlns:a16="http://schemas.microsoft.com/office/drawing/2014/main" id="{F45DEB53-8B0A-80C6-DDED-B723442350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728143-5B5E-2F91-1A50-ECF61312F188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3566E4A-BC5E-1BD6-D669-AED4803AE4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75407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Black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10386" y="-9524"/>
            <a:ext cx="6581614" cy="6882938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0" y="-9440"/>
            <a:ext cx="7284203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005" y="891153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2005" y="2491353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3836B8-46F8-6347-6A27-7BDA1D77E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3748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White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10386" y="-9525"/>
            <a:ext cx="6581614" cy="6882938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0" y="0"/>
            <a:ext cx="7284203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2005" y="891153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2005" y="2491353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23C719-BBA8-8B6C-9920-142BDE7BB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15020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9954706" y="-9439"/>
            <a:ext cx="224672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5070" y="2466280"/>
            <a:ext cx="7981645" cy="719757"/>
          </a:xfrm>
        </p:spPr>
        <p:txBody>
          <a:bodyPr>
            <a:noAutofit/>
          </a:bodyPr>
          <a:lstStyle>
            <a:lvl1pPr>
              <a:defRPr sz="96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4339" y="3434010"/>
            <a:ext cx="7874567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bg2"/>
                </a:solidFill>
                <a:latin typeface="Acumin Pro Medium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ED8702-10BE-D052-6922-2244FAA25D1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258" y="5796005"/>
            <a:ext cx="4318000" cy="461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36539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1648B145-A545-0D6D-AFF0-0F715C907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5070" y="2466280"/>
            <a:ext cx="7981645" cy="719757"/>
          </a:xfrm>
        </p:spPr>
        <p:txBody>
          <a:bodyPr>
            <a:noAutofit/>
          </a:bodyPr>
          <a:lstStyle>
            <a:lvl1pPr>
              <a:defRPr sz="96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3D40940-377F-6BBC-02CB-083B672BF5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4339" y="3434010"/>
            <a:ext cx="7874567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E3761E7-C1FB-3C92-9D08-465FECF5765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143" y="5829397"/>
            <a:ext cx="4318000" cy="461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80253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AF61CC-58D4-72CE-66CA-BFE87D08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85004"/>
            <a:ext cx="11266714" cy="589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D4295-B2CD-F1FF-F99B-B267D1740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86" y="1192696"/>
            <a:ext cx="11266714" cy="4837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DCC5ACE-5747-34C7-00B2-2E4EABE6A0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34663" y="6290433"/>
            <a:ext cx="11001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94776A-187E-9540-9EA4-8D5781AB76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5614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6" r:id="rId2"/>
    <p:sldLayoutId id="2147483702" r:id="rId3"/>
    <p:sldLayoutId id="2147483708" r:id="rId4"/>
    <p:sldLayoutId id="2147483687" r:id="rId5"/>
    <p:sldLayoutId id="2147483714" r:id="rId6"/>
    <p:sldLayoutId id="2147483688" r:id="rId7"/>
    <p:sldLayoutId id="2147483650" r:id="rId8"/>
    <p:sldLayoutId id="2147483701" r:id="rId9"/>
    <p:sldLayoutId id="2147483711" r:id="rId10"/>
    <p:sldLayoutId id="2147483712" r:id="rId11"/>
    <p:sldLayoutId id="2147483656" r:id="rId12"/>
    <p:sldLayoutId id="2147483657" r:id="rId13"/>
    <p:sldLayoutId id="2147483706" r:id="rId14"/>
    <p:sldLayoutId id="2147483705" r:id="rId15"/>
    <p:sldLayoutId id="2147483707" r:id="rId16"/>
    <p:sldLayoutId id="2147483713" r:id="rId17"/>
    <p:sldLayoutId id="2147483709" r:id="rId18"/>
    <p:sldLayoutId id="2147483710" r:id="rId19"/>
    <p:sldLayoutId id="2147483653" r:id="rId20"/>
    <p:sldLayoutId id="2147483690" r:id="rId21"/>
    <p:sldLayoutId id="2147483704" r:id="rId22"/>
    <p:sldLayoutId id="2147483692" r:id="rId23"/>
    <p:sldLayoutId id="2147483693" r:id="rId24"/>
    <p:sldLayoutId id="2147483691" r:id="rId25"/>
    <p:sldLayoutId id="2147483703" r:id="rId26"/>
  </p:sldLayoutIdLst>
  <p:hf hdr="0" ftr="0" dt="0"/>
  <p:txStyles>
    <p:titleStyle>
      <a:lvl1pPr algn="l" defTabSz="914400" rtl="0" eaLnBrk="1" fontAlgn="b" latinLnBrk="0" hangingPunct="1">
        <a:lnSpc>
          <a:spcPct val="90000"/>
        </a:lnSpc>
        <a:spcBef>
          <a:spcPct val="0"/>
        </a:spcBef>
        <a:buNone/>
        <a:defRPr lang="en-US" sz="4800" b="1" i="1" kern="1200" cap="none" baseline="0" dirty="0">
          <a:solidFill>
            <a:schemeClr val="tx1"/>
          </a:solidFill>
          <a:latin typeface="Acumin Pro Condensed Semibold" panose="020B0506020202020204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itchFamily="2" charset="2"/>
        <a:buChar char="§"/>
        <a:defRPr sz="20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8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6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5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4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package" Target="../embeddings/Microsoft_Word_Document.docx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www.hbs.edu/faculty/Pages/profile.aspx?facId=320524" TargetMode="Externa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wSXleyrB530?si=rHi5RKf-PmEOAdwP" TargetMode="Externa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" TargetMode="External"/><Relationship Id="rId2" Type="http://schemas.openxmlformats.org/officeDocument/2006/relationships/hyperlink" Target="https://huggingface.co/docs/datasets/en/index" TargetMode="Externa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paperswithcode.com/datasets" TargetMode="External"/><Relationship Id="rId4" Type="http://schemas.openxmlformats.org/officeDocument/2006/relationships/hyperlink" Target="https://archive.ics.uci.edu/datasets" TargetMode="Externa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F09A7-CF48-9701-322A-A0BBD1C2F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MGMT590 - Visual Analytics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1BF94-59A9-105F-273E-B29E440F25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Session 5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18A17-096C-AED1-C745-D58ECF2EFE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23257" y="3107129"/>
            <a:ext cx="7763458" cy="980239"/>
          </a:xfrm>
        </p:spPr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dirty="0"/>
              <a:t>Dr. Cecilia Ying</a:t>
            </a:r>
          </a:p>
          <a:p>
            <a:r>
              <a:rPr lang="en-US" dirty="0"/>
              <a:t>Updated: 09/14/2025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997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6434A09-8791-FE41-F957-F1E2789D5D6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Session 4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BA6625-0E26-7511-D16C-B4B7E3D93E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sz="3000" dirty="0"/>
              <a:t>Special graphs “show and tell”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000" dirty="0"/>
              <a:t>Storytelling with Data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3000" dirty="0"/>
              <a:t>Crafting a Compelling Story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3000" dirty="0"/>
              <a:t>Articulating the Story – Preview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3000" dirty="0"/>
              <a:t>Assignment 1 working session (due tonight, 11:59 pm)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22E897E-C59B-0F32-00DF-A1D3FF773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Today’s Agenda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9AC38-EA84-9E15-A237-F1D91BB33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2900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-up of colorful letters&#10;&#10;AI-generated content may be incorrect.">
            <a:extLst>
              <a:ext uri="{FF2B5EF4-FFF2-40B4-BE49-F238E27FC236}">
                <a16:creationId xmlns:a16="http://schemas.microsoft.com/office/drawing/2014/main" id="{862E7F5D-94F0-DC5A-B880-3615130EAF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7556" y="1543324"/>
            <a:ext cx="6987774" cy="4454706"/>
          </a:xfrm>
          <a:prstGeom prst="rect">
            <a:avLst/>
          </a:prstGeom>
          <a:noFill/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E1965D1-4A8A-E6EF-D5DC-216CFF593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85004"/>
            <a:ext cx="11266714" cy="589032"/>
          </a:xfrm>
        </p:spPr>
        <p:txBody>
          <a:bodyPr anchor="ctr">
            <a:normAutofit/>
          </a:bodyPr>
          <a:lstStyle/>
          <a:p>
            <a:r>
              <a:rPr lang="en-US" sz="3400"/>
              <a:t>Special Graph “Show and tell”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984C327-201C-7129-AB78-ADFD35129BC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954291"/>
            <a:ext cx="11277600" cy="365760"/>
          </a:xfrm>
        </p:spPr>
        <p:txBody>
          <a:bodyPr>
            <a:normAutofit/>
          </a:bodyPr>
          <a:lstStyle/>
          <a:p>
            <a:r>
              <a:rPr lang="en-US" sz="200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B81377-2517-0457-2882-576520A02D8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0634663" y="6290433"/>
            <a:ext cx="110013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994776A-187E-9540-9EA4-8D5781AB769D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995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0806B-2D30-05FA-9FED-3F67532CE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E272E-C51B-1A01-1ADB-9EACE02DE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257" y="1812045"/>
            <a:ext cx="9611406" cy="719757"/>
          </a:xfrm>
        </p:spPr>
        <p:txBody>
          <a:bodyPr/>
          <a:lstStyle/>
          <a:p>
            <a:r>
              <a:rPr lang="en-US" dirty="0"/>
              <a:t>Module 4: Storytelling with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D61B22-C5A0-757D-B25B-68E193A5B2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596D57-AB00-F027-311D-AA4C315F3A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F09992-01B8-65DD-AB9B-443A07046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609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9679B7-561D-1180-81FA-DDC1FCFA4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028" name="Picture 4" descr="Inform, Engage, Inspire, with data visualization.">
            <a:extLst>
              <a:ext uri="{FF2B5EF4-FFF2-40B4-BE49-F238E27FC236}">
                <a16:creationId xmlns:a16="http://schemas.microsoft.com/office/drawing/2014/main" id="{0315EA1F-AD0D-D597-4094-622AE623A2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0895" y="209430"/>
            <a:ext cx="7798420" cy="5848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4200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D49AE8B-6F7A-80AF-2E4B-F679361E70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It’s just like building a house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C38A757-9848-B0E7-D789-432AD2ABE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Storytelling with data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426B59-1D25-96E3-6D4E-FEBAF82C0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F65989-2DEC-34CE-64AA-AAB46BC5F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7143" y="1320051"/>
            <a:ext cx="3424817" cy="5107259"/>
          </a:xfrm>
          <a:prstGeom prst="rect">
            <a:avLst/>
          </a:prstGeom>
        </p:spPr>
      </p:pic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2EF6259C-7B09-486C-79C8-67FA2B9282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57165178"/>
              </p:ext>
            </p:extLst>
          </p:nvPr>
        </p:nvGraphicFramePr>
        <p:xfrm>
          <a:off x="577668" y="1421403"/>
          <a:ext cx="7251337" cy="45950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75557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3F0A9160-A7DB-41B6-A71F-C516E4234F8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971EC7AE-54F5-4EBF-A88E-71160CD38BD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7954BFB6-15D9-4E68-A381-30FE437DD4B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74927018-039A-4E59-BE7F-E5E2336913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Sub>
          <a:bldDgm bld="lvlOne"/>
        </p:bldSub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8035D1E-70AB-3FA5-74D5-F1EA24C8698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Idea, Design and Data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D3B9C71-B293-BA57-9B9D-4385C3840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Penrose triangle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3CF093-585B-FBF1-4720-673FBF964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232A06-B1EB-BF45-D231-5B53D4491A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337" y="851124"/>
            <a:ext cx="7017742" cy="60068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7A660F-0001-21A5-D390-3FED84AE7BC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299"/>
          <a:stretch>
            <a:fillRect/>
          </a:stretch>
        </p:blipFill>
        <p:spPr>
          <a:xfrm>
            <a:off x="313350" y="2847432"/>
            <a:ext cx="3884266" cy="957810"/>
          </a:xfrm>
          <a:prstGeom prst="rect">
            <a:avLst/>
          </a:prstGeom>
        </p:spPr>
      </p:pic>
      <p:sp>
        <p:nvSpPr>
          <p:cNvPr id="10" name="Arrow: Curved Down 9">
            <a:extLst>
              <a:ext uri="{FF2B5EF4-FFF2-40B4-BE49-F238E27FC236}">
                <a16:creationId xmlns:a16="http://schemas.microsoft.com/office/drawing/2014/main" id="{C475C464-B585-79E1-C7A0-937017F57D14}"/>
              </a:ext>
            </a:extLst>
          </p:cNvPr>
          <p:cNvSpPr/>
          <p:nvPr/>
        </p:nvSpPr>
        <p:spPr>
          <a:xfrm rot="10800000" flipV="1">
            <a:off x="1021452" y="1970473"/>
            <a:ext cx="2252546" cy="703058"/>
          </a:xfrm>
          <a:prstGeom prst="curvedDownArrow">
            <a:avLst/>
          </a:prstGeom>
          <a:solidFill>
            <a:srgbClr val="7030A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D03DE2-B0E1-59F1-404C-53345AD91194}"/>
              </a:ext>
            </a:extLst>
          </p:cNvPr>
          <p:cNvSpPr txBox="1"/>
          <p:nvPr/>
        </p:nvSpPr>
        <p:spPr>
          <a:xfrm>
            <a:off x="980775" y="1523578"/>
            <a:ext cx="2333897" cy="365760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Crafting the Story</a:t>
            </a:r>
          </a:p>
        </p:txBody>
      </p:sp>
      <p:sp>
        <p:nvSpPr>
          <p:cNvPr id="12" name="Arrow: Curved Down 11">
            <a:extLst>
              <a:ext uri="{FF2B5EF4-FFF2-40B4-BE49-F238E27FC236}">
                <a16:creationId xmlns:a16="http://schemas.microsoft.com/office/drawing/2014/main" id="{FABE3A1B-B238-1052-91A6-C3FBAEFE3C3E}"/>
              </a:ext>
            </a:extLst>
          </p:cNvPr>
          <p:cNvSpPr/>
          <p:nvPr/>
        </p:nvSpPr>
        <p:spPr>
          <a:xfrm flipV="1">
            <a:off x="1021451" y="3979142"/>
            <a:ext cx="1445941" cy="703058"/>
          </a:xfrm>
          <a:prstGeom prst="curvedDownArrow">
            <a:avLst/>
          </a:prstGeom>
          <a:solidFill>
            <a:srgbClr val="0070C0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5B7DE1-9029-235F-C45A-19C1E8517F38}"/>
              </a:ext>
            </a:extLst>
          </p:cNvPr>
          <p:cNvSpPr txBox="1"/>
          <p:nvPr/>
        </p:nvSpPr>
        <p:spPr>
          <a:xfrm>
            <a:off x="577472" y="4763336"/>
            <a:ext cx="2333897" cy="36576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Articulating the Story</a:t>
            </a:r>
          </a:p>
        </p:txBody>
      </p:sp>
      <p:sp>
        <p:nvSpPr>
          <p:cNvPr id="14" name="Arrow: Curved Down 13">
            <a:extLst>
              <a:ext uri="{FF2B5EF4-FFF2-40B4-BE49-F238E27FC236}">
                <a16:creationId xmlns:a16="http://schemas.microsoft.com/office/drawing/2014/main" id="{EF384F23-D80B-204A-56C3-E619B2D2538B}"/>
              </a:ext>
            </a:extLst>
          </p:cNvPr>
          <p:cNvSpPr/>
          <p:nvPr/>
        </p:nvSpPr>
        <p:spPr>
          <a:xfrm rot="10800000" flipH="1" flipV="1">
            <a:off x="2305963" y="2011042"/>
            <a:ext cx="1378390" cy="703058"/>
          </a:xfrm>
          <a:prstGeom prst="curved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0569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5E678-759D-016F-F931-5296AD949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0A0B1-52DA-A640-AD89-183CA8E0C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257" y="1812045"/>
            <a:ext cx="9611406" cy="719757"/>
          </a:xfrm>
        </p:spPr>
        <p:txBody>
          <a:bodyPr/>
          <a:lstStyle/>
          <a:p>
            <a:r>
              <a:rPr lang="en-US" dirty="0"/>
              <a:t>Storytelling with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B81FB2-08BF-B528-29E8-0F8906DC6B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Part 1 – Crafting a Compelling Story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BA44A4-02B1-803D-F3E8-D8BCF751042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78D37F-1BD2-0F57-4B4D-046809A2D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00979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B369B-6211-AA62-BD6B-0A6F8D1B8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FC666D6-C14D-600D-0080-2F29674BE0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Finding the narrative hidden within the data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F97C702-B8F1-E9E7-1277-9F643E3D2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 dirty="0"/>
              <a:t>WHAT </a:t>
            </a:r>
            <a:r>
              <a:rPr lang="en-US" dirty="0"/>
              <a:t>is the story you are trying to tell?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ABF409-FA9C-AB18-06BE-3AE8357F1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9</a:t>
            </a:fld>
            <a:endParaRPr lang="en-US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C8C88478-9859-D4DE-F08D-863D57C78B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70003539"/>
              </p:ext>
            </p:extLst>
          </p:nvPr>
        </p:nvGraphicFramePr>
        <p:xfrm>
          <a:off x="2032000" y="1184366"/>
          <a:ext cx="8128000" cy="49539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82456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D7F5672-8C85-4AB9-AB55-9712D9FC4F2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BC5539C3-412D-4DF6-8F57-7ADEF23E99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833AE47F-CCA7-4F98-A165-FA856DE8A2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1A25C352-0C1B-4301-AA5E-903C17D20F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6B8EB550-E125-450B-9D39-4D96157D5CE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Dgm bld="one"/>
        </p:bldSub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13CDD9C-DD4B-04E5-D425-D2C7BE9CC53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Finding the narrative hidden within the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EC60B1-346D-1DA7-7278-F2AB3018C4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4500" dirty="0"/>
              <a:t>1. Audience &amp; Context – The Foundation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30A6C43-63C3-A83D-DAD5-23D565961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 dirty="0"/>
              <a:t>WHAT </a:t>
            </a:r>
            <a:r>
              <a:rPr lang="en-US" dirty="0"/>
              <a:t>is the story you are trying to tell?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600925-F2B5-FC97-BCA9-163CAE040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79EB67-08A1-74EA-F56E-95E16DB710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901" y="2682293"/>
            <a:ext cx="5657850" cy="27804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8DE101C-432A-960B-838A-3F6E6E7194FD}"/>
              </a:ext>
            </a:extLst>
          </p:cNvPr>
          <p:cNvSpPr txBox="1"/>
          <p:nvPr/>
        </p:nvSpPr>
        <p:spPr>
          <a:xfrm>
            <a:off x="339634" y="5634516"/>
            <a:ext cx="595026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Zhao, G., Li, Y., &amp; Xu, Q. (2022). From emotion AI to cognitive AI. </a:t>
            </a:r>
          </a:p>
          <a:p>
            <a:r>
              <a:rPr lang="en-US" sz="13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International Journal of Network Dynamics and Intelligence</a:t>
            </a:r>
            <a:r>
              <a:rPr lang="en-US" sz="13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65-72.</a:t>
            </a:r>
            <a:endParaRPr lang="en-US" sz="13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5479B4-448E-2DE2-221A-9E8B267A29D5}"/>
              </a:ext>
            </a:extLst>
          </p:cNvPr>
          <p:cNvSpPr txBox="1"/>
          <p:nvPr/>
        </p:nvSpPr>
        <p:spPr>
          <a:xfrm>
            <a:off x="6522720" y="2162020"/>
            <a:ext cx="5201192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There is an interconnected relationship between human </a:t>
            </a:r>
            <a:r>
              <a:rPr lang="en-US" sz="2200" b="1" dirty="0"/>
              <a:t>emotion</a:t>
            </a:r>
            <a:r>
              <a:rPr lang="en-US" sz="2200" dirty="0"/>
              <a:t> and human </a:t>
            </a:r>
            <a:r>
              <a:rPr lang="en-US" sz="2200" b="1" dirty="0"/>
              <a:t>cognition</a:t>
            </a:r>
            <a:r>
              <a:rPr lang="en-US" sz="2200" dirty="0"/>
              <a:t>, which drives </a:t>
            </a:r>
            <a:r>
              <a:rPr lang="en-US" sz="2200" b="1" dirty="0"/>
              <a:t>decision-making</a:t>
            </a:r>
            <a:r>
              <a:rPr lang="en-US" sz="2200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Know your audience:</a:t>
            </a:r>
            <a:r>
              <a:rPr lang="en-US" sz="2200" b="1" dirty="0"/>
              <a:t> Connect! Make them care!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200" dirty="0"/>
              <a:t>Who are you talking to? What do they care about?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200" dirty="0"/>
              <a:t>What is their level of expertise?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200" dirty="0"/>
              <a:t>What decisions do they need to make? Or what decisions can they make?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200" dirty="0"/>
              <a:t>What is the background context to help them connect -&gt; to care</a:t>
            </a:r>
          </a:p>
        </p:txBody>
      </p:sp>
    </p:spTree>
    <p:extLst>
      <p:ext uri="{BB962C8B-B14F-4D97-AF65-F5344CB8AC3E}">
        <p14:creationId xmlns:p14="http://schemas.microsoft.com/office/powerpoint/2010/main" val="3774686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18299E5-D048-97E0-EA6B-B8919778AB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How will your story change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757959-C827-979B-E9D6-8FE509A689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6545767" cy="4454706"/>
          </a:xfrm>
        </p:spPr>
        <p:txBody>
          <a:bodyPr/>
          <a:lstStyle/>
          <a:p>
            <a:pPr lvl="1"/>
            <a:r>
              <a:rPr lang="en-US" sz="4000" dirty="0"/>
              <a:t>Speak their language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200" dirty="0"/>
              <a:t>Who are you talking to? What do they care about?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200" dirty="0"/>
              <a:t>What is their level of expertise?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200" dirty="0"/>
              <a:t>What decisions do they need to make? Or what decisions can they make?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200" dirty="0"/>
              <a:t>What is the background context to help them connect -&gt; to care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AA2AEFC-37F4-7AE5-2A5F-293740EB9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Technology Managers vs. HR Managers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462FEC-24D4-7936-7F5D-8F4543451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1026" name="Picture 2" descr="Business English - Why You're Not Speaking the Same Language">
            <a:extLst>
              <a:ext uri="{FF2B5EF4-FFF2-40B4-BE49-F238E27FC236}">
                <a16:creationId xmlns:a16="http://schemas.microsoft.com/office/drawing/2014/main" id="{334F4171-88EE-9E62-C925-08B0626148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9968" y="1998777"/>
            <a:ext cx="4534832" cy="3401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18665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4F45D-9E51-C49B-EE37-32F6DA67D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5E31B5-0CAD-14E3-3AE2-92F3FB1D8D0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Finding the narrative hidden within the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B8B009-B029-1FBF-57E9-97AD7FC2B7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4500" dirty="0"/>
              <a:t>2. The “Big Idea” – The Core Message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D3583B5-0341-4B81-0A3A-7D1A4EF01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 dirty="0"/>
              <a:t>WHAT </a:t>
            </a:r>
            <a:r>
              <a:rPr lang="en-US" dirty="0"/>
              <a:t>is the story you are trying to tell?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2EE03D-A13F-28FD-5559-38F73346A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EBD642-AA3D-5C32-7E91-918FD8E39508}"/>
              </a:ext>
            </a:extLst>
          </p:cNvPr>
          <p:cNvSpPr txBox="1"/>
          <p:nvPr/>
        </p:nvSpPr>
        <p:spPr>
          <a:xfrm>
            <a:off x="468086" y="2513909"/>
            <a:ext cx="4957354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This is the big “headline” of your story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Don’t just show the data, make a point!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200" dirty="0"/>
              <a:t>Every piece of data, every chart, every talking point you include must directly support this one central message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US" sz="2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4CE17A-55C6-2434-7761-4948540B9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4438" y="2663973"/>
            <a:ext cx="6580361" cy="2940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774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D72B6-E1A9-864A-B768-8AF2D8BBE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F3684BE-E6DB-94DA-041E-178782689E5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Finding the narrative hidden within the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5DE88-9C68-301D-87AC-CFEF3C68AE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4500" dirty="0"/>
              <a:t>3. The Narrative Arc – The Structure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1CD7E08-2718-26B1-CA20-F06915FAC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 dirty="0"/>
              <a:t>WHAT </a:t>
            </a:r>
            <a:r>
              <a:rPr lang="en-US" dirty="0"/>
              <a:t>is the story you are trying to tell?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AC9065-F41F-309A-C1D0-EAE1A75BD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13</a:t>
            </a:fld>
            <a:endParaRPr lang="en-US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DFA0DB6E-8450-B53B-4971-E7C9A14A79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46821941"/>
              </p:ext>
            </p:extLst>
          </p:nvPr>
        </p:nvGraphicFramePr>
        <p:xfrm>
          <a:off x="-113210" y="2132634"/>
          <a:ext cx="10223862" cy="38653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AFFF66E-03B9-2AA9-7614-A6453F136F87}"/>
              </a:ext>
            </a:extLst>
          </p:cNvPr>
          <p:cNvSpPr txBox="1"/>
          <p:nvPr/>
        </p:nvSpPr>
        <p:spPr>
          <a:xfrm>
            <a:off x="468086" y="2513909"/>
            <a:ext cx="330272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Every story needs </a:t>
            </a:r>
            <a:r>
              <a:rPr lang="en-US" sz="2200" b="1" dirty="0"/>
              <a:t>a beginning, middle, and an end</a:t>
            </a:r>
            <a:r>
              <a:rPr lang="en-US" sz="2200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A good story focuses on a central conflict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US" sz="2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990F29-94DC-9D15-9363-9668F57129A4}"/>
              </a:ext>
            </a:extLst>
          </p:cNvPr>
          <p:cNvSpPr txBox="1"/>
          <p:nvPr/>
        </p:nvSpPr>
        <p:spPr>
          <a:xfrm>
            <a:off x="3396342" y="5216322"/>
            <a:ext cx="4957354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Start with the context: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Present a problem, a question, or a surprising insight to grab the audience’s attention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8C43C1-DBFC-E926-0E1A-6E81965D857F}"/>
              </a:ext>
            </a:extLst>
          </p:cNvPr>
          <p:cNvSpPr txBox="1"/>
          <p:nvPr/>
        </p:nvSpPr>
        <p:spPr>
          <a:xfrm>
            <a:off x="5564776" y="4114347"/>
            <a:ext cx="555607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Present the supporting data and evidence: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The “Aha!” moments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Exploratory path that led you to your conclusion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731C19-1094-BF08-3FB6-A1ACD973B857}"/>
              </a:ext>
            </a:extLst>
          </p:cNvPr>
          <p:cNvSpPr txBox="1"/>
          <p:nvPr/>
        </p:nvSpPr>
        <p:spPr>
          <a:xfrm>
            <a:off x="7397930" y="2828835"/>
            <a:ext cx="4585064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Deliver your key finding or “Big Idea”: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Clear conclusion, a recommendation, or a call to action.</a:t>
            </a:r>
          </a:p>
        </p:txBody>
      </p:sp>
    </p:spTree>
    <p:extLst>
      <p:ext uri="{BB962C8B-B14F-4D97-AF65-F5344CB8AC3E}">
        <p14:creationId xmlns:p14="http://schemas.microsoft.com/office/powerpoint/2010/main" val="67777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A42E4-CD09-D581-0A46-18FCCC8D3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5FC9811-232C-0833-E0F7-AF01720BEC1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Finding the narrative hidden within the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B5B7B0-DBC3-504F-763F-6AC484D041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4500" dirty="0"/>
              <a:t>4. Conflict and Stakes – The Hook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FE2754A-7F2D-2A0D-17A6-DA4008A92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 dirty="0"/>
              <a:t>WHAT </a:t>
            </a:r>
            <a:r>
              <a:rPr lang="en-US" dirty="0"/>
              <a:t>is the story you are trying to tell?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9C0250-2F5C-3872-7175-C0A689179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21395C-FD0A-BE9F-23CC-793BA29361DA}"/>
              </a:ext>
            </a:extLst>
          </p:cNvPr>
          <p:cNvSpPr txBox="1"/>
          <p:nvPr/>
        </p:nvSpPr>
        <p:spPr>
          <a:xfrm>
            <a:off x="468086" y="2513909"/>
            <a:ext cx="6263640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500" dirty="0"/>
              <a:t>“A story without conflict is just a report.”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500" dirty="0"/>
              <a:t>The gap between “</a:t>
            </a:r>
            <a:r>
              <a:rPr lang="en-US" sz="2500" b="1" dirty="0"/>
              <a:t>what is</a:t>
            </a:r>
            <a:r>
              <a:rPr lang="en-US" sz="2500" dirty="0"/>
              <a:t>” and  “</a:t>
            </a:r>
            <a:r>
              <a:rPr lang="en-US" sz="2500" b="1" dirty="0"/>
              <a:t>what could be</a:t>
            </a:r>
            <a:r>
              <a:rPr lang="en-US" sz="2500" dirty="0"/>
              <a:t>”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500" dirty="0"/>
              <a:t>The problem you’re trying to solve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500" dirty="0"/>
              <a:t>The opportunity you identified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500" dirty="0"/>
              <a:t>Tension between two competing metrics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1EF437-E35C-CCED-6D21-D976D118BD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9026" y="2330208"/>
            <a:ext cx="2835729" cy="3737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346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4E009D9-7454-2468-5C73-35E96C8CA0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A23F76A-F195-02C3-69D9-CA0551AF2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Questions?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8B4EB-38C7-FE65-59C7-61862731E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359259-0A8F-0246-81FB-9BBB9AD21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8422" y="213483"/>
            <a:ext cx="5000625" cy="607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2799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1FA2CCF-C285-000D-A795-2CB0018F31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How I think I look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718CC01-D89E-0FEC-B117-44B1CA580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Yes, coach – I got this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10A188-6BAB-A0ED-6C38-517186093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999FD7-71D0-A40C-E712-B4B106383F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858" y="1731225"/>
            <a:ext cx="5087446" cy="33916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3F576F-F641-279E-E87C-60A6A5119D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6761" y="1731225"/>
            <a:ext cx="4382431" cy="32868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6F08624-AB8D-DD77-5830-1366829FFC94}"/>
              </a:ext>
            </a:extLst>
          </p:cNvPr>
          <p:cNvSpPr txBox="1"/>
          <p:nvPr/>
        </p:nvSpPr>
        <p:spPr>
          <a:xfrm>
            <a:off x="1479395" y="5322849"/>
            <a:ext cx="3241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How I think I look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535E5D-7356-6CDA-A8D7-1127D53F7152}"/>
              </a:ext>
            </a:extLst>
          </p:cNvPr>
          <p:cNvSpPr txBox="1"/>
          <p:nvPr/>
        </p:nvSpPr>
        <p:spPr>
          <a:xfrm>
            <a:off x="7393375" y="5284908"/>
            <a:ext cx="3241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How I (actually) look</a:t>
            </a:r>
          </a:p>
        </p:txBody>
      </p:sp>
    </p:spTree>
    <p:extLst>
      <p:ext uri="{BB962C8B-B14F-4D97-AF65-F5344CB8AC3E}">
        <p14:creationId xmlns:p14="http://schemas.microsoft.com/office/powerpoint/2010/main" val="2704008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397D31E-702A-7769-82C9-688FADD04B1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Let’s go through this together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03A7E24-AED9-0CC8-4AA4-C6D9D2120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 class exercise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3107A-1AA1-E308-49B0-A1ECFCD75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17</a:t>
            </a:fld>
            <a:endParaRPr lang="en-US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1ED39F9E-7E4D-617D-E300-582D58A8BEA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9602657"/>
              </p:ext>
            </p:extLst>
          </p:nvPr>
        </p:nvGraphicFramePr>
        <p:xfrm>
          <a:off x="2032000" y="1184366"/>
          <a:ext cx="8128000" cy="49539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D1C8CC0-C6C6-B701-EFA2-EECB87C20D9E}"/>
              </a:ext>
            </a:extLst>
          </p:cNvPr>
          <p:cNvSpPr txBox="1"/>
          <p:nvPr/>
        </p:nvSpPr>
        <p:spPr>
          <a:xfrm>
            <a:off x="676507" y="1531434"/>
            <a:ext cx="4854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Let’s use the Titanic dataset as an example</a:t>
            </a:r>
          </a:p>
        </p:txBody>
      </p:sp>
    </p:spTree>
    <p:extLst>
      <p:ext uri="{BB962C8B-B14F-4D97-AF65-F5344CB8AC3E}">
        <p14:creationId xmlns:p14="http://schemas.microsoft.com/office/powerpoint/2010/main" val="41149890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247B9-C9A8-DAF0-4E0D-3A0E30881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B5993BB-2572-2B65-5209-E69B9B7423F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Finding the narrative hidden within the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9F1AAA-34F9-1B72-293A-BFE87240FF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4500" dirty="0"/>
              <a:t>1. Audience &amp; Context – The Foundation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908AFDD-6F8B-6AC3-13A3-72BD28304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 dirty="0"/>
              <a:t>WHAT </a:t>
            </a:r>
            <a:r>
              <a:rPr lang="en-US" dirty="0"/>
              <a:t>is the story you are trying to tell?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17A1FE-415C-0D32-2372-ED49AA83D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86EAEC-B096-2FCC-86B2-0892D93816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901" y="2682293"/>
            <a:ext cx="5657850" cy="27804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B86C0EC-57F9-C1C5-ED86-5E26818963C8}"/>
              </a:ext>
            </a:extLst>
          </p:cNvPr>
          <p:cNvSpPr txBox="1"/>
          <p:nvPr/>
        </p:nvSpPr>
        <p:spPr>
          <a:xfrm>
            <a:off x="339634" y="5634516"/>
            <a:ext cx="595026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Zhao, G., Li, Y., &amp; Xu, Q. (2022). From emotion AI to cognitive AI. </a:t>
            </a:r>
          </a:p>
          <a:p>
            <a:r>
              <a:rPr lang="en-US" sz="13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International Journal of Network Dynamics and Intelligence</a:t>
            </a:r>
            <a:r>
              <a:rPr lang="en-US" sz="13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65-72.</a:t>
            </a:r>
            <a:endParaRPr lang="en-US" sz="13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9666F6-E985-EEFF-E689-70D932C9B2DB}"/>
              </a:ext>
            </a:extLst>
          </p:cNvPr>
          <p:cNvSpPr txBox="1"/>
          <p:nvPr/>
        </p:nvSpPr>
        <p:spPr>
          <a:xfrm>
            <a:off x="6522720" y="2162020"/>
            <a:ext cx="5201192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There is an interconnected relationship between human </a:t>
            </a:r>
            <a:r>
              <a:rPr lang="en-US" sz="2200" b="1" dirty="0"/>
              <a:t>emotion</a:t>
            </a:r>
            <a:r>
              <a:rPr lang="en-US" sz="2200" dirty="0"/>
              <a:t> and human </a:t>
            </a:r>
            <a:r>
              <a:rPr lang="en-US" sz="2200" b="1" dirty="0"/>
              <a:t>cognition</a:t>
            </a:r>
            <a:r>
              <a:rPr lang="en-US" sz="2200" dirty="0"/>
              <a:t>, which drives </a:t>
            </a:r>
            <a:r>
              <a:rPr lang="en-US" sz="2200" b="1" dirty="0"/>
              <a:t>decision-making</a:t>
            </a:r>
            <a:r>
              <a:rPr lang="en-US" sz="2200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Know your audience:</a:t>
            </a:r>
            <a:r>
              <a:rPr lang="en-US" sz="2200" b="1" dirty="0"/>
              <a:t> Connect! Make them care!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200" dirty="0"/>
              <a:t>Who are you talking to? What do they care about?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200" dirty="0"/>
              <a:t>What is their level of expertise?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200" dirty="0"/>
              <a:t>What decisions do they need to make? Or what decisions can they make?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200" dirty="0"/>
              <a:t>What is the background context to help them connect -&gt; to care</a:t>
            </a:r>
          </a:p>
        </p:txBody>
      </p:sp>
    </p:spTree>
    <p:extLst>
      <p:ext uri="{BB962C8B-B14F-4D97-AF65-F5344CB8AC3E}">
        <p14:creationId xmlns:p14="http://schemas.microsoft.com/office/powerpoint/2010/main" val="42899151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45EE1-6B0D-AFDC-3174-12C85937D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88397E0-E66C-BA76-7343-E71BE1FCF6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Finding the narrative hidden within the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9A1408-C55B-46AB-0B4C-45BAADF072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4500" dirty="0"/>
              <a:t>2. The “Big Idea” – The Core Message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01CEAE4-8E61-B8DA-58FE-F691F6960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 dirty="0"/>
              <a:t>WHAT </a:t>
            </a:r>
            <a:r>
              <a:rPr lang="en-US" dirty="0"/>
              <a:t>is the story you are trying to tell?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63860A-1D56-AFDD-D928-2BF077E3B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0412B9-CE2E-40CB-A771-183B4720566F}"/>
              </a:ext>
            </a:extLst>
          </p:cNvPr>
          <p:cNvSpPr txBox="1"/>
          <p:nvPr/>
        </p:nvSpPr>
        <p:spPr>
          <a:xfrm>
            <a:off x="468086" y="2513909"/>
            <a:ext cx="4957354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This is the big “headline” of your story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Don’t just show the data, make a point!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200" dirty="0"/>
              <a:t>Every piece of data, every chart, every talking point you include must directly support this one central message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US" sz="2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16019B-45F2-285C-89BC-46B0F45EC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4438" y="2663973"/>
            <a:ext cx="6580361" cy="2940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8567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8E764-7598-F1A9-182C-4DA3D7BCE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B79F6EF-2114-2E2B-89B7-C4B28C09E1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Finding the narrative hidden within the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784F93-970A-2674-1E3E-03E2C26398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4500" dirty="0"/>
              <a:t>3. The Narrative Arc – The Structure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50C60A9-7B13-CAF9-59B0-75B966AF3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 dirty="0"/>
              <a:t>WHAT </a:t>
            </a:r>
            <a:r>
              <a:rPr lang="en-US" dirty="0"/>
              <a:t>is the story you are trying to tell?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07DF8C-79F7-C05C-5D27-F989BF3B9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20</a:t>
            </a:fld>
            <a:endParaRPr lang="en-US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B3F64E73-B549-1A6C-927D-4781D4EB14B3}"/>
              </a:ext>
            </a:extLst>
          </p:cNvPr>
          <p:cNvGraphicFramePr/>
          <p:nvPr/>
        </p:nvGraphicFramePr>
        <p:xfrm>
          <a:off x="-113210" y="2132634"/>
          <a:ext cx="10223862" cy="38653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6AE7C78-240E-4569-2021-17147CC55339}"/>
              </a:ext>
            </a:extLst>
          </p:cNvPr>
          <p:cNvSpPr txBox="1"/>
          <p:nvPr/>
        </p:nvSpPr>
        <p:spPr>
          <a:xfrm>
            <a:off x="468086" y="2513909"/>
            <a:ext cx="330272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Every story needs </a:t>
            </a:r>
            <a:r>
              <a:rPr lang="en-US" sz="2200" b="1" dirty="0"/>
              <a:t>a beginning, middle, and an end</a:t>
            </a:r>
            <a:r>
              <a:rPr lang="en-US" sz="2200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A good story focuses on a central conflict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US" sz="2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65B174-3B44-E80A-5621-BCD9288BF7E0}"/>
              </a:ext>
            </a:extLst>
          </p:cNvPr>
          <p:cNvSpPr txBox="1"/>
          <p:nvPr/>
        </p:nvSpPr>
        <p:spPr>
          <a:xfrm>
            <a:off x="3396342" y="5216322"/>
            <a:ext cx="4957354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Start with the context: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Present a problem, a question, or a surprising insight to grab the audience’s attention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FFCC5F-206F-DE50-8B58-4DEE6918BB92}"/>
              </a:ext>
            </a:extLst>
          </p:cNvPr>
          <p:cNvSpPr txBox="1"/>
          <p:nvPr/>
        </p:nvSpPr>
        <p:spPr>
          <a:xfrm>
            <a:off x="5564776" y="4114347"/>
            <a:ext cx="555607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Present the supporting data and evidence: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The “Aha!” moments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Exploratory path that led you to your conclusion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792219-2E06-C0D2-ACDF-EB22778F4DCC}"/>
              </a:ext>
            </a:extLst>
          </p:cNvPr>
          <p:cNvSpPr txBox="1"/>
          <p:nvPr/>
        </p:nvSpPr>
        <p:spPr>
          <a:xfrm>
            <a:off x="7397930" y="2828835"/>
            <a:ext cx="4585064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Deliver your key finding or “Big Idea”: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Clear conclusion, a recommendation, or a call to action.</a:t>
            </a:r>
          </a:p>
        </p:txBody>
      </p:sp>
    </p:spTree>
    <p:extLst>
      <p:ext uri="{BB962C8B-B14F-4D97-AF65-F5344CB8AC3E}">
        <p14:creationId xmlns:p14="http://schemas.microsoft.com/office/powerpoint/2010/main" val="26344474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6DE06-C05C-5FBD-8CD5-01D5139CD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E4CCCDF-CA47-2FEF-A954-8F9056B3F60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Finding the narrative hidden within the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F4F7E5-BC8D-5112-B438-2137EA566D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4500" dirty="0"/>
              <a:t>4. Conflict and Stakes – The Hook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B3F9794-114E-2103-DB78-A60981462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 dirty="0"/>
              <a:t>WHAT </a:t>
            </a:r>
            <a:r>
              <a:rPr lang="en-US" dirty="0"/>
              <a:t>is the story you are trying to tell?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823178-0DED-140E-A3F7-6AEE09085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19F098-0183-A939-B3CF-1B1738D396F3}"/>
              </a:ext>
            </a:extLst>
          </p:cNvPr>
          <p:cNvSpPr txBox="1"/>
          <p:nvPr/>
        </p:nvSpPr>
        <p:spPr>
          <a:xfrm>
            <a:off x="468086" y="2513909"/>
            <a:ext cx="6263640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500" dirty="0"/>
              <a:t>“A story without conflict is just a report.”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500" dirty="0"/>
              <a:t>The gap between “</a:t>
            </a:r>
            <a:r>
              <a:rPr lang="en-US" sz="2500" b="1" dirty="0"/>
              <a:t>what is</a:t>
            </a:r>
            <a:r>
              <a:rPr lang="en-US" sz="2500" dirty="0"/>
              <a:t>” and  “</a:t>
            </a:r>
            <a:r>
              <a:rPr lang="en-US" sz="2500" b="1" dirty="0"/>
              <a:t>what could be</a:t>
            </a:r>
            <a:r>
              <a:rPr lang="en-US" sz="2500" dirty="0"/>
              <a:t>”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500" dirty="0"/>
              <a:t>The problem you’re trying to solve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500" dirty="0"/>
              <a:t>The opportunity you identified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500" dirty="0"/>
              <a:t>Tension between two competing metrics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AF8491-B646-27E8-CDFA-FA8881AB7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9026" y="2330208"/>
            <a:ext cx="2835729" cy="3737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0767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7F8DA-5C01-3B17-31AC-527657A8A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F084A-E5F1-05A7-FCC6-AB6B20438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257" y="1812045"/>
            <a:ext cx="9611406" cy="719757"/>
          </a:xfrm>
        </p:spPr>
        <p:txBody>
          <a:bodyPr/>
          <a:lstStyle/>
          <a:p>
            <a:r>
              <a:rPr lang="en-US" dirty="0"/>
              <a:t>Preview: Storytelling with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4B9875-676D-CF4A-3EBA-8401698E08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Part 2 – Articulating that Compelling Story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CA12C1-A697-72ED-24A1-439096752ED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214206-44FD-1E70-849A-21D7024C9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5361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D510891-91BA-2C28-51FC-502754A19AE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Clear, memorable, and persuasive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311BCB3-7E86-62EB-1052-CEB721640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Articulating the Story: The “HOW”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9119D5-AAF3-65C3-A0B1-43EE1BF7A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23</a:t>
            </a:fld>
            <a:endParaRPr lang="en-US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CF44E862-B10A-3997-37AD-3F544FA0F7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5467385"/>
              </p:ext>
            </p:extLst>
          </p:nvPr>
        </p:nvGraphicFramePr>
        <p:xfrm>
          <a:off x="2032000" y="1184366"/>
          <a:ext cx="8128000" cy="49539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51021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D7F5672-8C85-4AB9-AB55-9712D9FC4F2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BC5539C3-412D-4DF6-8F57-7ADEF23E99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833AE47F-CCA7-4F98-A165-FA856DE8A2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1A25C352-0C1B-4301-AA5E-903C17D20F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6B8EB550-E125-450B-9D39-4D96157D5CE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Dgm bld="one"/>
        </p:bldSub>
      </p:bldGraphic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98088-EFDA-5AAD-AC31-F423F3EE8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207BD3-49F5-D16E-2435-1FB6FE7186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Working Session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2A6E5C-2FCE-F184-DD66-E03C31126B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2AA654-07B3-81B7-9920-F3E935F24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2055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0258B-55A4-3689-6734-C1A2FCAD9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That’s a wrap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909704-0E4E-C383-CD7D-EFE8CB5EB58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4" name="Picture 3" descr="A person and dog sitting at a table&#10;&#10;Description automatically generated">
            <a:extLst>
              <a:ext uri="{FF2B5EF4-FFF2-40B4-BE49-F238E27FC236}">
                <a16:creationId xmlns:a16="http://schemas.microsoft.com/office/drawing/2014/main" id="{3BE0D9EC-9CA8-750F-0D41-2D09E426DA6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4417" y="2047264"/>
            <a:ext cx="3072653" cy="4096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0612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B094D54-9501-2FA2-42DF-4EDAC168AEB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At a glance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4AA7F09-0AE1-743D-1A2E-5FA533365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Course Schedule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173431-F956-F0C2-7E54-9D9D0A9C6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26</a:t>
            </a:fld>
            <a:endParaRPr lang="en-US" dirty="0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AC9D014B-7615-24AC-3697-086BB4676A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5371703"/>
              </p:ext>
            </p:extLst>
          </p:nvPr>
        </p:nvGraphicFramePr>
        <p:xfrm>
          <a:off x="1631299" y="1417538"/>
          <a:ext cx="9553432" cy="45882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956042" imgH="2860576" progId="Word.Document.12">
                  <p:embed/>
                </p:oleObj>
              </mc:Choice>
              <mc:Fallback>
                <p:oleObj name="Document" r:id="rId2" imgW="5956042" imgH="286057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31299" y="1417538"/>
                        <a:ext cx="9553432" cy="45882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047800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A6B5A-65D8-8088-9092-6438D1B28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72636-6B15-D2BC-1DB7-21D40FBEB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9CC615-61D6-7494-B4EE-B39B688D59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Titanic – who will survive?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CC65F2-8EC2-3213-0CCB-279D98F1BC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EBB2DB-E4BA-F87A-E84D-EE1DD1492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7147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7B298-B558-1BF6-A635-6F0A8B239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C8FA16-5A85-001E-E753-81EB175FA7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Finding insights from the data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D9638C0-B635-F529-6B6D-A36DA7B8E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Titanic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13EEE7-2EA5-D440-1E26-8FE016D94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7173E6-E907-99DB-2885-F777E692B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86" y="1697737"/>
            <a:ext cx="5500017" cy="37915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C0E39EE-02E5-2123-243A-E3283E53C79A}"/>
              </a:ext>
            </a:extLst>
          </p:cNvPr>
          <p:cNvSpPr txBox="1"/>
          <p:nvPr/>
        </p:nvSpPr>
        <p:spPr>
          <a:xfrm>
            <a:off x="6095997" y="1118713"/>
            <a:ext cx="5851003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Data Understanding &amp; Preparation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Assess the quality of the data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Create a plan to address (through data engineering)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200" dirty="0"/>
              <a:t>Potentially incorrect data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200" dirty="0"/>
              <a:t>Missing data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200" dirty="0"/>
              <a:t>Collection of additional data that might be useful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2A222B-8EE6-4D8E-0EE1-1190624C4223}"/>
              </a:ext>
            </a:extLst>
          </p:cNvPr>
          <p:cNvSpPr txBox="1"/>
          <p:nvPr/>
        </p:nvSpPr>
        <p:spPr>
          <a:xfrm>
            <a:off x="6095997" y="3919480"/>
            <a:ext cx="585100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Decision-making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Given the data you have and the understanding of who is more likely to survive, what else could be done to improve the survival rate?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2200" dirty="0"/>
              <a:t>Obviously, other than “adding more lifeboats”</a:t>
            </a:r>
          </a:p>
        </p:txBody>
      </p:sp>
    </p:spTree>
    <p:extLst>
      <p:ext uri="{BB962C8B-B14F-4D97-AF65-F5344CB8AC3E}">
        <p14:creationId xmlns:p14="http://schemas.microsoft.com/office/powerpoint/2010/main" val="3119931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4A914-6FA4-030D-2D55-AFE9F4CBF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66CA6-8BBE-7957-D6BE-17557129C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Project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ED8AEA-398B-95B8-7DDE-C51CD1DE84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Building your “killer figure”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2CA6B6-9EF3-1C0A-B651-C40FEB7952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203F94-CD0C-8DBC-BB7E-9F42D374E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4767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1A871-D59E-64D1-78BB-84394FC13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BE8231A-34E2-D92E-413A-E728FF5EA61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Building your “killer figure”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D21516-8C88-BCA8-B091-98135D7CBC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ctr"/>
            <a:r>
              <a:rPr lang="en-US" sz="5000" u="sng" dirty="0"/>
              <a:t>Context</a:t>
            </a:r>
          </a:p>
          <a:p>
            <a:pPr algn="ctr"/>
            <a:r>
              <a:rPr lang="en-US" sz="5000" dirty="0"/>
              <a:t>You are pitching a business case to a group of senior technology executives at your company, but a call came in, and the </a:t>
            </a:r>
            <a:r>
              <a:rPr lang="en-US" sz="5000" b="1" dirty="0"/>
              <a:t>CTO will have to leave the meeting in 5 minutes</a:t>
            </a:r>
            <a:r>
              <a:rPr lang="en-US" sz="5000" dirty="0"/>
              <a:t>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E906EA7-423B-076A-6930-484C9C3CA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Team Project Description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E53ED1-485C-32EB-3D7E-C1598D73F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8065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79815-FFAB-D1D3-4199-E2943D936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B62A4F5-AFDF-B597-5C97-DDC14B818D7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Building your “killer figure”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B8CF5E-61D6-4DA4-E7A8-B3403817A1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ctr"/>
            <a:r>
              <a:rPr lang="en-US" sz="5000" u="sng" dirty="0"/>
              <a:t>Challenge</a:t>
            </a:r>
          </a:p>
          <a:p>
            <a:pPr algn="ctr"/>
            <a:r>
              <a:rPr lang="en-US" sz="5000" dirty="0"/>
              <a:t>You have</a:t>
            </a:r>
            <a:r>
              <a:rPr lang="en-US" sz="5000" b="1" dirty="0"/>
              <a:t> 5 minutes </a:t>
            </a:r>
            <a:r>
              <a:rPr lang="en-US" sz="5000" dirty="0"/>
              <a:t>to summarize your key findings, assumptions, and/or projections to convince your CTO that </a:t>
            </a:r>
            <a:r>
              <a:rPr lang="en-US" sz="5000" b="1" dirty="0"/>
              <a:t>YOUR project </a:t>
            </a:r>
            <a:r>
              <a:rPr lang="en-US" sz="5000" dirty="0"/>
              <a:t>is worth funding. </a:t>
            </a:r>
            <a:endParaRPr lang="en-US" sz="5000" b="1" dirty="0"/>
          </a:p>
          <a:p>
            <a:pPr algn="ctr"/>
            <a:endParaRPr lang="en-US" sz="50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39C78A0-5624-0A97-E046-E7D86026E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Team Project Description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8DE243-3DD0-AD9E-C937-F84431F62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01075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5BF64E3-FE41-84B9-A36B-3F9970E929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Professor from Harvard Business School </a:t>
            </a:r>
            <a:r>
              <a:rPr lang="en-US" dirty="0">
                <a:hlinkClick r:id="rId2"/>
              </a:rPr>
              <a:t>https://www.hbs.edu/faculty/Pages/profile.aspx?facId=320524</a:t>
            </a:r>
            <a:r>
              <a:rPr lang="en-US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2D9A1E-DBC0-CB95-21B1-8AEC1A6E5F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64" y="1630017"/>
            <a:ext cx="5980172" cy="398757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FA0AC98-A518-C652-56F0-F019876A0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Ryan Buell’s famous “Killer Figure”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CBEB3E-413F-7B38-4F56-C17C78D4A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D6C27A-58E1-322F-C2F0-4A62C3DDDA91}"/>
              </a:ext>
            </a:extLst>
          </p:cNvPr>
          <p:cNvSpPr txBox="1"/>
          <p:nvPr/>
        </p:nvSpPr>
        <p:spPr>
          <a:xfrm>
            <a:off x="6844352" y="2175215"/>
            <a:ext cx="423763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“You should be able to summarize your entire presentation using </a:t>
            </a:r>
            <a:r>
              <a:rPr lang="en-US" sz="3000" b="1" dirty="0"/>
              <a:t>ONE KILLER FIGURE</a:t>
            </a:r>
            <a:r>
              <a:rPr lang="en-US" sz="3000" dirty="0"/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1489834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86D45-40C4-304A-E336-3196DEF12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16BA787-41D6-167F-8003-F9B94E7A67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Building your “killer figure”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A66C13-264E-C9DB-8E89-4BF6C726AE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ctr"/>
            <a:r>
              <a:rPr lang="en-US" sz="5000" u="sng" dirty="0"/>
              <a:t>Your Tasks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3000" dirty="0"/>
              <a:t>Identify a domain that is interesting to your team.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3000" dirty="0"/>
              <a:t>Find a dataset in that domain (common places to look: </a:t>
            </a:r>
            <a:r>
              <a:rPr lang="en-US" sz="3000" dirty="0" err="1"/>
              <a:t>HuggingFace</a:t>
            </a:r>
            <a:r>
              <a:rPr lang="en-US" sz="3000" dirty="0"/>
              <a:t>, Kaggle, UCI, Papers with Code)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3000" dirty="0"/>
              <a:t>Craft a project idea based on the data you are using (more on the next slide)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3000" dirty="0"/>
              <a:t>Create one killer figure that clearly tells your story</a:t>
            </a:r>
          </a:p>
          <a:p>
            <a:pPr marL="914400" indent="-914400">
              <a:buFont typeface="+mj-lt"/>
              <a:buAutoNum type="arabicPeriod"/>
            </a:pPr>
            <a:r>
              <a:rPr lang="en-US" sz="3000" dirty="0"/>
              <a:t>5-minute in-class presentation using the killer figure</a:t>
            </a:r>
          </a:p>
          <a:p>
            <a:pPr marL="914400" indent="-914400">
              <a:buFont typeface="+mj-lt"/>
              <a:buAutoNum type="arabicPeriod"/>
            </a:pPr>
            <a:endParaRPr lang="en-US" sz="50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30C86E8-BFD6-46EE-452B-09D61AC02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Team Project Description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24D19-130E-6BE1-ED85-43D3F03F5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7121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65BCF-C4ED-8D26-CE8E-068E1277B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C64A04F-EDA4-97D5-A153-8238B629A3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Building your “killer figure”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94A690-4018-95BC-081A-8755CD03CA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ctr"/>
            <a:r>
              <a:rPr lang="en-US" sz="5000" u="sng" dirty="0"/>
              <a:t>Project Objectives</a:t>
            </a:r>
          </a:p>
          <a:p>
            <a:pPr lvl="1"/>
            <a:endParaRPr lang="en-US" sz="3600" dirty="0"/>
          </a:p>
          <a:p>
            <a:pPr marL="1200150" lvl="1" indent="-742950">
              <a:buFont typeface="+mj-lt"/>
              <a:buAutoNum type="arabicPeriod"/>
            </a:pPr>
            <a:r>
              <a:rPr lang="en-US" sz="3600" dirty="0"/>
              <a:t>Crafting a compelling story with data</a:t>
            </a:r>
          </a:p>
          <a:p>
            <a:pPr marL="1200150" lvl="1" indent="-742950">
              <a:buFont typeface="+mj-lt"/>
              <a:buAutoNum type="arabicPeriod"/>
            </a:pPr>
            <a:r>
              <a:rPr lang="en-US" sz="3600" dirty="0"/>
              <a:t>Clearly articulate that story with </a:t>
            </a:r>
            <a:r>
              <a:rPr lang="en-US" sz="3600" b="1" dirty="0"/>
              <a:t>one</a:t>
            </a:r>
            <a:r>
              <a:rPr lang="en-US" sz="3600" dirty="0"/>
              <a:t> killer figure</a:t>
            </a:r>
          </a:p>
          <a:p>
            <a:pPr marL="1200150" lvl="1" indent="-742950">
              <a:buFont typeface="+mj-lt"/>
              <a:buAutoNum type="arabicPeriod"/>
            </a:pPr>
            <a:r>
              <a:rPr lang="en-US" sz="3600" dirty="0"/>
              <a:t>Be creative and have fun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499413F-3A99-F385-4DBB-43C37F8B5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Team Project Description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5AFFC5-006B-8CFD-2001-60ABE93CA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957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648A2-354F-F9C9-03BE-308AE063E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FAE0DB9-0F85-C3AA-6E87-963560DBCA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Building your “killer figure”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C20667-CE66-1E15-57E2-B98A4920B5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ctr"/>
            <a:r>
              <a:rPr lang="en-US" sz="5000" u="sng" dirty="0"/>
              <a:t>Crafting Your Idea</a:t>
            </a:r>
          </a:p>
          <a:p>
            <a:pPr marL="1200150" lvl="1" indent="-742950">
              <a:buFont typeface="+mj-lt"/>
              <a:buAutoNum type="arabicPeriod"/>
            </a:pPr>
            <a:endParaRPr lang="en-US" sz="3600" dirty="0"/>
          </a:p>
          <a:p>
            <a:pPr marL="1200150" lvl="1" indent="-742950">
              <a:buFont typeface="+mj-lt"/>
              <a:buAutoNum type="arabicPeriod"/>
            </a:pPr>
            <a:r>
              <a:rPr lang="en-US" sz="3600" dirty="0"/>
              <a:t>What problems are you trying to solve?</a:t>
            </a:r>
          </a:p>
          <a:p>
            <a:pPr marL="1200150" lvl="1" indent="-742950">
              <a:buFont typeface="+mj-lt"/>
              <a:buAutoNum type="arabicPeriod"/>
            </a:pPr>
            <a:r>
              <a:rPr lang="en-US" sz="3600" dirty="0"/>
              <a:t>What questions are you trying to answer?</a:t>
            </a:r>
          </a:p>
          <a:p>
            <a:pPr marL="1200150" lvl="1" indent="-742950">
              <a:buFont typeface="+mj-lt"/>
              <a:buAutoNum type="arabicPeriod"/>
            </a:pPr>
            <a:r>
              <a:rPr lang="en-US" sz="3600" dirty="0"/>
              <a:t>What kind of data will you need?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6397857-4DF1-6BBD-AFCC-1F6DBF9FE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Team Project Description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E6DE15-B5A6-CCF7-A9B4-A3A35C2DD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88190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8B837-1E08-24E2-67DC-E77751FF1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648663C-6ACA-F01B-5013-D2E61E815A3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Building your “killer figure”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325F465-644D-C612-E5E8-DEF1EA77B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Team Project Description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219868-6EDC-64F3-4882-74B7611D3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8E6F64-EE0F-7249-D3F5-EBA688777172}"/>
              </a:ext>
            </a:extLst>
          </p:cNvPr>
          <p:cNvSpPr txBox="1"/>
          <p:nvPr/>
        </p:nvSpPr>
        <p:spPr>
          <a:xfrm>
            <a:off x="457200" y="1446018"/>
            <a:ext cx="351429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Punchline:</a:t>
            </a:r>
          </a:p>
          <a:p>
            <a:r>
              <a:rPr lang="en-US" sz="3000" dirty="0"/>
              <a:t>The first-class children have only a slightly higher survival percentage (50%) than the third-class children (46.7%)!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73ABE56-5875-3E7E-9520-C240897A4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2700" y="954291"/>
            <a:ext cx="7934325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7603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6A0AB-8515-E66C-F429-A8F3EEF62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5AF823D-B752-D648-9B49-9784524F0C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Building your “killer figure”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BE57EB2-DAB4-1C29-D2A6-0FAF95799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Team Project Description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0290E3-D515-A709-9485-C75BFA4E7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BB27BF-309A-EDB4-4220-25FC372EE487}"/>
              </a:ext>
            </a:extLst>
          </p:cNvPr>
          <p:cNvSpPr txBox="1"/>
          <p:nvPr/>
        </p:nvSpPr>
        <p:spPr>
          <a:xfrm>
            <a:off x="457200" y="1446018"/>
            <a:ext cx="1027676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The first-class children pay, on average $151, which is 6 times higher than third-class children, who pay, on average $23. And yet, the company failed to ensure their safety.</a:t>
            </a:r>
          </a:p>
          <a:p>
            <a:endParaRPr lang="en-US" sz="3000" dirty="0"/>
          </a:p>
          <a:p>
            <a:r>
              <a:rPr lang="en-US" sz="3000" dirty="0"/>
              <a:t>Business proposal to  </a:t>
            </a:r>
          </a:p>
          <a:p>
            <a:pPr marL="514350" indent="-514350">
              <a:buAutoNum type="arabicPeriod"/>
            </a:pPr>
            <a:r>
              <a:rPr lang="en-US" sz="3000" dirty="0"/>
              <a:t>Improve the overall survival percentage for all children.</a:t>
            </a:r>
          </a:p>
        </p:txBody>
      </p:sp>
    </p:spTree>
    <p:extLst>
      <p:ext uri="{BB962C8B-B14F-4D97-AF65-F5344CB8AC3E}">
        <p14:creationId xmlns:p14="http://schemas.microsoft.com/office/powerpoint/2010/main" val="38261560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5B1B2-E83F-13BD-4073-1EF81365A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99A492B-2AE6-9394-3807-CEFF1908B76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Building your “killer figure”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912E7F-C49A-D7A4-7AA7-8B1D30640E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3429000"/>
            <a:ext cx="11266713" cy="2569029"/>
          </a:xfrm>
        </p:spPr>
        <p:txBody>
          <a:bodyPr/>
          <a:lstStyle/>
          <a:p>
            <a:pPr algn="ctr"/>
            <a:r>
              <a:rPr lang="en-US" sz="5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Consulting Firms Make Complex Topics Simple</a:t>
            </a:r>
            <a:r>
              <a:rPr lang="en-US" sz="5000" dirty="0"/>
              <a:t> </a:t>
            </a:r>
          </a:p>
          <a:p>
            <a:pPr algn="ctr"/>
            <a:r>
              <a:rPr lang="en-US" sz="5000" dirty="0"/>
              <a:t>Analyst Academy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6771D09-FC4B-6977-8000-FEB8AD71A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Team Project Description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781D3D-FBF7-3684-7259-3AEA715E3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25985B-B20A-2B45-A802-1619D78E1BCA}"/>
              </a:ext>
            </a:extLst>
          </p:cNvPr>
          <p:cNvSpPr txBox="1"/>
          <p:nvPr/>
        </p:nvSpPr>
        <p:spPr>
          <a:xfrm>
            <a:off x="1581435" y="1589250"/>
            <a:ext cx="835413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500" dirty="0"/>
              <a:t>Watch this video for inspiration (as needed)</a:t>
            </a:r>
          </a:p>
        </p:txBody>
      </p:sp>
    </p:spTree>
    <p:extLst>
      <p:ext uri="{BB962C8B-B14F-4D97-AF65-F5344CB8AC3E}">
        <p14:creationId xmlns:p14="http://schemas.microsoft.com/office/powerpoint/2010/main" val="157072000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05879B8-7AC4-B8AA-C45A-82528683D70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Some recommendations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A224E8-01C9-791A-8FC0-73E23A88B5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b="1" dirty="0" err="1"/>
              <a:t>Huggingface</a:t>
            </a:r>
            <a:r>
              <a:rPr lang="en-US" sz="2500" dirty="0"/>
              <a:t>: </a:t>
            </a:r>
            <a:r>
              <a:rPr lang="en-US" sz="2500" dirty="0">
                <a:hlinkClick r:id="rId2"/>
              </a:rPr>
              <a:t>https://huggingface.co/docs/datasets/en/index</a:t>
            </a:r>
            <a:endParaRPr lang="en-US" sz="25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b="1" dirty="0"/>
              <a:t>Kaggle</a:t>
            </a:r>
            <a:r>
              <a:rPr lang="en-US" sz="2500" dirty="0"/>
              <a:t>: </a:t>
            </a:r>
            <a:r>
              <a:rPr lang="en-US" sz="2500" dirty="0">
                <a:hlinkClick r:id="rId3"/>
              </a:rPr>
              <a:t>https://www.kaggle.com/datasets</a:t>
            </a:r>
            <a:r>
              <a:rPr lang="en-US" sz="2500" dirty="0"/>
              <a:t> (Here you will also easily find code/notebooks from others, but be careful when using someone else's code - it might take more time to debug than write your own) 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b="1" dirty="0"/>
              <a:t>UCI</a:t>
            </a:r>
            <a:r>
              <a:rPr lang="en-US" sz="2500" dirty="0"/>
              <a:t>: </a:t>
            </a:r>
            <a:r>
              <a:rPr lang="en-US" sz="2500" dirty="0">
                <a:hlinkClick r:id="rId4"/>
              </a:rPr>
              <a:t>https://archive.ics.uci.edu/datasets</a:t>
            </a:r>
            <a:endParaRPr lang="en-US" sz="25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500" b="1" dirty="0"/>
              <a:t>Papers with code</a:t>
            </a:r>
            <a:r>
              <a:rPr lang="en-US" sz="2500" dirty="0"/>
              <a:t>: </a:t>
            </a:r>
            <a:r>
              <a:rPr lang="en-US" sz="2500" dirty="0">
                <a:hlinkClick r:id="rId5"/>
              </a:rPr>
              <a:t>https://paperswithcode.com/datasets</a:t>
            </a:r>
            <a:r>
              <a:rPr lang="en-US" sz="2500" dirty="0"/>
              <a:t> (this one is great if you want to read the research that's been done on the particular dataset)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28811BC-5BA2-81C6-1EEB-C630129FE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Common Data Sources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BB28C8-C8B1-749A-DBE8-739C4ABB2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6722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7366E29-B22E-1EBF-5E0B-EF56174AC16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Course objectives &amp; preferred tools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59276A-62E1-1EF8-F1F8-ED3AB523A0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1522852"/>
            <a:ext cx="10863619" cy="4454706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000" dirty="0"/>
              <a:t>Course objectives: Who, What, When, Where…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3000" dirty="0"/>
              <a:t>Exercising your </a:t>
            </a:r>
            <a:r>
              <a:rPr lang="en-US" sz="3000" b="1" dirty="0"/>
              <a:t>managerial muscles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3000" dirty="0"/>
              <a:t>Focus on the </a:t>
            </a:r>
            <a:r>
              <a:rPr lang="en-US" sz="3000" b="1" dirty="0"/>
              <a:t>story behind the data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000" dirty="0"/>
              <a:t>You are free to use whatever graphical tools you are most familiar with (this course is </a:t>
            </a:r>
            <a:r>
              <a:rPr lang="en-US" sz="3000" b="1" dirty="0"/>
              <a:t>not about the HOW</a:t>
            </a:r>
            <a:r>
              <a:rPr lang="en-US" sz="3000" dirty="0"/>
              <a:t>)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4500" dirty="0"/>
              <a:t>Special </a:t>
            </a:r>
            <a:r>
              <a:rPr lang="en-US" sz="4500" b="1" dirty="0"/>
              <a:t>Workshops</a:t>
            </a:r>
            <a:r>
              <a:rPr lang="en-US" sz="4500" dirty="0"/>
              <a:t> during TA office hours on Tuesdays.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0C1B422-2364-1405-7B93-291313965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to use Power BI, Tableau, Excel/ VBA, Python, R…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00C2FE-4EC9-E896-2E4D-812A18609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0286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05C87-61BA-F90B-5419-6DA1FB343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Wood human figure">
            <a:extLst>
              <a:ext uri="{FF2B5EF4-FFF2-40B4-BE49-F238E27FC236}">
                <a16:creationId xmlns:a16="http://schemas.microsoft.com/office/drawing/2014/main" id="{9E5C0A58-9486-DB4A-2C81-A2AAD36F00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noFill/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5CCB4B7E-CBB1-C8FC-161A-A6A6D7E8D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5051" y="822723"/>
            <a:ext cx="7712773" cy="1401419"/>
          </a:xfrm>
        </p:spPr>
        <p:txBody>
          <a:bodyPr anchor="ctr">
            <a:normAutofit/>
          </a:bodyPr>
          <a:lstStyle/>
          <a:p>
            <a:r>
              <a:rPr lang="en-US" dirty="0"/>
              <a:t>Questions?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1159085-98DE-4758-CF7F-4AE3651729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8972" y="6085510"/>
            <a:ext cx="11266714" cy="449263"/>
          </a:xfrm>
        </p:spPr>
        <p:txBody>
          <a:bodyPr>
            <a:norm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CF0895E6-1D03-C96C-7398-7C40FB8E474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634663" y="6290433"/>
            <a:ext cx="110013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F994776A-187E-9540-9EA4-8D5781AB769D}" type="slidenum">
              <a:rPr lang="en-US" smtClean="0"/>
              <a:pPr>
                <a:spcAft>
                  <a:spcPts val="600"/>
                </a:spcAft>
              </a:pPr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462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EFFFF"/>
      </a:lt1>
      <a:dk2>
        <a:srgbClr val="55585F"/>
      </a:dk2>
      <a:lt2>
        <a:srgbClr val="CECACB"/>
      </a:lt2>
      <a:accent1>
        <a:srgbClr val="CFB891"/>
      </a:accent1>
      <a:accent2>
        <a:srgbClr val="555960"/>
      </a:accent2>
      <a:accent3>
        <a:srgbClr val="8D6F3D"/>
      </a:accent3>
      <a:accent4>
        <a:srgbClr val="FFFFFF"/>
      </a:accent4>
      <a:accent5>
        <a:srgbClr val="DAAA00"/>
      </a:accent5>
      <a:accent6>
        <a:srgbClr val="9D9694"/>
      </a:accent6>
      <a:hlink>
        <a:srgbClr val="000000"/>
      </a:hlink>
      <a:folHlink>
        <a:srgbClr val="FEFFFF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GMT_lecture" id="{747DC2A2-EEE5-334E-812D-36A71899033A}" vid="{4F570285-B5C5-1346-8072-0076D2FCB5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E202481DC1CB46AA011D949D311478" ma:contentTypeVersion="14" ma:contentTypeDescription="Create a new document." ma:contentTypeScope="" ma:versionID="525164dac9297210c095a5bd80287f9a">
  <xsd:schema xmlns:xsd="http://www.w3.org/2001/XMLSchema" xmlns:xs="http://www.w3.org/2001/XMLSchema" xmlns:p="http://schemas.microsoft.com/office/2006/metadata/properties" xmlns:ns2="37af3f4b-4b66-46f9-8456-831d9bc3e737" xmlns:ns3="d6656b4d-3fa0-4709-acfb-d5e813445d1e" targetNamespace="http://schemas.microsoft.com/office/2006/metadata/properties" ma:root="true" ma:fieldsID="47e49e78aff16fc85174c3b1ac7b7e79" ns2:_="" ns3:_="">
    <xsd:import namespace="37af3f4b-4b66-46f9-8456-831d9bc3e737"/>
    <xsd:import namespace="d6656b4d-3fa0-4709-acfb-d5e813445d1e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af3f4b-4b66-46f9-8456-831d9bc3e73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8e9e90a8-b24c-4be7-8760-a88b2cd47e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656b4d-3fa0-4709-acfb-d5e813445d1e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4ebcf308-42de-4d63-b51a-b2360cc04078}" ma:internalName="TaxCatchAll" ma:showField="CatchAllData" ma:web="d6656b4d-3fa0-4709-acfb-d5e813445d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6656b4d-3fa0-4709-acfb-d5e813445d1e">
      <UserInfo>
        <DisplayName>Schott, Thomas H.</DisplayName>
        <AccountId>17</AccountId>
        <AccountType/>
      </UserInfo>
      <UserInfo>
        <DisplayName>Sarault, Olivia M</DisplayName>
        <AccountId>29</AccountId>
        <AccountType/>
      </UserInfo>
      <UserInfo>
        <DisplayName>Hiller, Kelly R</DisplayName>
        <AccountId>98</AccountId>
        <AccountType/>
      </UserInfo>
      <UserInfo>
        <DisplayName>Eddy, Abigail Ellen</DisplayName>
        <AccountId>46</AccountId>
        <AccountType/>
      </UserInfo>
      <UserInfo>
        <DisplayName>Gu, Yu Rain</DisplayName>
        <AccountId>77</AccountId>
        <AccountType/>
      </UserInfo>
      <UserInfo>
        <DisplayName>Reese, Kristy S</DisplayName>
        <AccountId>26</AccountId>
        <AccountType/>
      </UserInfo>
    </SharedWithUsers>
    <lcf76f155ced4ddcb4097134ff3c332f xmlns="37af3f4b-4b66-46f9-8456-831d9bc3e737">
      <Terms xmlns="http://schemas.microsoft.com/office/infopath/2007/PartnerControls"/>
    </lcf76f155ced4ddcb4097134ff3c332f>
    <TaxCatchAll xmlns="d6656b4d-3fa0-4709-acfb-d5e813445d1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27F8518-0786-4241-9955-5A8DAADF5AF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7af3f4b-4b66-46f9-8456-831d9bc3e737"/>
    <ds:schemaRef ds:uri="d6656b4d-3fa0-4709-acfb-d5e813445d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1DE0D6C-581B-4814-98E7-EF172D5D46A1}">
  <ds:schemaRefs>
    <ds:schemaRef ds:uri="http://purl.org/dc/dcmitype/"/>
    <ds:schemaRef ds:uri="http://purl.org/dc/elements/1.1/"/>
    <ds:schemaRef ds:uri="http://purl.org/dc/terms/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d6656b4d-3fa0-4709-acfb-d5e813445d1e"/>
    <ds:schemaRef ds:uri="37af3f4b-4b66-46f9-8456-831d9bc3e737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F5B64EEB-1B4A-4920-AA44-E234D7D487D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MGMT_lecture_RobE</Template>
  <TotalTime>3604</TotalTime>
  <Words>1903</Words>
  <Application>Microsoft Office PowerPoint</Application>
  <PresentationFormat>Widescreen</PresentationFormat>
  <Paragraphs>279</Paragraphs>
  <Slides>41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3" baseType="lpstr">
      <vt:lpstr>Acumin Pro Semibold</vt:lpstr>
      <vt:lpstr>Franklin Gothic Medium Cond</vt:lpstr>
      <vt:lpstr>Calibri</vt:lpstr>
      <vt:lpstr>Arial</vt:lpstr>
      <vt:lpstr>Wingdings</vt:lpstr>
      <vt:lpstr>Acumin Pro Medium</vt:lpstr>
      <vt:lpstr>Acumin Pro</vt:lpstr>
      <vt:lpstr>Franklin Gothic Medium</vt:lpstr>
      <vt:lpstr>Franklin Gothic Book</vt:lpstr>
      <vt:lpstr>Acumin Pro Condensed Semibold</vt:lpstr>
      <vt:lpstr>Office Theme</vt:lpstr>
      <vt:lpstr>Document</vt:lpstr>
      <vt:lpstr>MGMT590 - Visual Analytics</vt:lpstr>
      <vt:lpstr>Today’s Agenda</vt:lpstr>
      <vt:lpstr>Special Graph “Show and tell”</vt:lpstr>
      <vt:lpstr>Module 4: Storytelling with Data</vt:lpstr>
      <vt:lpstr>PowerPoint Presentation</vt:lpstr>
      <vt:lpstr>Storytelling with data</vt:lpstr>
      <vt:lpstr>The Penrose triangle</vt:lpstr>
      <vt:lpstr>Storytelling with Data</vt:lpstr>
      <vt:lpstr>WHAT is the story you are trying to tell?</vt:lpstr>
      <vt:lpstr>WHAT is the story you are trying to tell?</vt:lpstr>
      <vt:lpstr>Technology Managers vs. HR Managers</vt:lpstr>
      <vt:lpstr>WHAT is the story you are trying to tell?</vt:lpstr>
      <vt:lpstr>WHAT is the story you are trying to tell?</vt:lpstr>
      <vt:lpstr>WHAT is the story you are trying to tell?</vt:lpstr>
      <vt:lpstr>Questions? </vt:lpstr>
      <vt:lpstr>Yes, coach – I got this</vt:lpstr>
      <vt:lpstr>In class exercise</vt:lpstr>
      <vt:lpstr>WHAT is the story you are trying to tell?</vt:lpstr>
      <vt:lpstr>WHAT is the story you are trying to tell?</vt:lpstr>
      <vt:lpstr>WHAT is the story you are trying to tell?</vt:lpstr>
      <vt:lpstr>WHAT is the story you are trying to tell?</vt:lpstr>
      <vt:lpstr>Preview: Storytelling with Data</vt:lpstr>
      <vt:lpstr>Articulating the Story: The “HOW”</vt:lpstr>
      <vt:lpstr>Assignment 1</vt:lpstr>
      <vt:lpstr>That’s a wrap</vt:lpstr>
      <vt:lpstr>Course Schedule</vt:lpstr>
      <vt:lpstr>Assignment 1</vt:lpstr>
      <vt:lpstr>Titanic</vt:lpstr>
      <vt:lpstr>Team Project</vt:lpstr>
      <vt:lpstr>Team Project Description</vt:lpstr>
      <vt:lpstr>Team Project Description</vt:lpstr>
      <vt:lpstr>Ryan Buell’s famous “Killer Figure”</vt:lpstr>
      <vt:lpstr>Team Project Description</vt:lpstr>
      <vt:lpstr>Team Project Description</vt:lpstr>
      <vt:lpstr>Team Project Description</vt:lpstr>
      <vt:lpstr>Team Project Description</vt:lpstr>
      <vt:lpstr>Team Project Description</vt:lpstr>
      <vt:lpstr>Team Project Description</vt:lpstr>
      <vt:lpstr>Common Data Sources</vt:lpstr>
      <vt:lpstr>How to use Power BI, Tableau, Excel/ VBA, Python, R…</vt:lpstr>
      <vt:lpstr>Questions?</vt:lpstr>
    </vt:vector>
  </TitlesOfParts>
  <Company>Purdue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Cecilia Ying</dc:creator>
  <cp:lastModifiedBy>Cecilia Ying</cp:lastModifiedBy>
  <cp:revision>182</cp:revision>
  <dcterms:created xsi:type="dcterms:W3CDTF">2025-05-19T00:14:27Z</dcterms:created>
  <dcterms:modified xsi:type="dcterms:W3CDTF">2025-09-15T15:12:33Z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0x01010054E202481DC1CB46AA011D949D311478</vt:lpwstr>
  </property>
  <property fmtid="{D5CDD505-2E9C-101B-9397-08002B2CF9AE}" pid="3" name="MediaServiceImageTags">
    <vt:lpwstr/>
  </property>
  <property fmtid="{D5CDD505-2E9C-101B-9397-08002B2CF9AE}" pid="4" name="MSIP_Label_f7606f69-b0ae-4874-be30-7d43a3c7be10_Enabled">
    <vt:lpwstr>true</vt:lpwstr>
  </property>
  <property fmtid="{D5CDD505-2E9C-101B-9397-08002B2CF9AE}" pid="5" name="MSIP_Label_f7606f69-b0ae-4874-be30-7d43a3c7be10_SetDate">
    <vt:lpwstr>2025-05-19T00:14:54Z</vt:lpwstr>
  </property>
  <property fmtid="{D5CDD505-2E9C-101B-9397-08002B2CF9AE}" pid="6" name="MSIP_Label_f7606f69-b0ae-4874-be30-7d43a3c7be10_Method">
    <vt:lpwstr>Standard</vt:lpwstr>
  </property>
  <property fmtid="{D5CDD505-2E9C-101B-9397-08002B2CF9AE}" pid="7" name="MSIP_Label_f7606f69-b0ae-4874-be30-7d43a3c7be10_Name">
    <vt:lpwstr>defa4170-0d19-0005-0001-bc88714345d2</vt:lpwstr>
  </property>
  <property fmtid="{D5CDD505-2E9C-101B-9397-08002B2CF9AE}" pid="8" name="MSIP_Label_f7606f69-b0ae-4874-be30-7d43a3c7be10_SiteId">
    <vt:lpwstr>4130bd39-7c53-419c-b1e5-8758d6d63f21</vt:lpwstr>
  </property>
  <property fmtid="{D5CDD505-2E9C-101B-9397-08002B2CF9AE}" pid="9" name="MSIP_Label_f7606f69-b0ae-4874-be30-7d43a3c7be10_ActionId">
    <vt:lpwstr>999e95f5-5fe3-43c1-9d56-8c2627af7790</vt:lpwstr>
  </property>
  <property fmtid="{D5CDD505-2E9C-101B-9397-08002B2CF9AE}" pid="10" name="MSIP_Label_f7606f69-b0ae-4874-be30-7d43a3c7be10_ContentBits">
    <vt:lpwstr>0</vt:lpwstr>
  </property>
  <property fmtid="{D5CDD505-2E9C-101B-9397-08002B2CF9AE}" pid="11" name="MSIP_Label_f7606f69-b0ae-4874-be30-7d43a3c7be10_Tag">
    <vt:lpwstr>10, 3, 0, 1</vt:lpwstr>
  </property>
</Properties>
</file>