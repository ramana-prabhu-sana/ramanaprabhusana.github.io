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ink/ink39.xml" ContentType="application/inkml+xml"/>
  <Override PartName="/ppt/ink/ink40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55"/>
  </p:notesMasterIdLst>
  <p:sldIdLst>
    <p:sldId id="267" r:id="rId5"/>
    <p:sldId id="452" r:id="rId6"/>
    <p:sldId id="453" r:id="rId7"/>
    <p:sldId id="566" r:id="rId8"/>
    <p:sldId id="505" r:id="rId9"/>
    <p:sldId id="508" r:id="rId10"/>
    <p:sldId id="572" r:id="rId11"/>
    <p:sldId id="506" r:id="rId12"/>
    <p:sldId id="497" r:id="rId13"/>
    <p:sldId id="500" r:id="rId14"/>
    <p:sldId id="498" r:id="rId15"/>
    <p:sldId id="567" r:id="rId16"/>
    <p:sldId id="574" r:id="rId17"/>
    <p:sldId id="575" r:id="rId18"/>
    <p:sldId id="576" r:id="rId19"/>
    <p:sldId id="568" r:id="rId20"/>
    <p:sldId id="573" r:id="rId21"/>
    <p:sldId id="539" r:id="rId22"/>
    <p:sldId id="571" r:id="rId23"/>
    <p:sldId id="492" r:id="rId24"/>
    <p:sldId id="316" r:id="rId25"/>
    <p:sldId id="317" r:id="rId26"/>
    <p:sldId id="577" r:id="rId27"/>
    <p:sldId id="578" r:id="rId28"/>
    <p:sldId id="579" r:id="rId29"/>
    <p:sldId id="455" r:id="rId30"/>
    <p:sldId id="329" r:id="rId31"/>
    <p:sldId id="269" r:id="rId32"/>
    <p:sldId id="509" r:id="rId33"/>
    <p:sldId id="510" r:id="rId34"/>
    <p:sldId id="511" r:id="rId35"/>
    <p:sldId id="512" r:id="rId36"/>
    <p:sldId id="513" r:id="rId37"/>
    <p:sldId id="515" r:id="rId38"/>
    <p:sldId id="516" r:id="rId39"/>
    <p:sldId id="517" r:id="rId40"/>
    <p:sldId id="514" r:id="rId41"/>
    <p:sldId id="304" r:id="rId42"/>
    <p:sldId id="456" r:id="rId43"/>
    <p:sldId id="468" r:id="rId44"/>
    <p:sldId id="457" r:id="rId45"/>
    <p:sldId id="470" r:id="rId46"/>
    <p:sldId id="476" r:id="rId47"/>
    <p:sldId id="472" r:id="rId48"/>
    <p:sldId id="480" r:id="rId49"/>
    <p:sldId id="481" r:id="rId50"/>
    <p:sldId id="477" r:id="rId51"/>
    <p:sldId id="471" r:id="rId52"/>
    <p:sldId id="459" r:id="rId53"/>
    <p:sldId id="280" r:id="rId54"/>
  </p:sldIdLst>
  <p:sldSz cx="12192000" cy="6858000"/>
  <p:notesSz cx="6858000" cy="9144000"/>
  <p:embeddedFontLst>
    <p:embeddedFont>
      <p:font typeface="Acumin Pro" panose="020B0504020202020204" pitchFamily="34" charset="77"/>
      <p:regular r:id="rId56"/>
      <p:bold r:id="rId57"/>
      <p:italic r:id="rId58"/>
      <p:boldItalic r:id="rId59"/>
    </p:embeddedFont>
    <p:embeddedFont>
      <p:font typeface="Acumin Pro Condensed Semibold" panose="020B0506020202020204" pitchFamily="34" charset="77"/>
      <p:regular r:id="rId60"/>
      <p:bold r:id="rId61"/>
      <p:italic r:id="rId62"/>
      <p:boldItalic r:id="rId63"/>
    </p:embeddedFont>
    <p:embeddedFont>
      <p:font typeface="Acumin Pro Medium" panose="020B0604020202020204" pitchFamily="34" charset="77"/>
      <p:regular r:id="rId64"/>
      <p:italic r:id="rId65"/>
    </p:embeddedFont>
    <p:embeddedFont>
      <p:font typeface="Acumin Pro Semibold" panose="020B0704020202020204" pitchFamily="34" charset="77"/>
      <p:regular r:id="rId66"/>
      <p:bold r:id="rId67"/>
      <p:italic r:id="rId68"/>
      <p:boldItalic r:id="rId69"/>
    </p:embeddedFont>
    <p:embeddedFont>
      <p:font typeface="Franklin Gothic Book" panose="020B0503020102020204" pitchFamily="34" charset="0"/>
      <p:regular r:id="rId70"/>
      <p:italic r:id="rId71"/>
    </p:embeddedFont>
    <p:embeddedFont>
      <p:font typeface="Franklin Gothic Medium" panose="020B0603020102020204" pitchFamily="34" charset="0"/>
      <p:regular r:id="rId72"/>
      <p:italic r:id="rId73"/>
    </p:embeddedFont>
    <p:embeddedFont>
      <p:font typeface="Franklin Gothic Medium Cond" panose="020B0606030402020204" pitchFamily="34" charset="0"/>
      <p:regular r:id="rId7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BF9D4ED-34DD-459C-B077-609AE9A63272}">
          <p14:sldIdLst>
            <p14:sldId id="267"/>
            <p14:sldId id="452"/>
            <p14:sldId id="453"/>
          </p14:sldIdLst>
        </p14:section>
        <p14:section name="Ass1 debrief" id="{73985E26-5993-4F8F-99F6-ED9B38DEE5B5}">
          <p14:sldIdLst>
            <p14:sldId id="566"/>
            <p14:sldId id="505"/>
            <p14:sldId id="508"/>
            <p14:sldId id="572"/>
            <p14:sldId id="506"/>
            <p14:sldId id="497"/>
            <p14:sldId id="500"/>
            <p14:sldId id="498"/>
            <p14:sldId id="567"/>
            <p14:sldId id="574"/>
            <p14:sldId id="575"/>
            <p14:sldId id="576"/>
            <p14:sldId id="568"/>
            <p14:sldId id="573"/>
          </p14:sldIdLst>
        </p14:section>
        <p14:section name="Cluster Visual" id="{07FB8197-2C5C-49DF-B697-1793C8286BBF}">
          <p14:sldIdLst>
            <p14:sldId id="539"/>
            <p14:sldId id="571"/>
            <p14:sldId id="492"/>
            <p14:sldId id="316"/>
            <p14:sldId id="317"/>
            <p14:sldId id="577"/>
            <p14:sldId id="578"/>
            <p14:sldId id="579"/>
            <p14:sldId id="455"/>
            <p14:sldId id="329"/>
            <p14:sldId id="269"/>
          </p14:sldIdLst>
        </p14:section>
        <p14:section name="Ass2" id="{D9AB4AB8-1F17-4027-A091-0933B2698E25}">
          <p14:sldIdLst>
            <p14:sldId id="509"/>
            <p14:sldId id="510"/>
            <p14:sldId id="511"/>
            <p14:sldId id="512"/>
            <p14:sldId id="513"/>
            <p14:sldId id="515"/>
            <p14:sldId id="516"/>
            <p14:sldId id="517"/>
            <p14:sldId id="514"/>
          </p14:sldIdLst>
        </p14:section>
        <p14:section name="Group Project" id="{0190CA0E-E2AA-4B9E-94AE-3250C830C7E3}">
          <p14:sldIdLst>
            <p14:sldId id="304"/>
            <p14:sldId id="456"/>
            <p14:sldId id="468"/>
            <p14:sldId id="457"/>
            <p14:sldId id="470"/>
            <p14:sldId id="476"/>
            <p14:sldId id="472"/>
            <p14:sldId id="480"/>
            <p14:sldId id="481"/>
            <p14:sldId id="477"/>
            <p14:sldId id="471"/>
            <p14:sldId id="459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99F"/>
    <a:srgbClr val="CFB991"/>
    <a:srgbClr val="DDB9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7CF155-2521-8648-A1D5-39CDC7B410FE}" v="1" dt="2025-09-29T15:33:47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353" autoAdjust="0"/>
  </p:normalViewPr>
  <p:slideViewPr>
    <p:cSldViewPr snapToGrid="0">
      <p:cViewPr varScale="1">
        <p:scale>
          <a:sx n="119" d="100"/>
          <a:sy n="119" d="100"/>
        </p:scale>
        <p:origin x="368" y="192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8.fntdata"/><Relationship Id="rId68" Type="http://schemas.openxmlformats.org/officeDocument/2006/relationships/font" Target="fonts/font13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font" Target="fonts/font3.fntdata"/><Relationship Id="rId74" Type="http://schemas.openxmlformats.org/officeDocument/2006/relationships/font" Target="fonts/font19.fntdata"/><Relationship Id="rId79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font" Target="fonts/font6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font" Target="fonts/font14.fntdata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17.fntdata"/><Relationship Id="rId80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7.fntdata"/><Relationship Id="rId70" Type="http://schemas.openxmlformats.org/officeDocument/2006/relationships/font" Target="fonts/font15.fntdata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2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73" Type="http://schemas.openxmlformats.org/officeDocument/2006/relationships/font" Target="fonts/font18.fntdata"/><Relationship Id="rId78" Type="http://schemas.openxmlformats.org/officeDocument/2006/relationships/tableStyles" Target="tableStyles.xml"/><Relationship Id="rId8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font" Target="fonts/font16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font" Target="fonts/font1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na prabhu Sana" userId="9ce700ea-1810-4462-ab36-dec9325c035e" providerId="ADAL" clId="{7F8A51BB-DF7A-5C03-A6B7-03326D5C008F}"/>
    <pc:docChg chg="custSel modSld">
      <pc:chgData name="Ramana prabhu Sana" userId="9ce700ea-1810-4462-ab36-dec9325c035e" providerId="ADAL" clId="{7F8A51BB-DF7A-5C03-A6B7-03326D5C008F}" dt="2025-09-29T15:33:50.690" v="3"/>
      <pc:docMkLst>
        <pc:docMk/>
      </pc:docMkLst>
      <pc:sldChg chg="addSp delSp modSp mod">
        <pc:chgData name="Ramana prabhu Sana" userId="9ce700ea-1810-4462-ab36-dec9325c035e" providerId="ADAL" clId="{7F8A51BB-DF7A-5C03-A6B7-03326D5C008F}" dt="2025-09-29T15:33:50.690" v="3"/>
        <pc:sldMkLst>
          <pc:docMk/>
          <pc:sldMk cId="4154997097" sldId="267"/>
        </pc:sldMkLst>
        <pc:spChg chg="add del mod">
          <ac:chgData name="Ramana prabhu Sana" userId="9ce700ea-1810-4462-ab36-dec9325c035e" providerId="ADAL" clId="{7F8A51BB-DF7A-5C03-A6B7-03326D5C008F}" dt="2025-09-29T15:33:50.690" v="3"/>
          <ac:spMkLst>
            <pc:docMk/>
            <pc:sldMk cId="4154997097" sldId="267"/>
            <ac:spMk id="5" creationId="{D62D3BAC-5B6E-56E3-896F-313FF96B8565}"/>
          </ac:spMkLst>
        </pc:spChg>
      </pc:sldChg>
      <pc:sldChg chg="modSp mod">
        <pc:chgData name="Ramana prabhu Sana" userId="9ce700ea-1810-4462-ab36-dec9325c035e" providerId="ADAL" clId="{7F8A51BB-DF7A-5C03-A6B7-03326D5C008F}" dt="2025-09-29T15:33:47.874" v="1" actId="27636"/>
        <pc:sldMkLst>
          <pc:docMk/>
          <pc:sldMk cId="1185995576" sldId="453"/>
        </pc:sldMkLst>
        <pc:spChg chg="mod">
          <ac:chgData name="Ramana prabhu Sana" userId="9ce700ea-1810-4462-ab36-dec9325c035e" providerId="ADAL" clId="{7F8A51BB-DF7A-5C03-A6B7-03326D5C008F}" dt="2025-09-29T15:33:47.874" v="1" actId="27636"/>
          <ac:spMkLst>
            <pc:docMk/>
            <pc:sldMk cId="1185995576" sldId="453"/>
            <ac:spMk id="2" creationId="{B984C327-201C-7129-AB78-ADFD35129BC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75AC53-62A5-4C6B-82B7-E3B554B6E44D}" type="doc">
      <dgm:prSet loTypeId="urn:microsoft.com/office/officeart/2011/layout/Tab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6A78ED2-6A3C-462C-94DB-6C62E7217ECD}">
      <dgm:prSet phldrT="[Text]"/>
      <dgm:spPr/>
      <dgm:t>
        <a:bodyPr/>
        <a:lstStyle/>
        <a:p>
          <a:r>
            <a:rPr lang="en-US"/>
            <a:t>Age (177 missing)</a:t>
          </a:r>
          <a:endParaRPr lang="en-US" dirty="0"/>
        </a:p>
      </dgm:t>
    </dgm:pt>
    <dgm:pt modelId="{87EA8464-56EB-45F7-BFA6-33F6B9EDD898}" type="parTrans" cxnId="{1F89E8FD-1EBF-4F05-9C5A-DC510DDCB32A}">
      <dgm:prSet/>
      <dgm:spPr/>
      <dgm:t>
        <a:bodyPr/>
        <a:lstStyle/>
        <a:p>
          <a:endParaRPr lang="en-US"/>
        </a:p>
      </dgm:t>
    </dgm:pt>
    <dgm:pt modelId="{0BD94C41-8EE8-4320-A1B3-BAE2CF101211}" type="sibTrans" cxnId="{1F89E8FD-1EBF-4F05-9C5A-DC510DDCB32A}">
      <dgm:prSet/>
      <dgm:spPr/>
      <dgm:t>
        <a:bodyPr/>
        <a:lstStyle/>
        <a:p>
          <a:endParaRPr lang="en-US"/>
        </a:p>
      </dgm:t>
    </dgm:pt>
    <dgm:pt modelId="{1146A0F6-8545-410C-B630-2B8CF4E102D6}">
      <dgm:prSet phldrT="[Text]"/>
      <dgm:spPr/>
      <dgm:t>
        <a:bodyPr/>
        <a:lstStyle/>
        <a:p>
          <a:r>
            <a:rPr lang="en-US" dirty="0"/>
            <a:t>Missing At Random (MAR)</a:t>
          </a:r>
        </a:p>
      </dgm:t>
    </dgm:pt>
    <dgm:pt modelId="{6FC53AE7-42FD-4766-8A63-FBD75B6C00FA}" type="parTrans" cxnId="{38CA4387-3D75-4483-8BA3-31CA1280BC76}">
      <dgm:prSet/>
      <dgm:spPr/>
      <dgm:t>
        <a:bodyPr/>
        <a:lstStyle/>
        <a:p>
          <a:endParaRPr lang="en-US"/>
        </a:p>
      </dgm:t>
    </dgm:pt>
    <dgm:pt modelId="{AECB5620-522B-4F5D-B426-27674A391908}" type="sibTrans" cxnId="{38CA4387-3D75-4483-8BA3-31CA1280BC76}">
      <dgm:prSet/>
      <dgm:spPr/>
      <dgm:t>
        <a:bodyPr/>
        <a:lstStyle/>
        <a:p>
          <a:endParaRPr lang="en-US"/>
        </a:p>
      </dgm:t>
    </dgm:pt>
    <dgm:pt modelId="{1D7699FC-1301-4F6D-8C49-7D1FCA7442BB}">
      <dgm:prSet phldrT="[Text]"/>
      <dgm:spPr/>
      <dgm:t>
        <a:bodyPr/>
        <a:lstStyle/>
        <a:p>
          <a:r>
            <a:rPr lang="en-US" dirty="0"/>
            <a:t>Missingness of Age is correlated with other observed variables (e.g., Passenger Class and Title)</a:t>
          </a:r>
        </a:p>
      </dgm:t>
    </dgm:pt>
    <dgm:pt modelId="{87870A63-3FC3-4824-AADF-E626400A5ECA}" type="parTrans" cxnId="{3F470E22-E5C4-475F-B845-2A4B31101BAE}">
      <dgm:prSet/>
      <dgm:spPr/>
      <dgm:t>
        <a:bodyPr/>
        <a:lstStyle/>
        <a:p>
          <a:endParaRPr lang="en-US"/>
        </a:p>
      </dgm:t>
    </dgm:pt>
    <dgm:pt modelId="{62EDADA9-44FC-48AE-B866-E8521A24F383}" type="sibTrans" cxnId="{3F470E22-E5C4-475F-B845-2A4B31101BAE}">
      <dgm:prSet/>
      <dgm:spPr/>
      <dgm:t>
        <a:bodyPr/>
        <a:lstStyle/>
        <a:p>
          <a:endParaRPr lang="en-US"/>
        </a:p>
      </dgm:t>
    </dgm:pt>
    <dgm:pt modelId="{B956B17F-CC1E-42A1-B033-C998B9D5A960}">
      <dgm:prSet phldrT="[Text]"/>
      <dgm:spPr/>
      <dgm:t>
        <a:bodyPr/>
        <a:lstStyle/>
        <a:p>
          <a:r>
            <a:rPr lang="en-US" dirty="0"/>
            <a:t>Missing Not At Random  (MNAR)</a:t>
          </a:r>
        </a:p>
      </dgm:t>
    </dgm:pt>
    <dgm:pt modelId="{9C2083D7-5B51-4000-961C-32A334BE9C65}" type="parTrans" cxnId="{161350B7-14EA-4EFB-B764-5E6968212072}">
      <dgm:prSet/>
      <dgm:spPr/>
      <dgm:t>
        <a:bodyPr/>
        <a:lstStyle/>
        <a:p>
          <a:endParaRPr lang="en-US"/>
        </a:p>
      </dgm:t>
    </dgm:pt>
    <dgm:pt modelId="{9AF263B8-FB55-4D86-B5F9-8A66F290AF97}" type="sibTrans" cxnId="{161350B7-14EA-4EFB-B764-5E6968212072}">
      <dgm:prSet/>
      <dgm:spPr/>
      <dgm:t>
        <a:bodyPr/>
        <a:lstStyle/>
        <a:p>
          <a:endParaRPr lang="en-US"/>
        </a:p>
      </dgm:t>
    </dgm:pt>
    <dgm:pt modelId="{44D05140-0045-4EA3-8036-0159801F8557}">
      <dgm:prSet phldrT="[Text]"/>
      <dgm:spPr/>
      <dgm:t>
        <a:bodyPr/>
        <a:lstStyle/>
        <a:p>
          <a:r>
            <a:rPr lang="en-US" dirty="0"/>
            <a:t>Third-class has the highest number of missing cabin values (94% missing), not a recording error.</a:t>
          </a:r>
        </a:p>
      </dgm:t>
    </dgm:pt>
    <dgm:pt modelId="{77E1C3D3-0598-428A-8764-D14F0F854E99}" type="parTrans" cxnId="{0B4C64EA-DD54-4C46-A977-F6724DC98869}">
      <dgm:prSet/>
      <dgm:spPr/>
      <dgm:t>
        <a:bodyPr/>
        <a:lstStyle/>
        <a:p>
          <a:endParaRPr lang="en-US"/>
        </a:p>
      </dgm:t>
    </dgm:pt>
    <dgm:pt modelId="{C2FFB180-E79A-4DD7-8D31-CD984E449AC1}" type="sibTrans" cxnId="{0B4C64EA-DD54-4C46-A977-F6724DC98869}">
      <dgm:prSet/>
      <dgm:spPr/>
      <dgm:t>
        <a:bodyPr/>
        <a:lstStyle/>
        <a:p>
          <a:endParaRPr lang="en-US"/>
        </a:p>
      </dgm:t>
    </dgm:pt>
    <dgm:pt modelId="{F5F5022A-E4BE-43FD-8CAA-718DF8D4E7C5}">
      <dgm:prSet phldrT="[Text]"/>
      <dgm:spPr/>
      <dgm:t>
        <a:bodyPr/>
        <a:lstStyle/>
        <a:p>
          <a:r>
            <a:rPr lang="en-US" dirty="0"/>
            <a:t>Embarked (2 missing)</a:t>
          </a:r>
        </a:p>
      </dgm:t>
    </dgm:pt>
    <dgm:pt modelId="{D094ECE5-A410-43D9-A940-6C99A49908A7}" type="parTrans" cxnId="{B414B031-5A21-4BE5-AEFF-D91C7A3155F9}">
      <dgm:prSet/>
      <dgm:spPr/>
      <dgm:t>
        <a:bodyPr/>
        <a:lstStyle/>
        <a:p>
          <a:endParaRPr lang="en-US"/>
        </a:p>
      </dgm:t>
    </dgm:pt>
    <dgm:pt modelId="{A9AD8018-61AD-4AEE-9E0E-21BBE29690A2}" type="sibTrans" cxnId="{B414B031-5A21-4BE5-AEFF-D91C7A3155F9}">
      <dgm:prSet/>
      <dgm:spPr/>
      <dgm:t>
        <a:bodyPr/>
        <a:lstStyle/>
        <a:p>
          <a:endParaRPr lang="en-US"/>
        </a:p>
      </dgm:t>
    </dgm:pt>
    <dgm:pt modelId="{22586C90-A9AE-4C00-87CF-8419831A9C2D}">
      <dgm:prSet phldrT="[Text]"/>
      <dgm:spPr/>
      <dgm:t>
        <a:bodyPr/>
        <a:lstStyle/>
        <a:p>
          <a:r>
            <a:rPr lang="en-US" dirty="0"/>
            <a:t>Missing Completely At Random (MCAR)</a:t>
          </a:r>
        </a:p>
      </dgm:t>
    </dgm:pt>
    <dgm:pt modelId="{D5BB8682-88F2-465F-A5FA-6928C05CE843}" type="parTrans" cxnId="{3484995E-5E3F-4F31-81CC-659A1212DC0B}">
      <dgm:prSet/>
      <dgm:spPr/>
      <dgm:t>
        <a:bodyPr/>
        <a:lstStyle/>
        <a:p>
          <a:endParaRPr lang="en-US"/>
        </a:p>
      </dgm:t>
    </dgm:pt>
    <dgm:pt modelId="{DAEC258B-0091-410A-89FC-D90264D44EA5}" type="sibTrans" cxnId="{3484995E-5E3F-4F31-81CC-659A1212DC0B}">
      <dgm:prSet/>
      <dgm:spPr/>
      <dgm:t>
        <a:bodyPr/>
        <a:lstStyle/>
        <a:p>
          <a:endParaRPr lang="en-US"/>
        </a:p>
      </dgm:t>
    </dgm:pt>
    <dgm:pt modelId="{21B041CE-7179-4432-83E9-558F55D5C817}">
      <dgm:prSet phldrT="[Text]"/>
      <dgm:spPr/>
      <dgm:t>
        <a:bodyPr/>
        <a:lstStyle/>
        <a:p>
          <a:r>
            <a:rPr lang="en-US" dirty="0"/>
            <a:t>Has no correlation with survival or with other features such as class, sex,  age, fare</a:t>
          </a:r>
        </a:p>
      </dgm:t>
    </dgm:pt>
    <dgm:pt modelId="{6A832328-CA95-4363-94CD-0B520AB705F6}" type="parTrans" cxnId="{2AB90909-99BD-43BE-92D8-0C98AA4BC158}">
      <dgm:prSet/>
      <dgm:spPr/>
      <dgm:t>
        <a:bodyPr/>
        <a:lstStyle/>
        <a:p>
          <a:endParaRPr lang="en-US"/>
        </a:p>
      </dgm:t>
    </dgm:pt>
    <dgm:pt modelId="{5099537C-0EFC-4230-A0C5-AEF1B531EA47}" type="sibTrans" cxnId="{2AB90909-99BD-43BE-92D8-0C98AA4BC158}">
      <dgm:prSet/>
      <dgm:spPr/>
      <dgm:t>
        <a:bodyPr/>
        <a:lstStyle/>
        <a:p>
          <a:endParaRPr lang="en-US"/>
        </a:p>
      </dgm:t>
    </dgm:pt>
    <dgm:pt modelId="{6CA96D4A-2191-4FA2-AB0C-A83A195DC0E8}">
      <dgm:prSet phldrT="[Text]"/>
      <dgm:spPr/>
      <dgm:t>
        <a:bodyPr/>
        <a:lstStyle/>
        <a:p>
          <a:r>
            <a:rPr lang="en-US" dirty="0"/>
            <a:t>Highest number of missing data: 3</a:t>
          </a:r>
          <a:r>
            <a:rPr lang="en-US" baseline="30000" dirty="0"/>
            <a:t>rd</a:t>
          </a:r>
          <a:r>
            <a:rPr lang="en-US" dirty="0"/>
            <a:t> class and Mr.</a:t>
          </a:r>
        </a:p>
      </dgm:t>
    </dgm:pt>
    <dgm:pt modelId="{16518CC2-F5E8-4100-B95F-E07715F785AA}" type="parTrans" cxnId="{633CBCD6-3A93-41EA-A053-3AB9C34D1B50}">
      <dgm:prSet/>
      <dgm:spPr/>
      <dgm:t>
        <a:bodyPr/>
        <a:lstStyle/>
        <a:p>
          <a:endParaRPr lang="en-US"/>
        </a:p>
      </dgm:t>
    </dgm:pt>
    <dgm:pt modelId="{3170B19B-844C-4371-BA40-83660EB9BC45}" type="sibTrans" cxnId="{633CBCD6-3A93-41EA-A053-3AB9C34D1B50}">
      <dgm:prSet/>
      <dgm:spPr/>
      <dgm:t>
        <a:bodyPr/>
        <a:lstStyle/>
        <a:p>
          <a:endParaRPr lang="en-US"/>
        </a:p>
      </dgm:t>
    </dgm:pt>
    <dgm:pt modelId="{403271B9-85A3-4056-82C5-4ED17D716213}">
      <dgm:prSet phldrT="[Text]"/>
      <dgm:spPr/>
      <dgm:t>
        <a:bodyPr/>
        <a:lstStyle/>
        <a:p>
          <a:r>
            <a:rPr lang="en-US" dirty="0"/>
            <a:t>Fix? Impute based on observed group (Title + </a:t>
          </a:r>
          <a:r>
            <a:rPr lang="en-US" dirty="0" err="1"/>
            <a:t>Pclass</a:t>
          </a:r>
          <a:r>
            <a:rPr lang="en-US" dirty="0"/>
            <a:t>)</a:t>
          </a:r>
        </a:p>
      </dgm:t>
    </dgm:pt>
    <dgm:pt modelId="{E1C92F59-572A-4433-86EA-7C2267A9B5F8}" type="parTrans" cxnId="{6A35AA2D-0570-4F95-92EF-A5A1D63D1B86}">
      <dgm:prSet/>
      <dgm:spPr/>
      <dgm:t>
        <a:bodyPr/>
        <a:lstStyle/>
        <a:p>
          <a:endParaRPr lang="en-US"/>
        </a:p>
      </dgm:t>
    </dgm:pt>
    <dgm:pt modelId="{AAC3D8F6-C0B7-4031-BD30-BD06C910043E}" type="sibTrans" cxnId="{6A35AA2D-0570-4F95-92EF-A5A1D63D1B86}">
      <dgm:prSet/>
      <dgm:spPr/>
      <dgm:t>
        <a:bodyPr/>
        <a:lstStyle/>
        <a:p>
          <a:endParaRPr lang="en-US"/>
        </a:p>
      </dgm:t>
    </dgm:pt>
    <dgm:pt modelId="{EDBE91CB-F3B6-4BD5-8C89-644B2F285FFE}">
      <dgm:prSet phldrT="[Text]"/>
      <dgm:spPr/>
      <dgm:t>
        <a:bodyPr/>
        <a:lstStyle/>
        <a:p>
          <a:r>
            <a:rPr lang="en-US" dirty="0"/>
            <a:t>Cabin (687 missing)</a:t>
          </a:r>
        </a:p>
      </dgm:t>
    </dgm:pt>
    <dgm:pt modelId="{43AA0147-66DA-43BD-87C3-DFFE5EFF390F}" type="sibTrans" cxnId="{E99A5C0E-19C4-4FCC-A0DB-2CA6E764E02F}">
      <dgm:prSet/>
      <dgm:spPr/>
      <dgm:t>
        <a:bodyPr/>
        <a:lstStyle/>
        <a:p>
          <a:endParaRPr lang="en-US"/>
        </a:p>
      </dgm:t>
    </dgm:pt>
    <dgm:pt modelId="{59900018-F9F8-41BE-B95E-28D65212DB58}" type="parTrans" cxnId="{E99A5C0E-19C4-4FCC-A0DB-2CA6E764E02F}">
      <dgm:prSet/>
      <dgm:spPr/>
      <dgm:t>
        <a:bodyPr/>
        <a:lstStyle/>
        <a:p>
          <a:endParaRPr lang="en-US"/>
        </a:p>
      </dgm:t>
    </dgm:pt>
    <dgm:pt modelId="{958BF902-6CB8-4C30-9340-B69D2E575241}">
      <dgm:prSet phldrT="[Text]"/>
      <dgm:spPr/>
      <dgm:t>
        <a:bodyPr/>
        <a:lstStyle/>
        <a:p>
          <a:r>
            <a:rPr lang="en-US" dirty="0"/>
            <a:t>Passengers with an assigned cabin are more likely to survive (67% survived)</a:t>
          </a:r>
        </a:p>
      </dgm:t>
    </dgm:pt>
    <dgm:pt modelId="{18F19459-D047-435C-8422-A81114B2FCCB}" type="parTrans" cxnId="{619D7B18-35EA-4F32-9D6D-0D8B2AE80FE4}">
      <dgm:prSet/>
      <dgm:spPr/>
      <dgm:t>
        <a:bodyPr/>
        <a:lstStyle/>
        <a:p>
          <a:endParaRPr lang="en-US"/>
        </a:p>
      </dgm:t>
    </dgm:pt>
    <dgm:pt modelId="{CAF0190E-CBEC-4743-9AF4-345FC5967826}" type="sibTrans" cxnId="{619D7B18-35EA-4F32-9D6D-0D8B2AE80FE4}">
      <dgm:prSet/>
      <dgm:spPr/>
      <dgm:t>
        <a:bodyPr/>
        <a:lstStyle/>
        <a:p>
          <a:endParaRPr lang="en-US"/>
        </a:p>
      </dgm:t>
    </dgm:pt>
    <dgm:pt modelId="{958A1ECD-8AAC-40E0-84BE-1B95E360264C}">
      <dgm:prSet phldrT="[Text]"/>
      <dgm:spPr/>
      <dgm:t>
        <a:bodyPr/>
        <a:lstStyle/>
        <a:p>
          <a:r>
            <a:rPr lang="en-US" dirty="0"/>
            <a:t>Fix? Create a new binary feature “</a:t>
          </a:r>
          <a:r>
            <a:rPr lang="en-US" dirty="0" err="1"/>
            <a:t>Has_Cabin</a:t>
          </a:r>
          <a:r>
            <a:rPr lang="en-US" dirty="0"/>
            <a:t>” to track cabin assignment</a:t>
          </a:r>
        </a:p>
      </dgm:t>
    </dgm:pt>
    <dgm:pt modelId="{8FF135EE-A725-4FF8-8BE9-1F44E2CCD760}" type="parTrans" cxnId="{067498F8-9502-4550-B8F1-A97FEF6B2378}">
      <dgm:prSet/>
      <dgm:spPr/>
      <dgm:t>
        <a:bodyPr/>
        <a:lstStyle/>
        <a:p>
          <a:endParaRPr lang="en-US"/>
        </a:p>
      </dgm:t>
    </dgm:pt>
    <dgm:pt modelId="{366CA9E2-4793-40F5-97E2-70E2E4BB06FA}" type="sibTrans" cxnId="{067498F8-9502-4550-B8F1-A97FEF6B2378}">
      <dgm:prSet/>
      <dgm:spPr/>
      <dgm:t>
        <a:bodyPr/>
        <a:lstStyle/>
        <a:p>
          <a:endParaRPr lang="en-US"/>
        </a:p>
      </dgm:t>
    </dgm:pt>
    <dgm:pt modelId="{632E6D68-E34E-4E64-9E19-457C85DDB7AB}">
      <dgm:prSet phldrT="[Text]"/>
      <dgm:spPr/>
      <dgm:t>
        <a:bodyPr/>
        <a:lstStyle/>
        <a:p>
          <a:r>
            <a:rPr lang="en-US" dirty="0"/>
            <a:t>Likely a recording error</a:t>
          </a:r>
        </a:p>
      </dgm:t>
    </dgm:pt>
    <dgm:pt modelId="{972A67B2-55C6-4DCD-8399-C85EE574E6C5}" type="parTrans" cxnId="{EF1A98AF-EDD1-40B0-B538-711FAC46126B}">
      <dgm:prSet/>
      <dgm:spPr/>
      <dgm:t>
        <a:bodyPr/>
        <a:lstStyle/>
        <a:p>
          <a:endParaRPr lang="en-US"/>
        </a:p>
      </dgm:t>
    </dgm:pt>
    <dgm:pt modelId="{8CE35A76-A5C4-49A5-8A1E-5C986177EF42}" type="sibTrans" cxnId="{EF1A98AF-EDD1-40B0-B538-711FAC46126B}">
      <dgm:prSet/>
      <dgm:spPr/>
      <dgm:t>
        <a:bodyPr/>
        <a:lstStyle/>
        <a:p>
          <a:endParaRPr lang="en-US"/>
        </a:p>
      </dgm:t>
    </dgm:pt>
    <dgm:pt modelId="{7A6C4ADE-E46F-4D9F-B11F-39DBB02528BE}">
      <dgm:prSet phldrT="[Text]"/>
      <dgm:spPr/>
      <dgm:t>
        <a:bodyPr/>
        <a:lstStyle/>
        <a:p>
          <a:r>
            <a:rPr lang="en-US" dirty="0"/>
            <a:t>Fix? Impute with the most common value (i.e., Southampton)</a:t>
          </a:r>
        </a:p>
      </dgm:t>
    </dgm:pt>
    <dgm:pt modelId="{FE6589DB-0D39-4504-A341-0415454D91E6}" type="parTrans" cxnId="{2DA25912-1F13-41C0-8949-BFD6CAC38180}">
      <dgm:prSet/>
      <dgm:spPr/>
      <dgm:t>
        <a:bodyPr/>
        <a:lstStyle/>
        <a:p>
          <a:endParaRPr lang="en-US"/>
        </a:p>
      </dgm:t>
    </dgm:pt>
    <dgm:pt modelId="{A6BB2A31-8049-453B-A17D-366ACD60C8CA}" type="sibTrans" cxnId="{2DA25912-1F13-41C0-8949-BFD6CAC38180}">
      <dgm:prSet/>
      <dgm:spPr/>
      <dgm:t>
        <a:bodyPr/>
        <a:lstStyle/>
        <a:p>
          <a:endParaRPr lang="en-US"/>
        </a:p>
      </dgm:t>
    </dgm:pt>
    <dgm:pt modelId="{7E6028D1-649B-47D1-8875-6042EBBF2F70}" type="pres">
      <dgm:prSet presAssocID="{7E75AC53-62A5-4C6B-82B7-E3B554B6E44D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568394F8-2B83-4FCA-8D41-52CCCE4F75D0}" type="pres">
      <dgm:prSet presAssocID="{26A78ED2-6A3C-462C-94DB-6C62E7217ECD}" presName="composite" presStyleCnt="0"/>
      <dgm:spPr/>
    </dgm:pt>
    <dgm:pt modelId="{4D6D8BDB-DA9A-4218-A15E-7CF490B0CB51}" type="pres">
      <dgm:prSet presAssocID="{26A78ED2-6A3C-462C-94DB-6C62E7217ECD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FD70BAAD-0BA3-4EC5-BDE7-C0F0AE1CA554}" type="pres">
      <dgm:prSet presAssocID="{26A78ED2-6A3C-462C-94DB-6C62E7217ECD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73C7E5FA-5951-452C-AA36-B5B17CDFF95C}" type="pres">
      <dgm:prSet presAssocID="{26A78ED2-6A3C-462C-94DB-6C62E7217ECD}" presName="Accent" presStyleLbl="parChTrans1D1" presStyleIdx="0" presStyleCnt="3"/>
      <dgm:spPr/>
    </dgm:pt>
    <dgm:pt modelId="{E3C354DB-02CD-482D-AD31-6C54810AC0A1}" type="pres">
      <dgm:prSet presAssocID="{26A78ED2-6A3C-462C-94DB-6C62E7217ECD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C3FD61A0-6B70-4D43-AA39-05B0CC86789F}" type="pres">
      <dgm:prSet presAssocID="{0BD94C41-8EE8-4320-A1B3-BAE2CF101211}" presName="sibTrans" presStyleCnt="0"/>
      <dgm:spPr/>
    </dgm:pt>
    <dgm:pt modelId="{44B1AE15-676E-444D-ABC8-A2725317E331}" type="pres">
      <dgm:prSet presAssocID="{EDBE91CB-F3B6-4BD5-8C89-644B2F285FFE}" presName="composite" presStyleCnt="0"/>
      <dgm:spPr/>
    </dgm:pt>
    <dgm:pt modelId="{D6DC195B-2265-44FE-BC95-2AF7804E38BB}" type="pres">
      <dgm:prSet presAssocID="{EDBE91CB-F3B6-4BD5-8C89-644B2F285FFE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D9BC1BDA-4592-4C7A-A6E1-0FF2E91A197B}" type="pres">
      <dgm:prSet presAssocID="{EDBE91CB-F3B6-4BD5-8C89-644B2F285FFE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504F1026-84B7-4A5D-B824-ECBF62DA9884}" type="pres">
      <dgm:prSet presAssocID="{EDBE91CB-F3B6-4BD5-8C89-644B2F285FFE}" presName="Accent" presStyleLbl="parChTrans1D1" presStyleIdx="1" presStyleCnt="3"/>
      <dgm:spPr/>
    </dgm:pt>
    <dgm:pt modelId="{D067B245-5380-4B2B-8655-7236DC909FC9}" type="pres">
      <dgm:prSet presAssocID="{EDBE91CB-F3B6-4BD5-8C89-644B2F285FFE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FF9AD85C-0278-4AEC-97F2-E273F87EF563}" type="pres">
      <dgm:prSet presAssocID="{43AA0147-66DA-43BD-87C3-DFFE5EFF390F}" presName="sibTrans" presStyleCnt="0"/>
      <dgm:spPr/>
    </dgm:pt>
    <dgm:pt modelId="{CC67BAF2-FCFE-4472-A7E2-680080A1519D}" type="pres">
      <dgm:prSet presAssocID="{F5F5022A-E4BE-43FD-8CAA-718DF8D4E7C5}" presName="composite" presStyleCnt="0"/>
      <dgm:spPr/>
    </dgm:pt>
    <dgm:pt modelId="{2DEB9AD6-1908-44E4-B310-F19094EBE774}" type="pres">
      <dgm:prSet presAssocID="{F5F5022A-E4BE-43FD-8CAA-718DF8D4E7C5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54FAC693-78BB-4D1F-8423-7A99A1FBF441}" type="pres">
      <dgm:prSet presAssocID="{F5F5022A-E4BE-43FD-8CAA-718DF8D4E7C5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5508364D-D1AF-448E-96C9-796E36F02015}" type="pres">
      <dgm:prSet presAssocID="{F5F5022A-E4BE-43FD-8CAA-718DF8D4E7C5}" presName="Accent" presStyleLbl="parChTrans1D1" presStyleIdx="2" presStyleCnt="3"/>
      <dgm:spPr/>
    </dgm:pt>
    <dgm:pt modelId="{24CDE3C3-414B-48CD-951B-B32B2F5C958C}" type="pres">
      <dgm:prSet presAssocID="{F5F5022A-E4BE-43FD-8CAA-718DF8D4E7C5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2AB90909-99BD-43BE-92D8-0C98AA4BC158}" srcId="{F5F5022A-E4BE-43FD-8CAA-718DF8D4E7C5}" destId="{21B041CE-7179-4432-83E9-558F55D5C817}" srcOrd="1" destOrd="0" parTransId="{6A832328-CA95-4363-94CD-0B520AB705F6}" sibTransId="{5099537C-0EFC-4230-A0C5-AEF1B531EA47}"/>
    <dgm:cxn modelId="{86B2410D-2410-4AAC-8E55-31E71B78B386}" type="presOf" srcId="{EDBE91CB-F3B6-4BD5-8C89-644B2F285FFE}" destId="{D9BC1BDA-4592-4C7A-A6E1-0FF2E91A197B}" srcOrd="0" destOrd="0" presId="urn:microsoft.com/office/officeart/2011/layout/TabList"/>
    <dgm:cxn modelId="{D96C830D-5CF6-42E3-87B0-98674B816668}" type="presOf" srcId="{44D05140-0045-4EA3-8036-0159801F8557}" destId="{D067B245-5380-4B2B-8655-7236DC909FC9}" srcOrd="0" destOrd="0" presId="urn:microsoft.com/office/officeart/2011/layout/TabList"/>
    <dgm:cxn modelId="{E99A5C0E-19C4-4FCC-A0DB-2CA6E764E02F}" srcId="{7E75AC53-62A5-4C6B-82B7-E3B554B6E44D}" destId="{EDBE91CB-F3B6-4BD5-8C89-644B2F285FFE}" srcOrd="1" destOrd="0" parTransId="{59900018-F9F8-41BE-B95E-28D65212DB58}" sibTransId="{43AA0147-66DA-43BD-87C3-DFFE5EFF390F}"/>
    <dgm:cxn modelId="{2DA25912-1F13-41C0-8949-BFD6CAC38180}" srcId="{F5F5022A-E4BE-43FD-8CAA-718DF8D4E7C5}" destId="{7A6C4ADE-E46F-4D9F-B11F-39DBB02528BE}" srcOrd="3" destOrd="0" parTransId="{FE6589DB-0D39-4504-A341-0415454D91E6}" sibTransId="{A6BB2A31-8049-453B-A17D-366ACD60C8CA}"/>
    <dgm:cxn modelId="{619D7B18-35EA-4F32-9D6D-0D8B2AE80FE4}" srcId="{EDBE91CB-F3B6-4BD5-8C89-644B2F285FFE}" destId="{958BF902-6CB8-4C30-9340-B69D2E575241}" srcOrd="2" destOrd="0" parTransId="{18F19459-D047-435C-8422-A81114B2FCCB}" sibTransId="{CAF0190E-CBEC-4743-9AF4-345FC5967826}"/>
    <dgm:cxn modelId="{3F470E22-E5C4-475F-B845-2A4B31101BAE}" srcId="{26A78ED2-6A3C-462C-94DB-6C62E7217ECD}" destId="{1D7699FC-1301-4F6D-8C49-7D1FCA7442BB}" srcOrd="1" destOrd="0" parTransId="{87870A63-3FC3-4824-AADF-E626400A5ECA}" sibTransId="{62EDADA9-44FC-48AE-B866-E8521A24F383}"/>
    <dgm:cxn modelId="{6A35AA2D-0570-4F95-92EF-A5A1D63D1B86}" srcId="{26A78ED2-6A3C-462C-94DB-6C62E7217ECD}" destId="{403271B9-85A3-4056-82C5-4ED17D716213}" srcOrd="3" destOrd="0" parTransId="{E1C92F59-572A-4433-86EA-7C2267A9B5F8}" sibTransId="{AAC3D8F6-C0B7-4031-BD30-BD06C910043E}"/>
    <dgm:cxn modelId="{B414B031-5A21-4BE5-AEFF-D91C7A3155F9}" srcId="{7E75AC53-62A5-4C6B-82B7-E3B554B6E44D}" destId="{F5F5022A-E4BE-43FD-8CAA-718DF8D4E7C5}" srcOrd="2" destOrd="0" parTransId="{D094ECE5-A410-43D9-A940-6C99A49908A7}" sibTransId="{A9AD8018-61AD-4AEE-9E0E-21BBE29690A2}"/>
    <dgm:cxn modelId="{3A718035-8CB0-4672-9376-77AC2152FC27}" type="presOf" srcId="{1146A0F6-8545-410C-B630-2B8CF4E102D6}" destId="{4D6D8BDB-DA9A-4218-A15E-7CF490B0CB51}" srcOrd="0" destOrd="0" presId="urn:microsoft.com/office/officeart/2011/layout/TabList"/>
    <dgm:cxn modelId="{74F32A4A-EC91-47E9-9B35-A8A585A4CD53}" type="presOf" srcId="{21B041CE-7179-4432-83E9-558F55D5C817}" destId="{24CDE3C3-414B-48CD-951B-B32B2F5C958C}" srcOrd="0" destOrd="0" presId="urn:microsoft.com/office/officeart/2011/layout/TabList"/>
    <dgm:cxn modelId="{D783394B-C472-41B4-A2F3-BEC7804E2929}" type="presOf" srcId="{22586C90-A9AE-4C00-87CF-8419831A9C2D}" destId="{2DEB9AD6-1908-44E4-B310-F19094EBE774}" srcOrd="0" destOrd="0" presId="urn:microsoft.com/office/officeart/2011/layout/TabList"/>
    <dgm:cxn modelId="{9A9D8F5C-6C45-4DA2-99B9-DA5C4E541C7D}" type="presOf" srcId="{F5F5022A-E4BE-43FD-8CAA-718DF8D4E7C5}" destId="{54FAC693-78BB-4D1F-8423-7A99A1FBF441}" srcOrd="0" destOrd="0" presId="urn:microsoft.com/office/officeart/2011/layout/TabList"/>
    <dgm:cxn modelId="{3484995E-5E3F-4F31-81CC-659A1212DC0B}" srcId="{F5F5022A-E4BE-43FD-8CAA-718DF8D4E7C5}" destId="{22586C90-A9AE-4C00-87CF-8419831A9C2D}" srcOrd="0" destOrd="0" parTransId="{D5BB8682-88F2-465F-A5FA-6928C05CE843}" sibTransId="{DAEC258B-0091-410A-89FC-D90264D44EA5}"/>
    <dgm:cxn modelId="{BD0E0186-0B04-4AB2-A6BA-E7CD7D409E80}" type="presOf" srcId="{958A1ECD-8AAC-40E0-84BE-1B95E360264C}" destId="{D067B245-5380-4B2B-8655-7236DC909FC9}" srcOrd="0" destOrd="2" presId="urn:microsoft.com/office/officeart/2011/layout/TabList"/>
    <dgm:cxn modelId="{38CA4387-3D75-4483-8BA3-31CA1280BC76}" srcId="{26A78ED2-6A3C-462C-94DB-6C62E7217ECD}" destId="{1146A0F6-8545-410C-B630-2B8CF4E102D6}" srcOrd="0" destOrd="0" parTransId="{6FC53AE7-42FD-4766-8A63-FBD75B6C00FA}" sibTransId="{AECB5620-522B-4F5D-B426-27674A391908}"/>
    <dgm:cxn modelId="{C2A9EE8D-AED3-4F7C-8B3C-41BA094E6CEC}" type="presOf" srcId="{B956B17F-CC1E-42A1-B033-C998B9D5A960}" destId="{D6DC195B-2265-44FE-BC95-2AF7804E38BB}" srcOrd="0" destOrd="0" presId="urn:microsoft.com/office/officeart/2011/layout/TabList"/>
    <dgm:cxn modelId="{D36005A7-5D85-4A5A-84E8-B7D224625016}" type="presOf" srcId="{1D7699FC-1301-4F6D-8C49-7D1FCA7442BB}" destId="{E3C354DB-02CD-482D-AD31-6C54810AC0A1}" srcOrd="0" destOrd="0" presId="urn:microsoft.com/office/officeart/2011/layout/TabList"/>
    <dgm:cxn modelId="{334843A7-9459-489E-9B29-D108509BAC46}" type="presOf" srcId="{7E75AC53-62A5-4C6B-82B7-E3B554B6E44D}" destId="{7E6028D1-649B-47D1-8875-6042EBBF2F70}" srcOrd="0" destOrd="0" presId="urn:microsoft.com/office/officeart/2011/layout/TabList"/>
    <dgm:cxn modelId="{09AB47AB-6AE1-4CA5-95F4-3AC0E1A54FB5}" type="presOf" srcId="{403271B9-85A3-4056-82C5-4ED17D716213}" destId="{E3C354DB-02CD-482D-AD31-6C54810AC0A1}" srcOrd="0" destOrd="2" presId="urn:microsoft.com/office/officeart/2011/layout/TabList"/>
    <dgm:cxn modelId="{EF1A98AF-EDD1-40B0-B538-711FAC46126B}" srcId="{F5F5022A-E4BE-43FD-8CAA-718DF8D4E7C5}" destId="{632E6D68-E34E-4E64-9E19-457C85DDB7AB}" srcOrd="2" destOrd="0" parTransId="{972A67B2-55C6-4DCD-8399-C85EE574E6C5}" sibTransId="{8CE35A76-A5C4-49A5-8A1E-5C986177EF42}"/>
    <dgm:cxn modelId="{161350B7-14EA-4EFB-B764-5E6968212072}" srcId="{EDBE91CB-F3B6-4BD5-8C89-644B2F285FFE}" destId="{B956B17F-CC1E-42A1-B033-C998B9D5A960}" srcOrd="0" destOrd="0" parTransId="{9C2083D7-5B51-4000-961C-32A334BE9C65}" sibTransId="{9AF263B8-FB55-4D86-B5F9-8A66F290AF97}"/>
    <dgm:cxn modelId="{D03B9BC3-8960-42D8-9710-5D93E6C50DA4}" type="presOf" srcId="{7A6C4ADE-E46F-4D9F-B11F-39DBB02528BE}" destId="{24CDE3C3-414B-48CD-951B-B32B2F5C958C}" srcOrd="0" destOrd="2" presId="urn:microsoft.com/office/officeart/2011/layout/TabList"/>
    <dgm:cxn modelId="{709F3ED2-17B0-4CEF-B65A-C268EA40841E}" type="presOf" srcId="{632E6D68-E34E-4E64-9E19-457C85DDB7AB}" destId="{24CDE3C3-414B-48CD-951B-B32B2F5C958C}" srcOrd="0" destOrd="1" presId="urn:microsoft.com/office/officeart/2011/layout/TabList"/>
    <dgm:cxn modelId="{633CBCD6-3A93-41EA-A053-3AB9C34D1B50}" srcId="{26A78ED2-6A3C-462C-94DB-6C62E7217ECD}" destId="{6CA96D4A-2191-4FA2-AB0C-A83A195DC0E8}" srcOrd="2" destOrd="0" parTransId="{16518CC2-F5E8-4100-B95F-E07715F785AA}" sibTransId="{3170B19B-844C-4371-BA40-83660EB9BC45}"/>
    <dgm:cxn modelId="{0307B0DD-7E7A-4CED-B10B-EC0D03BB13B9}" type="presOf" srcId="{6CA96D4A-2191-4FA2-AB0C-A83A195DC0E8}" destId="{E3C354DB-02CD-482D-AD31-6C54810AC0A1}" srcOrd="0" destOrd="1" presId="urn:microsoft.com/office/officeart/2011/layout/TabList"/>
    <dgm:cxn modelId="{0B4C64EA-DD54-4C46-A977-F6724DC98869}" srcId="{EDBE91CB-F3B6-4BD5-8C89-644B2F285FFE}" destId="{44D05140-0045-4EA3-8036-0159801F8557}" srcOrd="1" destOrd="0" parTransId="{77E1C3D3-0598-428A-8764-D14F0F854E99}" sibTransId="{C2FFB180-E79A-4DD7-8D31-CD984E449AC1}"/>
    <dgm:cxn modelId="{2049A6F3-E8A6-4973-978E-27B277372EC2}" type="presOf" srcId="{26A78ED2-6A3C-462C-94DB-6C62E7217ECD}" destId="{FD70BAAD-0BA3-4EC5-BDE7-C0F0AE1CA554}" srcOrd="0" destOrd="0" presId="urn:microsoft.com/office/officeart/2011/layout/TabList"/>
    <dgm:cxn modelId="{16E805F7-BCF8-416B-9A42-480EF68632E3}" type="presOf" srcId="{958BF902-6CB8-4C30-9340-B69D2E575241}" destId="{D067B245-5380-4B2B-8655-7236DC909FC9}" srcOrd="0" destOrd="1" presId="urn:microsoft.com/office/officeart/2011/layout/TabList"/>
    <dgm:cxn modelId="{067498F8-9502-4550-B8F1-A97FEF6B2378}" srcId="{EDBE91CB-F3B6-4BD5-8C89-644B2F285FFE}" destId="{958A1ECD-8AAC-40E0-84BE-1B95E360264C}" srcOrd="3" destOrd="0" parTransId="{8FF135EE-A725-4FF8-8BE9-1F44E2CCD760}" sibTransId="{366CA9E2-4793-40F5-97E2-70E2E4BB06FA}"/>
    <dgm:cxn modelId="{1F89E8FD-1EBF-4F05-9C5A-DC510DDCB32A}" srcId="{7E75AC53-62A5-4C6B-82B7-E3B554B6E44D}" destId="{26A78ED2-6A3C-462C-94DB-6C62E7217ECD}" srcOrd="0" destOrd="0" parTransId="{87EA8464-56EB-45F7-BFA6-33F6B9EDD898}" sibTransId="{0BD94C41-8EE8-4320-A1B3-BAE2CF101211}"/>
    <dgm:cxn modelId="{B6B27E85-2A73-4852-8A3F-3A28DC455EE4}" type="presParOf" srcId="{7E6028D1-649B-47D1-8875-6042EBBF2F70}" destId="{568394F8-2B83-4FCA-8D41-52CCCE4F75D0}" srcOrd="0" destOrd="0" presId="urn:microsoft.com/office/officeart/2011/layout/TabList"/>
    <dgm:cxn modelId="{6B8EA53E-EB6B-40A2-92CD-CCE8D9A47406}" type="presParOf" srcId="{568394F8-2B83-4FCA-8D41-52CCCE4F75D0}" destId="{4D6D8BDB-DA9A-4218-A15E-7CF490B0CB51}" srcOrd="0" destOrd="0" presId="urn:microsoft.com/office/officeart/2011/layout/TabList"/>
    <dgm:cxn modelId="{81CC2A81-30B0-44D2-A428-6C7DB68FC795}" type="presParOf" srcId="{568394F8-2B83-4FCA-8D41-52CCCE4F75D0}" destId="{FD70BAAD-0BA3-4EC5-BDE7-C0F0AE1CA554}" srcOrd="1" destOrd="0" presId="urn:microsoft.com/office/officeart/2011/layout/TabList"/>
    <dgm:cxn modelId="{DB498F96-FFF0-4402-BD2B-40AAF066A599}" type="presParOf" srcId="{568394F8-2B83-4FCA-8D41-52CCCE4F75D0}" destId="{73C7E5FA-5951-452C-AA36-B5B17CDFF95C}" srcOrd="2" destOrd="0" presId="urn:microsoft.com/office/officeart/2011/layout/TabList"/>
    <dgm:cxn modelId="{3D538ACC-0915-4E99-AF6E-08469155ACBF}" type="presParOf" srcId="{7E6028D1-649B-47D1-8875-6042EBBF2F70}" destId="{E3C354DB-02CD-482D-AD31-6C54810AC0A1}" srcOrd="1" destOrd="0" presId="urn:microsoft.com/office/officeart/2011/layout/TabList"/>
    <dgm:cxn modelId="{4C0DF0E6-726B-430F-B9D0-3C2E0B60A12A}" type="presParOf" srcId="{7E6028D1-649B-47D1-8875-6042EBBF2F70}" destId="{C3FD61A0-6B70-4D43-AA39-05B0CC86789F}" srcOrd="2" destOrd="0" presId="urn:microsoft.com/office/officeart/2011/layout/TabList"/>
    <dgm:cxn modelId="{7B7E1769-81BC-4E21-B4FE-4A0E52D43D0E}" type="presParOf" srcId="{7E6028D1-649B-47D1-8875-6042EBBF2F70}" destId="{44B1AE15-676E-444D-ABC8-A2725317E331}" srcOrd="3" destOrd="0" presId="urn:microsoft.com/office/officeart/2011/layout/TabList"/>
    <dgm:cxn modelId="{96FAA782-055D-4E8D-93DF-B5EFF144A754}" type="presParOf" srcId="{44B1AE15-676E-444D-ABC8-A2725317E331}" destId="{D6DC195B-2265-44FE-BC95-2AF7804E38BB}" srcOrd="0" destOrd="0" presId="urn:microsoft.com/office/officeart/2011/layout/TabList"/>
    <dgm:cxn modelId="{BCB852C9-8011-48BC-9600-6359D85D4355}" type="presParOf" srcId="{44B1AE15-676E-444D-ABC8-A2725317E331}" destId="{D9BC1BDA-4592-4C7A-A6E1-0FF2E91A197B}" srcOrd="1" destOrd="0" presId="urn:microsoft.com/office/officeart/2011/layout/TabList"/>
    <dgm:cxn modelId="{A6574C52-7AE2-4B80-9634-035EDA905BB2}" type="presParOf" srcId="{44B1AE15-676E-444D-ABC8-A2725317E331}" destId="{504F1026-84B7-4A5D-B824-ECBF62DA9884}" srcOrd="2" destOrd="0" presId="urn:microsoft.com/office/officeart/2011/layout/TabList"/>
    <dgm:cxn modelId="{44FA957F-4F6F-48FA-B014-D9B267954857}" type="presParOf" srcId="{7E6028D1-649B-47D1-8875-6042EBBF2F70}" destId="{D067B245-5380-4B2B-8655-7236DC909FC9}" srcOrd="4" destOrd="0" presId="urn:microsoft.com/office/officeart/2011/layout/TabList"/>
    <dgm:cxn modelId="{AD572516-A605-40FB-B8E8-3C44D7FDCD06}" type="presParOf" srcId="{7E6028D1-649B-47D1-8875-6042EBBF2F70}" destId="{FF9AD85C-0278-4AEC-97F2-E273F87EF563}" srcOrd="5" destOrd="0" presId="urn:microsoft.com/office/officeart/2011/layout/TabList"/>
    <dgm:cxn modelId="{3F8648BF-8983-4815-9039-A01398C82EBC}" type="presParOf" srcId="{7E6028D1-649B-47D1-8875-6042EBBF2F70}" destId="{CC67BAF2-FCFE-4472-A7E2-680080A1519D}" srcOrd="6" destOrd="0" presId="urn:microsoft.com/office/officeart/2011/layout/TabList"/>
    <dgm:cxn modelId="{84A0FC26-3DDB-40E3-B845-51A3EADEEC37}" type="presParOf" srcId="{CC67BAF2-FCFE-4472-A7E2-680080A1519D}" destId="{2DEB9AD6-1908-44E4-B310-F19094EBE774}" srcOrd="0" destOrd="0" presId="urn:microsoft.com/office/officeart/2011/layout/TabList"/>
    <dgm:cxn modelId="{ECA20640-EDCA-437E-B283-9ADE6F074885}" type="presParOf" srcId="{CC67BAF2-FCFE-4472-A7E2-680080A1519D}" destId="{54FAC693-78BB-4D1F-8423-7A99A1FBF441}" srcOrd="1" destOrd="0" presId="urn:microsoft.com/office/officeart/2011/layout/TabList"/>
    <dgm:cxn modelId="{8BB0099C-BF03-47F1-A968-C2A1F2770167}" type="presParOf" srcId="{CC67BAF2-FCFE-4472-A7E2-680080A1519D}" destId="{5508364D-D1AF-448E-96C9-796E36F02015}" srcOrd="2" destOrd="0" presId="urn:microsoft.com/office/officeart/2011/layout/TabList"/>
    <dgm:cxn modelId="{7D3AE3FD-8C1A-4383-83E6-F4483173B616}" type="presParOf" srcId="{7E6028D1-649B-47D1-8875-6042EBBF2F70}" destId="{24CDE3C3-414B-48CD-951B-B32B2F5C958C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4E4D77-EA51-4CC4-916B-6017B2A365B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88861A5-3A13-408F-84A6-B86B324C12FE}">
      <dgm:prSet phldrT="[Text]"/>
      <dgm:spPr/>
      <dgm:t>
        <a:bodyPr/>
        <a:lstStyle/>
        <a:p>
          <a:r>
            <a:rPr lang="en-US" dirty="0"/>
            <a:t>Family Size</a:t>
          </a:r>
        </a:p>
      </dgm:t>
    </dgm:pt>
    <dgm:pt modelId="{FA98C5AF-D62A-4B3B-9CDD-19AF9E0B36D8}" type="parTrans" cxnId="{779FE761-BBB3-47A4-B1CB-A5A690762A6B}">
      <dgm:prSet/>
      <dgm:spPr/>
      <dgm:t>
        <a:bodyPr/>
        <a:lstStyle/>
        <a:p>
          <a:endParaRPr lang="en-US"/>
        </a:p>
      </dgm:t>
    </dgm:pt>
    <dgm:pt modelId="{36C8204D-45D2-4719-9242-3EFF4ED8723E}" type="sibTrans" cxnId="{779FE761-BBB3-47A4-B1CB-A5A690762A6B}">
      <dgm:prSet/>
      <dgm:spPr/>
      <dgm:t>
        <a:bodyPr/>
        <a:lstStyle/>
        <a:p>
          <a:endParaRPr lang="en-US"/>
        </a:p>
      </dgm:t>
    </dgm:pt>
    <dgm:pt modelId="{75D93A83-EC48-4171-81A6-10CC6580AD07}">
      <dgm:prSet phldrT="[Text]"/>
      <dgm:spPr/>
      <dgm:t>
        <a:bodyPr/>
        <a:lstStyle/>
        <a:p>
          <a:r>
            <a:rPr lang="en-US" dirty="0" err="1"/>
            <a:t>IsAlone</a:t>
          </a:r>
          <a:endParaRPr lang="en-US" dirty="0"/>
        </a:p>
      </dgm:t>
    </dgm:pt>
    <dgm:pt modelId="{2D54D87C-0BEF-4C9F-9325-B03A5D8723B0}" type="parTrans" cxnId="{B6F19283-F923-44CD-8B0B-34432E14A124}">
      <dgm:prSet/>
      <dgm:spPr/>
      <dgm:t>
        <a:bodyPr/>
        <a:lstStyle/>
        <a:p>
          <a:endParaRPr lang="en-US"/>
        </a:p>
      </dgm:t>
    </dgm:pt>
    <dgm:pt modelId="{D64BDABB-F117-4B80-9A81-621FE788C648}" type="sibTrans" cxnId="{B6F19283-F923-44CD-8B0B-34432E14A124}">
      <dgm:prSet/>
      <dgm:spPr/>
      <dgm:t>
        <a:bodyPr/>
        <a:lstStyle/>
        <a:p>
          <a:endParaRPr lang="en-US"/>
        </a:p>
      </dgm:t>
    </dgm:pt>
    <dgm:pt modelId="{8F98EAE1-329A-4653-93CC-B717C62DCF33}">
      <dgm:prSet phldrT="[Text]"/>
      <dgm:spPr/>
      <dgm:t>
        <a:bodyPr/>
        <a:lstStyle/>
        <a:p>
          <a:r>
            <a:rPr lang="en-US" dirty="0"/>
            <a:t>Title</a:t>
          </a:r>
        </a:p>
      </dgm:t>
    </dgm:pt>
    <dgm:pt modelId="{B7BC6D21-EB98-42D6-BCDA-3DA9DF0E0D98}" type="parTrans" cxnId="{0FD833FA-36BD-472A-B228-E5B17466951C}">
      <dgm:prSet/>
      <dgm:spPr/>
      <dgm:t>
        <a:bodyPr/>
        <a:lstStyle/>
        <a:p>
          <a:endParaRPr lang="en-US"/>
        </a:p>
      </dgm:t>
    </dgm:pt>
    <dgm:pt modelId="{EFCF98AD-BDF5-4BE2-A0D5-FEB480A5FA4B}" type="sibTrans" cxnId="{0FD833FA-36BD-472A-B228-E5B17466951C}">
      <dgm:prSet/>
      <dgm:spPr/>
      <dgm:t>
        <a:bodyPr/>
        <a:lstStyle/>
        <a:p>
          <a:endParaRPr lang="en-US"/>
        </a:p>
      </dgm:t>
    </dgm:pt>
    <dgm:pt modelId="{CCD786E1-DCAE-400D-AC2C-DC3EECF58BF3}">
      <dgm:prSet phldrT="[Text]"/>
      <dgm:spPr/>
      <dgm:t>
        <a:bodyPr/>
        <a:lstStyle/>
        <a:p>
          <a:r>
            <a:rPr lang="en-US" dirty="0"/>
            <a:t>Age Binning</a:t>
          </a:r>
        </a:p>
      </dgm:t>
    </dgm:pt>
    <dgm:pt modelId="{FFD25E1A-8D41-46C7-BE2C-6266770B7936}" type="parTrans" cxnId="{2F25E5C2-EB01-4582-A6BC-FF6DDA73EA6B}">
      <dgm:prSet/>
      <dgm:spPr/>
      <dgm:t>
        <a:bodyPr/>
        <a:lstStyle/>
        <a:p>
          <a:endParaRPr lang="en-US"/>
        </a:p>
      </dgm:t>
    </dgm:pt>
    <dgm:pt modelId="{ABE59ED8-2C6E-40C3-A300-C2506A85D107}" type="sibTrans" cxnId="{2F25E5C2-EB01-4582-A6BC-FF6DDA73EA6B}">
      <dgm:prSet/>
      <dgm:spPr/>
      <dgm:t>
        <a:bodyPr/>
        <a:lstStyle/>
        <a:p>
          <a:endParaRPr lang="en-US"/>
        </a:p>
      </dgm:t>
    </dgm:pt>
    <dgm:pt modelId="{F2BA3915-DDB0-4D8F-BA97-BED61B46FD3B}">
      <dgm:prSet phldrT="[Text]"/>
      <dgm:spPr/>
      <dgm:t>
        <a:bodyPr/>
        <a:lstStyle/>
        <a:p>
          <a:r>
            <a:rPr lang="en-US" dirty="0"/>
            <a:t>Deck Assignment</a:t>
          </a:r>
        </a:p>
      </dgm:t>
    </dgm:pt>
    <dgm:pt modelId="{CA3F85C5-58E2-40C5-BFE2-10883B63D520}" type="parTrans" cxnId="{3E30671D-2110-481A-BCE3-83E436A3C1C1}">
      <dgm:prSet/>
      <dgm:spPr/>
      <dgm:t>
        <a:bodyPr/>
        <a:lstStyle/>
        <a:p>
          <a:endParaRPr lang="en-US"/>
        </a:p>
      </dgm:t>
    </dgm:pt>
    <dgm:pt modelId="{75799A68-9D9C-43BE-8793-F8D08B622A53}" type="sibTrans" cxnId="{3E30671D-2110-481A-BCE3-83E436A3C1C1}">
      <dgm:prSet/>
      <dgm:spPr/>
      <dgm:t>
        <a:bodyPr/>
        <a:lstStyle/>
        <a:p>
          <a:endParaRPr lang="en-US"/>
        </a:p>
      </dgm:t>
    </dgm:pt>
    <dgm:pt modelId="{052CB056-A144-4B63-8F66-817585C002DC}" type="pres">
      <dgm:prSet presAssocID="{834E4D77-EA51-4CC4-916B-6017B2A365B0}" presName="diagram" presStyleCnt="0">
        <dgm:presLayoutVars>
          <dgm:dir/>
          <dgm:resizeHandles val="exact"/>
        </dgm:presLayoutVars>
      </dgm:prSet>
      <dgm:spPr/>
    </dgm:pt>
    <dgm:pt modelId="{CFBB7AC7-3817-4C2E-B82B-E9068AE58554}" type="pres">
      <dgm:prSet presAssocID="{888861A5-3A13-408F-84A6-B86B324C12FE}" presName="node" presStyleLbl="node1" presStyleIdx="0" presStyleCnt="5">
        <dgm:presLayoutVars>
          <dgm:bulletEnabled val="1"/>
        </dgm:presLayoutVars>
      </dgm:prSet>
      <dgm:spPr/>
    </dgm:pt>
    <dgm:pt modelId="{4674A4B2-E067-41A2-A63B-840B68313195}" type="pres">
      <dgm:prSet presAssocID="{36C8204D-45D2-4719-9242-3EFF4ED8723E}" presName="sibTrans" presStyleCnt="0"/>
      <dgm:spPr/>
    </dgm:pt>
    <dgm:pt modelId="{35F35207-B5EF-49E8-8E6D-3297CD6E9DDB}" type="pres">
      <dgm:prSet presAssocID="{75D93A83-EC48-4171-81A6-10CC6580AD07}" presName="node" presStyleLbl="node1" presStyleIdx="1" presStyleCnt="5">
        <dgm:presLayoutVars>
          <dgm:bulletEnabled val="1"/>
        </dgm:presLayoutVars>
      </dgm:prSet>
      <dgm:spPr/>
    </dgm:pt>
    <dgm:pt modelId="{C34EDCA6-57D8-4D3C-B639-33B64C229D03}" type="pres">
      <dgm:prSet presAssocID="{D64BDABB-F117-4B80-9A81-621FE788C648}" presName="sibTrans" presStyleCnt="0"/>
      <dgm:spPr/>
    </dgm:pt>
    <dgm:pt modelId="{B10E2C5A-058D-4B8C-993B-03969AA8DA39}" type="pres">
      <dgm:prSet presAssocID="{8F98EAE1-329A-4653-93CC-B717C62DCF33}" presName="node" presStyleLbl="node1" presStyleIdx="2" presStyleCnt="5">
        <dgm:presLayoutVars>
          <dgm:bulletEnabled val="1"/>
        </dgm:presLayoutVars>
      </dgm:prSet>
      <dgm:spPr/>
    </dgm:pt>
    <dgm:pt modelId="{8DDB611A-5349-429C-8891-1A8C138CC9E2}" type="pres">
      <dgm:prSet presAssocID="{EFCF98AD-BDF5-4BE2-A0D5-FEB480A5FA4B}" presName="sibTrans" presStyleCnt="0"/>
      <dgm:spPr/>
    </dgm:pt>
    <dgm:pt modelId="{CD0B0973-3FA5-4B96-85E4-72676ECDB2E3}" type="pres">
      <dgm:prSet presAssocID="{CCD786E1-DCAE-400D-AC2C-DC3EECF58BF3}" presName="node" presStyleLbl="node1" presStyleIdx="3" presStyleCnt="5">
        <dgm:presLayoutVars>
          <dgm:bulletEnabled val="1"/>
        </dgm:presLayoutVars>
      </dgm:prSet>
      <dgm:spPr/>
    </dgm:pt>
    <dgm:pt modelId="{D6E62958-1009-42D9-A275-BAB664A72DE5}" type="pres">
      <dgm:prSet presAssocID="{ABE59ED8-2C6E-40C3-A300-C2506A85D107}" presName="sibTrans" presStyleCnt="0"/>
      <dgm:spPr/>
    </dgm:pt>
    <dgm:pt modelId="{2D70C66B-670B-404A-AAE2-66F832DE916A}" type="pres">
      <dgm:prSet presAssocID="{F2BA3915-DDB0-4D8F-BA97-BED61B46FD3B}" presName="node" presStyleLbl="node1" presStyleIdx="4" presStyleCnt="5">
        <dgm:presLayoutVars>
          <dgm:bulletEnabled val="1"/>
        </dgm:presLayoutVars>
      </dgm:prSet>
      <dgm:spPr/>
    </dgm:pt>
  </dgm:ptLst>
  <dgm:cxnLst>
    <dgm:cxn modelId="{3E30671D-2110-481A-BCE3-83E436A3C1C1}" srcId="{834E4D77-EA51-4CC4-916B-6017B2A365B0}" destId="{F2BA3915-DDB0-4D8F-BA97-BED61B46FD3B}" srcOrd="4" destOrd="0" parTransId="{CA3F85C5-58E2-40C5-BFE2-10883B63D520}" sibTransId="{75799A68-9D9C-43BE-8793-F8D08B622A53}"/>
    <dgm:cxn modelId="{5074CF2A-8DB6-49D3-8678-D0384548374D}" type="presOf" srcId="{CCD786E1-DCAE-400D-AC2C-DC3EECF58BF3}" destId="{CD0B0973-3FA5-4B96-85E4-72676ECDB2E3}" srcOrd="0" destOrd="0" presId="urn:microsoft.com/office/officeart/2005/8/layout/default"/>
    <dgm:cxn modelId="{59CB7431-B5C4-4B2B-A8B3-3BC9890BD217}" type="presOf" srcId="{8F98EAE1-329A-4653-93CC-B717C62DCF33}" destId="{B10E2C5A-058D-4B8C-993B-03969AA8DA39}" srcOrd="0" destOrd="0" presId="urn:microsoft.com/office/officeart/2005/8/layout/default"/>
    <dgm:cxn modelId="{779FE761-BBB3-47A4-B1CB-A5A690762A6B}" srcId="{834E4D77-EA51-4CC4-916B-6017B2A365B0}" destId="{888861A5-3A13-408F-84A6-B86B324C12FE}" srcOrd="0" destOrd="0" parTransId="{FA98C5AF-D62A-4B3B-9CDD-19AF9E0B36D8}" sibTransId="{36C8204D-45D2-4719-9242-3EFF4ED8723E}"/>
    <dgm:cxn modelId="{27505065-4BF8-4848-8CA0-916944FAB535}" type="presOf" srcId="{75D93A83-EC48-4171-81A6-10CC6580AD07}" destId="{35F35207-B5EF-49E8-8E6D-3297CD6E9DDB}" srcOrd="0" destOrd="0" presId="urn:microsoft.com/office/officeart/2005/8/layout/default"/>
    <dgm:cxn modelId="{B6F19283-F923-44CD-8B0B-34432E14A124}" srcId="{834E4D77-EA51-4CC4-916B-6017B2A365B0}" destId="{75D93A83-EC48-4171-81A6-10CC6580AD07}" srcOrd="1" destOrd="0" parTransId="{2D54D87C-0BEF-4C9F-9325-B03A5D8723B0}" sibTransId="{D64BDABB-F117-4B80-9A81-621FE788C648}"/>
    <dgm:cxn modelId="{4F3D0796-D427-4E49-A57C-9A88759F5188}" type="presOf" srcId="{F2BA3915-DDB0-4D8F-BA97-BED61B46FD3B}" destId="{2D70C66B-670B-404A-AAE2-66F832DE916A}" srcOrd="0" destOrd="0" presId="urn:microsoft.com/office/officeart/2005/8/layout/default"/>
    <dgm:cxn modelId="{2F25E5C2-EB01-4582-A6BC-FF6DDA73EA6B}" srcId="{834E4D77-EA51-4CC4-916B-6017B2A365B0}" destId="{CCD786E1-DCAE-400D-AC2C-DC3EECF58BF3}" srcOrd="3" destOrd="0" parTransId="{FFD25E1A-8D41-46C7-BE2C-6266770B7936}" sibTransId="{ABE59ED8-2C6E-40C3-A300-C2506A85D107}"/>
    <dgm:cxn modelId="{C453A5E5-5B2F-41F5-9BF0-F8F4ED6A442C}" type="presOf" srcId="{888861A5-3A13-408F-84A6-B86B324C12FE}" destId="{CFBB7AC7-3817-4C2E-B82B-E9068AE58554}" srcOrd="0" destOrd="0" presId="urn:microsoft.com/office/officeart/2005/8/layout/default"/>
    <dgm:cxn modelId="{F1400FF2-4E64-4221-96C7-DBE28A1A2C6B}" type="presOf" srcId="{834E4D77-EA51-4CC4-916B-6017B2A365B0}" destId="{052CB056-A144-4B63-8F66-817585C002DC}" srcOrd="0" destOrd="0" presId="urn:microsoft.com/office/officeart/2005/8/layout/default"/>
    <dgm:cxn modelId="{0FD833FA-36BD-472A-B228-E5B17466951C}" srcId="{834E4D77-EA51-4CC4-916B-6017B2A365B0}" destId="{8F98EAE1-329A-4653-93CC-B717C62DCF33}" srcOrd="2" destOrd="0" parTransId="{B7BC6D21-EB98-42D6-BCDA-3DA9DF0E0D98}" sibTransId="{EFCF98AD-BDF5-4BE2-A0D5-FEB480A5FA4B}"/>
    <dgm:cxn modelId="{3A3E4F96-4008-4A06-ADE2-4371D55537BA}" type="presParOf" srcId="{052CB056-A144-4B63-8F66-817585C002DC}" destId="{CFBB7AC7-3817-4C2E-B82B-E9068AE58554}" srcOrd="0" destOrd="0" presId="urn:microsoft.com/office/officeart/2005/8/layout/default"/>
    <dgm:cxn modelId="{B9438684-1C84-4F08-8F76-6652FC72AFDC}" type="presParOf" srcId="{052CB056-A144-4B63-8F66-817585C002DC}" destId="{4674A4B2-E067-41A2-A63B-840B68313195}" srcOrd="1" destOrd="0" presId="urn:microsoft.com/office/officeart/2005/8/layout/default"/>
    <dgm:cxn modelId="{4DB9BD6A-E949-481A-AD41-D3CA9A9342B3}" type="presParOf" srcId="{052CB056-A144-4B63-8F66-817585C002DC}" destId="{35F35207-B5EF-49E8-8E6D-3297CD6E9DDB}" srcOrd="2" destOrd="0" presId="urn:microsoft.com/office/officeart/2005/8/layout/default"/>
    <dgm:cxn modelId="{DA3DB732-0059-4E86-9ECC-2E49A4DB7AE4}" type="presParOf" srcId="{052CB056-A144-4B63-8F66-817585C002DC}" destId="{C34EDCA6-57D8-4D3C-B639-33B64C229D03}" srcOrd="3" destOrd="0" presId="urn:microsoft.com/office/officeart/2005/8/layout/default"/>
    <dgm:cxn modelId="{614CC848-F8DF-49A9-AD2D-C957E53EBE3E}" type="presParOf" srcId="{052CB056-A144-4B63-8F66-817585C002DC}" destId="{B10E2C5A-058D-4B8C-993B-03969AA8DA39}" srcOrd="4" destOrd="0" presId="urn:microsoft.com/office/officeart/2005/8/layout/default"/>
    <dgm:cxn modelId="{DDB345EF-D6CD-45F4-9C21-9B93BC7156C1}" type="presParOf" srcId="{052CB056-A144-4B63-8F66-817585C002DC}" destId="{8DDB611A-5349-429C-8891-1A8C138CC9E2}" srcOrd="5" destOrd="0" presId="urn:microsoft.com/office/officeart/2005/8/layout/default"/>
    <dgm:cxn modelId="{C6E8E2CD-57A6-48EB-BBDC-A40F2D9DCD7A}" type="presParOf" srcId="{052CB056-A144-4B63-8F66-817585C002DC}" destId="{CD0B0973-3FA5-4B96-85E4-72676ECDB2E3}" srcOrd="6" destOrd="0" presId="urn:microsoft.com/office/officeart/2005/8/layout/default"/>
    <dgm:cxn modelId="{57E8B2F6-4FD3-4CC9-BF49-FFE93E7FF19C}" type="presParOf" srcId="{052CB056-A144-4B63-8F66-817585C002DC}" destId="{D6E62958-1009-42D9-A275-BAB664A72DE5}" srcOrd="7" destOrd="0" presId="urn:microsoft.com/office/officeart/2005/8/layout/default"/>
    <dgm:cxn modelId="{E045D4A0-DB11-4AB4-8935-1D1FB7DB193B}" type="presParOf" srcId="{052CB056-A144-4B63-8F66-817585C002DC}" destId="{2D70C66B-670B-404A-AAE2-66F832DE916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9F23F2-F455-4E9C-B101-E294613E95A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416B53C-0784-4424-9E76-16C46006BDF7}">
      <dgm:prSet phldrT="[Text]"/>
      <dgm:spPr/>
      <dgm:t>
        <a:bodyPr/>
        <a:lstStyle/>
        <a:p>
          <a:r>
            <a:rPr lang="en-US" dirty="0"/>
            <a:t>Unsupervised Clustering</a:t>
          </a:r>
        </a:p>
      </dgm:t>
    </dgm:pt>
    <dgm:pt modelId="{9747C584-AEE2-4256-A57D-B97D18099516}" type="parTrans" cxnId="{B987D3BA-6AB3-41F6-8836-007ED481AB3A}">
      <dgm:prSet/>
      <dgm:spPr/>
      <dgm:t>
        <a:bodyPr/>
        <a:lstStyle/>
        <a:p>
          <a:endParaRPr lang="en-US"/>
        </a:p>
      </dgm:t>
    </dgm:pt>
    <dgm:pt modelId="{535A1F5B-13A1-479C-BC26-AD61CFDD7927}" type="sibTrans" cxnId="{B987D3BA-6AB3-41F6-8836-007ED481AB3A}">
      <dgm:prSet/>
      <dgm:spPr/>
      <dgm:t>
        <a:bodyPr/>
        <a:lstStyle/>
        <a:p>
          <a:endParaRPr lang="en-US"/>
        </a:p>
      </dgm:t>
    </dgm:pt>
    <dgm:pt modelId="{B0095811-F6CD-446D-95BE-0AE2E2FCD2B4}">
      <dgm:prSet phldrT="[Text]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Groups similar data points together automatically</a:t>
          </a:r>
        </a:p>
      </dgm:t>
    </dgm:pt>
    <dgm:pt modelId="{EE14E810-5BF8-48D3-96F6-20A29BDDBAF6}" type="parTrans" cxnId="{9567E371-E225-400F-9197-E0068A62B900}">
      <dgm:prSet/>
      <dgm:spPr/>
      <dgm:t>
        <a:bodyPr/>
        <a:lstStyle/>
        <a:p>
          <a:endParaRPr lang="en-US"/>
        </a:p>
      </dgm:t>
    </dgm:pt>
    <dgm:pt modelId="{1EB84293-164B-49F1-B3E9-FAA8ED8F342D}" type="sibTrans" cxnId="{9567E371-E225-400F-9197-E0068A62B900}">
      <dgm:prSet/>
      <dgm:spPr/>
      <dgm:t>
        <a:bodyPr/>
        <a:lstStyle/>
        <a:p>
          <a:endParaRPr lang="en-US"/>
        </a:p>
      </dgm:t>
    </dgm:pt>
    <dgm:pt modelId="{45FF71D6-3C13-46D7-8A1D-5B4F30A704EA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No labels or pre-defined categories needed</a:t>
          </a:r>
        </a:p>
      </dgm:t>
    </dgm:pt>
    <dgm:pt modelId="{DA6B7601-C6AC-41A6-B630-8021B3332D53}" type="parTrans" cxnId="{46693047-AA5A-415E-A9AF-FFB1BE00C049}">
      <dgm:prSet/>
      <dgm:spPr/>
      <dgm:t>
        <a:bodyPr/>
        <a:lstStyle/>
        <a:p>
          <a:endParaRPr lang="en-US"/>
        </a:p>
      </dgm:t>
    </dgm:pt>
    <dgm:pt modelId="{3E472A6F-794C-4645-B920-402CD2F3A6C8}" type="sibTrans" cxnId="{46693047-AA5A-415E-A9AF-FFB1BE00C049}">
      <dgm:prSet/>
      <dgm:spPr/>
      <dgm:t>
        <a:bodyPr/>
        <a:lstStyle/>
        <a:p>
          <a:endParaRPr lang="en-US"/>
        </a:p>
      </dgm:t>
    </dgm:pt>
    <dgm:pt modelId="{CB9878C6-75D4-4C8C-8CBA-95C1477220B9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Algorithm finds hidden patterns on its own</a:t>
          </a:r>
        </a:p>
      </dgm:t>
    </dgm:pt>
    <dgm:pt modelId="{E40BE290-0237-4114-A244-0486DDBEA174}" type="parTrans" cxnId="{96032319-2434-4CBE-8578-5E91477154D1}">
      <dgm:prSet/>
      <dgm:spPr/>
      <dgm:t>
        <a:bodyPr/>
        <a:lstStyle/>
        <a:p>
          <a:endParaRPr lang="en-US"/>
        </a:p>
      </dgm:t>
    </dgm:pt>
    <dgm:pt modelId="{B68B7102-182D-4F95-B673-D8A72B0E6CE5}" type="sibTrans" cxnId="{96032319-2434-4CBE-8578-5E91477154D1}">
      <dgm:prSet/>
      <dgm:spPr/>
      <dgm:t>
        <a:bodyPr/>
        <a:lstStyle/>
        <a:p>
          <a:endParaRPr lang="en-US"/>
        </a:p>
      </dgm:t>
    </dgm:pt>
    <dgm:pt modelId="{C1A5ED04-CA5C-48F1-8860-6B0C92433CAB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Examples: customer segments, document categories, image grouping</a:t>
          </a:r>
        </a:p>
      </dgm:t>
    </dgm:pt>
    <dgm:pt modelId="{FB055CAB-DB77-405B-833A-C49DC394422E}" type="parTrans" cxnId="{39A6C2BB-6B53-47A7-824F-37D0AE4A3B5B}">
      <dgm:prSet/>
      <dgm:spPr/>
      <dgm:t>
        <a:bodyPr/>
        <a:lstStyle/>
        <a:p>
          <a:endParaRPr lang="en-US"/>
        </a:p>
      </dgm:t>
    </dgm:pt>
    <dgm:pt modelId="{9D891F5E-DE6B-446F-8E8D-AFBE22A7252E}" type="sibTrans" cxnId="{39A6C2BB-6B53-47A7-824F-37D0AE4A3B5B}">
      <dgm:prSet/>
      <dgm:spPr/>
      <dgm:t>
        <a:bodyPr/>
        <a:lstStyle/>
        <a:p>
          <a:endParaRPr lang="en-US"/>
        </a:p>
      </dgm:t>
    </dgm:pt>
    <dgm:pt modelId="{070E47BD-5D84-4F75-9325-C5CA37E915E7}" type="pres">
      <dgm:prSet presAssocID="{0E9F23F2-F455-4E9C-B101-E294613E95A9}" presName="linear" presStyleCnt="0">
        <dgm:presLayoutVars>
          <dgm:animLvl val="lvl"/>
          <dgm:resizeHandles val="exact"/>
        </dgm:presLayoutVars>
      </dgm:prSet>
      <dgm:spPr/>
    </dgm:pt>
    <dgm:pt modelId="{3985A04C-0F88-4D09-ACD4-9BE03C411235}" type="pres">
      <dgm:prSet presAssocID="{C416B53C-0784-4424-9E76-16C46006BDF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3CB0392-000C-45A8-BF7A-788937ED582D}" type="pres">
      <dgm:prSet presAssocID="{C416B53C-0784-4424-9E76-16C46006BDF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6032319-2434-4CBE-8578-5E91477154D1}" srcId="{C416B53C-0784-4424-9E76-16C46006BDF7}" destId="{CB9878C6-75D4-4C8C-8CBA-95C1477220B9}" srcOrd="2" destOrd="0" parTransId="{E40BE290-0237-4114-A244-0486DDBEA174}" sibTransId="{B68B7102-182D-4F95-B673-D8A72B0E6CE5}"/>
    <dgm:cxn modelId="{E8B24A1F-6EEE-49B6-8D28-D1CE5BC6428E}" type="presOf" srcId="{0E9F23F2-F455-4E9C-B101-E294613E95A9}" destId="{070E47BD-5D84-4F75-9325-C5CA37E915E7}" srcOrd="0" destOrd="0" presId="urn:microsoft.com/office/officeart/2005/8/layout/vList2"/>
    <dgm:cxn modelId="{E9D22F20-230D-417D-A326-A3ED7368DDB2}" type="presOf" srcId="{C1A5ED04-CA5C-48F1-8860-6B0C92433CAB}" destId="{E3CB0392-000C-45A8-BF7A-788937ED582D}" srcOrd="0" destOrd="3" presId="urn:microsoft.com/office/officeart/2005/8/layout/vList2"/>
    <dgm:cxn modelId="{03CBB834-42EE-47D7-B9AA-7A381B443737}" type="presOf" srcId="{B0095811-F6CD-446D-95BE-0AE2E2FCD2B4}" destId="{E3CB0392-000C-45A8-BF7A-788937ED582D}" srcOrd="0" destOrd="0" presId="urn:microsoft.com/office/officeart/2005/8/layout/vList2"/>
    <dgm:cxn modelId="{46693047-AA5A-415E-A9AF-FFB1BE00C049}" srcId="{C416B53C-0784-4424-9E76-16C46006BDF7}" destId="{45FF71D6-3C13-46D7-8A1D-5B4F30A704EA}" srcOrd="1" destOrd="0" parTransId="{DA6B7601-C6AC-41A6-B630-8021B3332D53}" sibTransId="{3E472A6F-794C-4645-B920-402CD2F3A6C8}"/>
    <dgm:cxn modelId="{9567E371-E225-400F-9197-E0068A62B900}" srcId="{C416B53C-0784-4424-9E76-16C46006BDF7}" destId="{B0095811-F6CD-446D-95BE-0AE2E2FCD2B4}" srcOrd="0" destOrd="0" parTransId="{EE14E810-5BF8-48D3-96F6-20A29BDDBAF6}" sibTransId="{1EB84293-164B-49F1-B3E9-FAA8ED8F342D}"/>
    <dgm:cxn modelId="{51E8D692-8876-4A83-A77A-9C88F9E996FD}" type="presOf" srcId="{45FF71D6-3C13-46D7-8A1D-5B4F30A704EA}" destId="{E3CB0392-000C-45A8-BF7A-788937ED582D}" srcOrd="0" destOrd="1" presId="urn:microsoft.com/office/officeart/2005/8/layout/vList2"/>
    <dgm:cxn modelId="{C571F9A9-201D-439E-8C3B-9B8B53472256}" type="presOf" srcId="{C416B53C-0784-4424-9E76-16C46006BDF7}" destId="{3985A04C-0F88-4D09-ACD4-9BE03C411235}" srcOrd="0" destOrd="0" presId="urn:microsoft.com/office/officeart/2005/8/layout/vList2"/>
    <dgm:cxn modelId="{B987D3BA-6AB3-41F6-8836-007ED481AB3A}" srcId="{0E9F23F2-F455-4E9C-B101-E294613E95A9}" destId="{C416B53C-0784-4424-9E76-16C46006BDF7}" srcOrd="0" destOrd="0" parTransId="{9747C584-AEE2-4256-A57D-B97D18099516}" sibTransId="{535A1F5B-13A1-479C-BC26-AD61CFDD7927}"/>
    <dgm:cxn modelId="{39A6C2BB-6B53-47A7-824F-37D0AE4A3B5B}" srcId="{C416B53C-0784-4424-9E76-16C46006BDF7}" destId="{C1A5ED04-CA5C-48F1-8860-6B0C92433CAB}" srcOrd="3" destOrd="0" parTransId="{FB055CAB-DB77-405B-833A-C49DC394422E}" sibTransId="{9D891F5E-DE6B-446F-8E8D-AFBE22A7252E}"/>
    <dgm:cxn modelId="{3282B8DC-709B-4A55-892F-8BE4E07FB3CC}" type="presOf" srcId="{CB9878C6-75D4-4C8C-8CBA-95C1477220B9}" destId="{E3CB0392-000C-45A8-BF7A-788937ED582D}" srcOrd="0" destOrd="2" presId="urn:microsoft.com/office/officeart/2005/8/layout/vList2"/>
    <dgm:cxn modelId="{04422F6F-DBB1-4FDA-9692-8597F6BF6D4A}" type="presParOf" srcId="{070E47BD-5D84-4F75-9325-C5CA37E915E7}" destId="{3985A04C-0F88-4D09-ACD4-9BE03C411235}" srcOrd="0" destOrd="0" presId="urn:microsoft.com/office/officeart/2005/8/layout/vList2"/>
    <dgm:cxn modelId="{9E1E76D2-048A-4EB0-99BF-C0CBBC6742B9}" type="presParOf" srcId="{070E47BD-5D84-4F75-9325-C5CA37E915E7}" destId="{E3CB0392-000C-45A8-BF7A-788937ED582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A94B5F-8BFF-4D73-B60D-FDBEB5B8EEB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4FF73B-AE97-4B47-A580-7EAB1C93913E}">
      <dgm:prSet phldrT="[Text]"/>
      <dgm:spPr/>
      <dgm:t>
        <a:bodyPr/>
        <a:lstStyle/>
        <a:p>
          <a:r>
            <a:rPr lang="en-US" dirty="0"/>
            <a:t>Intra-Cluster (within cluster)</a:t>
          </a:r>
        </a:p>
      </dgm:t>
    </dgm:pt>
    <dgm:pt modelId="{0F2EE400-F6FC-45A3-868A-E52027B7D688}" type="parTrans" cxnId="{DCF3A895-1307-46C0-9FC3-D39259F32677}">
      <dgm:prSet/>
      <dgm:spPr/>
      <dgm:t>
        <a:bodyPr/>
        <a:lstStyle/>
        <a:p>
          <a:endParaRPr lang="en-US"/>
        </a:p>
      </dgm:t>
    </dgm:pt>
    <dgm:pt modelId="{C5625944-FB6C-41FC-AF5E-4E666BAF4930}" type="sibTrans" cxnId="{DCF3A895-1307-46C0-9FC3-D39259F32677}">
      <dgm:prSet/>
      <dgm:spPr/>
      <dgm:t>
        <a:bodyPr/>
        <a:lstStyle/>
        <a:p>
          <a:endParaRPr lang="en-US"/>
        </a:p>
      </dgm:t>
    </dgm:pt>
    <dgm:pt modelId="{C0C88114-FD24-490F-A682-CE79B69F9B5A}">
      <dgm:prSet phldrT="[Text]"/>
      <dgm:spPr/>
      <dgm:t>
        <a:bodyPr/>
        <a:lstStyle/>
        <a:p>
          <a:r>
            <a:rPr lang="en-US" dirty="0"/>
            <a:t>Measures how close data points are to each other within the same cluster</a:t>
          </a:r>
        </a:p>
      </dgm:t>
    </dgm:pt>
    <dgm:pt modelId="{08ADA81C-0C0F-40C0-9132-FF99D0AAD2C3}" type="parTrans" cxnId="{2C0CDC49-4E1B-4B87-A7C7-8574EA1229C3}">
      <dgm:prSet/>
      <dgm:spPr/>
      <dgm:t>
        <a:bodyPr/>
        <a:lstStyle/>
        <a:p>
          <a:endParaRPr lang="en-US"/>
        </a:p>
      </dgm:t>
    </dgm:pt>
    <dgm:pt modelId="{A134FB6E-3B93-4B0B-A81C-376B828514A4}" type="sibTrans" cxnId="{2C0CDC49-4E1B-4B87-A7C7-8574EA1229C3}">
      <dgm:prSet/>
      <dgm:spPr/>
      <dgm:t>
        <a:bodyPr/>
        <a:lstStyle/>
        <a:p>
          <a:endParaRPr lang="en-US"/>
        </a:p>
      </dgm:t>
    </dgm:pt>
    <dgm:pt modelId="{D9FDA740-6549-4F8B-B441-9BD9E15DA05B}">
      <dgm:prSet phldrT="[Text]"/>
      <dgm:spPr/>
      <dgm:t>
        <a:bodyPr/>
        <a:lstStyle/>
        <a:p>
          <a:r>
            <a:rPr lang="en-US" dirty="0"/>
            <a:t>Calculated as the distance from each point to its cluster center (centroid) or to other points in the same cluster</a:t>
          </a:r>
        </a:p>
      </dgm:t>
    </dgm:pt>
    <dgm:pt modelId="{958D6335-63BC-4570-979A-3D0883A723ED}" type="parTrans" cxnId="{7AD4ECC1-8A51-4042-BBC7-77FA89ED94AE}">
      <dgm:prSet/>
      <dgm:spPr/>
      <dgm:t>
        <a:bodyPr/>
        <a:lstStyle/>
        <a:p>
          <a:endParaRPr lang="en-US"/>
        </a:p>
      </dgm:t>
    </dgm:pt>
    <dgm:pt modelId="{D44016EF-0C66-4D7D-A309-3542764CC58B}" type="sibTrans" cxnId="{7AD4ECC1-8A51-4042-BBC7-77FA89ED94AE}">
      <dgm:prSet/>
      <dgm:spPr/>
      <dgm:t>
        <a:bodyPr/>
        <a:lstStyle/>
        <a:p>
          <a:endParaRPr lang="en-US"/>
        </a:p>
      </dgm:t>
    </dgm:pt>
    <dgm:pt modelId="{D1DDEC04-CEEE-4865-8ED0-EB7B032171F9}">
      <dgm:prSet phldrT="[Text]"/>
      <dgm:spPr/>
      <dgm:t>
        <a:bodyPr/>
        <a:lstStyle/>
        <a:p>
          <a:r>
            <a:rPr lang="en-US" dirty="0"/>
            <a:t>Small intra-cluster distance = similar customers grouped together</a:t>
          </a:r>
        </a:p>
      </dgm:t>
    </dgm:pt>
    <dgm:pt modelId="{21EC7481-0723-46D7-A0C4-2C9C27D3E088}" type="parTrans" cxnId="{BC2F9F7C-914C-4592-B023-056E0A7B127F}">
      <dgm:prSet/>
      <dgm:spPr/>
      <dgm:t>
        <a:bodyPr/>
        <a:lstStyle/>
        <a:p>
          <a:endParaRPr lang="en-US"/>
        </a:p>
      </dgm:t>
    </dgm:pt>
    <dgm:pt modelId="{0B113FCC-1960-4F5C-BEE5-DDFFF425ACAD}" type="sibTrans" cxnId="{BC2F9F7C-914C-4592-B023-056E0A7B127F}">
      <dgm:prSet/>
      <dgm:spPr/>
      <dgm:t>
        <a:bodyPr/>
        <a:lstStyle/>
        <a:p>
          <a:endParaRPr lang="en-US"/>
        </a:p>
      </dgm:t>
    </dgm:pt>
    <dgm:pt modelId="{76FF0EB0-B295-4852-ACCA-0EC17A1F5682}">
      <dgm:prSet phldrT="[Text]"/>
      <dgm:spPr/>
      <dgm:t>
        <a:bodyPr/>
        <a:lstStyle/>
        <a:p>
          <a:r>
            <a:rPr lang="en-US" dirty="0"/>
            <a:t>Goal: Minimize this distance (i.e., tight, compact clusters)</a:t>
          </a:r>
        </a:p>
      </dgm:t>
    </dgm:pt>
    <dgm:pt modelId="{85CA3313-92F7-41ED-9C34-8F24F0A3A773}" type="parTrans" cxnId="{F06AA730-F761-4549-9CFD-7680BED2503C}">
      <dgm:prSet/>
      <dgm:spPr/>
      <dgm:t>
        <a:bodyPr/>
        <a:lstStyle/>
        <a:p>
          <a:endParaRPr lang="en-US"/>
        </a:p>
      </dgm:t>
    </dgm:pt>
    <dgm:pt modelId="{06A1086C-41B2-40D0-94C8-925AFE6B1237}" type="sibTrans" cxnId="{F06AA730-F761-4549-9CFD-7680BED2503C}">
      <dgm:prSet/>
      <dgm:spPr/>
      <dgm:t>
        <a:bodyPr/>
        <a:lstStyle/>
        <a:p>
          <a:endParaRPr lang="en-US"/>
        </a:p>
      </dgm:t>
    </dgm:pt>
    <dgm:pt modelId="{05FB2C85-6E35-4815-B0DB-4F3A32555661}" type="pres">
      <dgm:prSet presAssocID="{08A94B5F-8BFF-4D73-B60D-FDBEB5B8EEBD}" presName="vert0" presStyleCnt="0">
        <dgm:presLayoutVars>
          <dgm:dir/>
          <dgm:animOne val="branch"/>
          <dgm:animLvl val="lvl"/>
        </dgm:presLayoutVars>
      </dgm:prSet>
      <dgm:spPr/>
    </dgm:pt>
    <dgm:pt modelId="{12D84B47-0EB7-474D-A9A5-42E136AF46AE}" type="pres">
      <dgm:prSet presAssocID="{274FF73B-AE97-4B47-A580-7EAB1C93913E}" presName="thickLine" presStyleLbl="alignNode1" presStyleIdx="0" presStyleCnt="1"/>
      <dgm:spPr/>
    </dgm:pt>
    <dgm:pt modelId="{D1D51413-47B6-4AF3-8E27-E5C74D061F1F}" type="pres">
      <dgm:prSet presAssocID="{274FF73B-AE97-4B47-A580-7EAB1C93913E}" presName="horz1" presStyleCnt="0"/>
      <dgm:spPr/>
    </dgm:pt>
    <dgm:pt modelId="{2FA208BD-F7F9-4D01-9059-126EED1E76BC}" type="pres">
      <dgm:prSet presAssocID="{274FF73B-AE97-4B47-A580-7EAB1C93913E}" presName="tx1" presStyleLbl="revTx" presStyleIdx="0" presStyleCnt="5"/>
      <dgm:spPr/>
    </dgm:pt>
    <dgm:pt modelId="{B316BAC8-BA32-445B-8542-2CD355F83BF7}" type="pres">
      <dgm:prSet presAssocID="{274FF73B-AE97-4B47-A580-7EAB1C93913E}" presName="vert1" presStyleCnt="0"/>
      <dgm:spPr/>
    </dgm:pt>
    <dgm:pt modelId="{4874EF3E-77C4-4F9C-80FB-862D4A1EB93E}" type="pres">
      <dgm:prSet presAssocID="{C0C88114-FD24-490F-A682-CE79B69F9B5A}" presName="vertSpace2a" presStyleCnt="0"/>
      <dgm:spPr/>
    </dgm:pt>
    <dgm:pt modelId="{B2979E7C-5335-4FAE-941F-198727CC9AF2}" type="pres">
      <dgm:prSet presAssocID="{C0C88114-FD24-490F-A682-CE79B69F9B5A}" presName="horz2" presStyleCnt="0"/>
      <dgm:spPr/>
    </dgm:pt>
    <dgm:pt modelId="{8685F3EC-AC39-451A-8418-0BE1D85246A3}" type="pres">
      <dgm:prSet presAssocID="{C0C88114-FD24-490F-A682-CE79B69F9B5A}" presName="horzSpace2" presStyleCnt="0"/>
      <dgm:spPr/>
    </dgm:pt>
    <dgm:pt modelId="{3D072732-C66E-4FF0-8362-22B6F8A9E100}" type="pres">
      <dgm:prSet presAssocID="{C0C88114-FD24-490F-A682-CE79B69F9B5A}" presName="tx2" presStyleLbl="revTx" presStyleIdx="1" presStyleCnt="5"/>
      <dgm:spPr/>
    </dgm:pt>
    <dgm:pt modelId="{D9E492A0-BEBE-4830-BA02-D6BB9027C87D}" type="pres">
      <dgm:prSet presAssocID="{C0C88114-FD24-490F-A682-CE79B69F9B5A}" presName="vert2" presStyleCnt="0"/>
      <dgm:spPr/>
    </dgm:pt>
    <dgm:pt modelId="{89D2C17F-EFC4-45AE-BC53-AB7D86DFEED7}" type="pres">
      <dgm:prSet presAssocID="{C0C88114-FD24-490F-A682-CE79B69F9B5A}" presName="thinLine2b" presStyleLbl="callout" presStyleIdx="0" presStyleCnt="4"/>
      <dgm:spPr/>
    </dgm:pt>
    <dgm:pt modelId="{AA43894E-A6D4-4FCF-B425-D0F866002ACA}" type="pres">
      <dgm:prSet presAssocID="{C0C88114-FD24-490F-A682-CE79B69F9B5A}" presName="vertSpace2b" presStyleCnt="0"/>
      <dgm:spPr/>
    </dgm:pt>
    <dgm:pt modelId="{20F273BA-16DA-4F41-B6C4-0C119C7C34AD}" type="pres">
      <dgm:prSet presAssocID="{D9FDA740-6549-4F8B-B441-9BD9E15DA05B}" presName="horz2" presStyleCnt="0"/>
      <dgm:spPr/>
    </dgm:pt>
    <dgm:pt modelId="{DF6E2625-A358-44DA-B6A6-F51B38ADAB86}" type="pres">
      <dgm:prSet presAssocID="{D9FDA740-6549-4F8B-B441-9BD9E15DA05B}" presName="horzSpace2" presStyleCnt="0"/>
      <dgm:spPr/>
    </dgm:pt>
    <dgm:pt modelId="{86FC7884-1EF6-4B81-B066-06543EE3ADDB}" type="pres">
      <dgm:prSet presAssocID="{D9FDA740-6549-4F8B-B441-9BD9E15DA05B}" presName="tx2" presStyleLbl="revTx" presStyleIdx="2" presStyleCnt="5"/>
      <dgm:spPr/>
    </dgm:pt>
    <dgm:pt modelId="{A2B30F13-BAAF-48AF-AAD8-CDF86633F0E0}" type="pres">
      <dgm:prSet presAssocID="{D9FDA740-6549-4F8B-B441-9BD9E15DA05B}" presName="vert2" presStyleCnt="0"/>
      <dgm:spPr/>
    </dgm:pt>
    <dgm:pt modelId="{4E030267-C21D-4D17-8C9C-CC124870762B}" type="pres">
      <dgm:prSet presAssocID="{D9FDA740-6549-4F8B-B441-9BD9E15DA05B}" presName="thinLine2b" presStyleLbl="callout" presStyleIdx="1" presStyleCnt="4"/>
      <dgm:spPr/>
    </dgm:pt>
    <dgm:pt modelId="{E883182A-9C42-4DD3-9288-41338E57B04C}" type="pres">
      <dgm:prSet presAssocID="{D9FDA740-6549-4F8B-B441-9BD9E15DA05B}" presName="vertSpace2b" presStyleCnt="0"/>
      <dgm:spPr/>
    </dgm:pt>
    <dgm:pt modelId="{E38ED354-CA26-4915-B7CF-EB4F91ED8485}" type="pres">
      <dgm:prSet presAssocID="{76FF0EB0-B295-4852-ACCA-0EC17A1F5682}" presName="horz2" presStyleCnt="0"/>
      <dgm:spPr/>
    </dgm:pt>
    <dgm:pt modelId="{B0581F24-66DC-433C-8EB1-3B45341862E5}" type="pres">
      <dgm:prSet presAssocID="{76FF0EB0-B295-4852-ACCA-0EC17A1F5682}" presName="horzSpace2" presStyleCnt="0"/>
      <dgm:spPr/>
    </dgm:pt>
    <dgm:pt modelId="{AD6C6137-5EF6-4C51-AE6A-3BD6385C8575}" type="pres">
      <dgm:prSet presAssocID="{76FF0EB0-B295-4852-ACCA-0EC17A1F5682}" presName="tx2" presStyleLbl="revTx" presStyleIdx="3" presStyleCnt="5"/>
      <dgm:spPr/>
    </dgm:pt>
    <dgm:pt modelId="{4C70AAC6-7416-443B-9D67-175F7349D83A}" type="pres">
      <dgm:prSet presAssocID="{76FF0EB0-B295-4852-ACCA-0EC17A1F5682}" presName="vert2" presStyleCnt="0"/>
      <dgm:spPr/>
    </dgm:pt>
    <dgm:pt modelId="{0A05C9D9-BABE-45B6-AB52-59424DF0119C}" type="pres">
      <dgm:prSet presAssocID="{76FF0EB0-B295-4852-ACCA-0EC17A1F5682}" presName="thinLine2b" presStyleLbl="callout" presStyleIdx="2" presStyleCnt="4"/>
      <dgm:spPr/>
    </dgm:pt>
    <dgm:pt modelId="{E68EE40E-AC98-4AEF-988C-58562792A541}" type="pres">
      <dgm:prSet presAssocID="{76FF0EB0-B295-4852-ACCA-0EC17A1F5682}" presName="vertSpace2b" presStyleCnt="0"/>
      <dgm:spPr/>
    </dgm:pt>
    <dgm:pt modelId="{A83FCEC7-584C-4ED2-B7D7-17AE6F574A70}" type="pres">
      <dgm:prSet presAssocID="{D1DDEC04-CEEE-4865-8ED0-EB7B032171F9}" presName="horz2" presStyleCnt="0"/>
      <dgm:spPr/>
    </dgm:pt>
    <dgm:pt modelId="{037C95A9-60C4-4D2F-A9A9-070A574F79A3}" type="pres">
      <dgm:prSet presAssocID="{D1DDEC04-CEEE-4865-8ED0-EB7B032171F9}" presName="horzSpace2" presStyleCnt="0"/>
      <dgm:spPr/>
    </dgm:pt>
    <dgm:pt modelId="{64014E24-8EB7-40E2-A29B-A441A961ECFD}" type="pres">
      <dgm:prSet presAssocID="{D1DDEC04-CEEE-4865-8ED0-EB7B032171F9}" presName="tx2" presStyleLbl="revTx" presStyleIdx="4" presStyleCnt="5"/>
      <dgm:spPr/>
    </dgm:pt>
    <dgm:pt modelId="{1960FEF3-0002-4E27-BF23-0C3079F1F062}" type="pres">
      <dgm:prSet presAssocID="{D1DDEC04-CEEE-4865-8ED0-EB7B032171F9}" presName="vert2" presStyleCnt="0"/>
      <dgm:spPr/>
    </dgm:pt>
    <dgm:pt modelId="{A1B45F7E-A16E-4EC8-997E-C4EDACA2755D}" type="pres">
      <dgm:prSet presAssocID="{D1DDEC04-CEEE-4865-8ED0-EB7B032171F9}" presName="thinLine2b" presStyleLbl="callout" presStyleIdx="3" presStyleCnt="4"/>
      <dgm:spPr/>
    </dgm:pt>
    <dgm:pt modelId="{30B947DE-CCA0-4819-AE57-B1EC64F26A9F}" type="pres">
      <dgm:prSet presAssocID="{D1DDEC04-CEEE-4865-8ED0-EB7B032171F9}" presName="vertSpace2b" presStyleCnt="0"/>
      <dgm:spPr/>
    </dgm:pt>
  </dgm:ptLst>
  <dgm:cxnLst>
    <dgm:cxn modelId="{C36CC528-1843-40C8-907C-931245A5FDFC}" type="presOf" srcId="{76FF0EB0-B295-4852-ACCA-0EC17A1F5682}" destId="{AD6C6137-5EF6-4C51-AE6A-3BD6385C8575}" srcOrd="0" destOrd="0" presId="urn:microsoft.com/office/officeart/2008/layout/LinedList"/>
    <dgm:cxn modelId="{F06AA730-F761-4549-9CFD-7680BED2503C}" srcId="{274FF73B-AE97-4B47-A580-7EAB1C93913E}" destId="{76FF0EB0-B295-4852-ACCA-0EC17A1F5682}" srcOrd="2" destOrd="0" parTransId="{85CA3313-92F7-41ED-9C34-8F24F0A3A773}" sibTransId="{06A1086C-41B2-40D0-94C8-925AFE6B1237}"/>
    <dgm:cxn modelId="{2C0CDC49-4E1B-4B87-A7C7-8574EA1229C3}" srcId="{274FF73B-AE97-4B47-A580-7EAB1C93913E}" destId="{C0C88114-FD24-490F-A682-CE79B69F9B5A}" srcOrd="0" destOrd="0" parTransId="{08ADA81C-0C0F-40C0-9132-FF99D0AAD2C3}" sibTransId="{A134FB6E-3B93-4B0B-A81C-376B828514A4}"/>
    <dgm:cxn modelId="{D61D8056-6C8E-4F59-B9F3-85955111F5F3}" type="presOf" srcId="{D1DDEC04-CEEE-4865-8ED0-EB7B032171F9}" destId="{64014E24-8EB7-40E2-A29B-A441A961ECFD}" srcOrd="0" destOrd="0" presId="urn:microsoft.com/office/officeart/2008/layout/LinedList"/>
    <dgm:cxn modelId="{5802AE6B-C43F-438F-80DE-4E8408BB543C}" type="presOf" srcId="{274FF73B-AE97-4B47-A580-7EAB1C93913E}" destId="{2FA208BD-F7F9-4D01-9059-126EED1E76BC}" srcOrd="0" destOrd="0" presId="urn:microsoft.com/office/officeart/2008/layout/LinedList"/>
    <dgm:cxn modelId="{BC2F9F7C-914C-4592-B023-056E0A7B127F}" srcId="{274FF73B-AE97-4B47-A580-7EAB1C93913E}" destId="{D1DDEC04-CEEE-4865-8ED0-EB7B032171F9}" srcOrd="3" destOrd="0" parTransId="{21EC7481-0723-46D7-A0C4-2C9C27D3E088}" sibTransId="{0B113FCC-1960-4F5C-BEE5-DDFFF425ACAD}"/>
    <dgm:cxn modelId="{0656F382-2E41-406A-BDE7-C95C874F14A2}" type="presOf" srcId="{C0C88114-FD24-490F-A682-CE79B69F9B5A}" destId="{3D072732-C66E-4FF0-8362-22B6F8A9E100}" srcOrd="0" destOrd="0" presId="urn:microsoft.com/office/officeart/2008/layout/LinedList"/>
    <dgm:cxn modelId="{DCF3A895-1307-46C0-9FC3-D39259F32677}" srcId="{08A94B5F-8BFF-4D73-B60D-FDBEB5B8EEBD}" destId="{274FF73B-AE97-4B47-A580-7EAB1C93913E}" srcOrd="0" destOrd="0" parTransId="{0F2EE400-F6FC-45A3-868A-E52027B7D688}" sibTransId="{C5625944-FB6C-41FC-AF5E-4E666BAF4930}"/>
    <dgm:cxn modelId="{ED116EC1-830E-482C-A7B6-D41DC2C2BD85}" type="presOf" srcId="{D9FDA740-6549-4F8B-B441-9BD9E15DA05B}" destId="{86FC7884-1EF6-4B81-B066-06543EE3ADDB}" srcOrd="0" destOrd="0" presId="urn:microsoft.com/office/officeart/2008/layout/LinedList"/>
    <dgm:cxn modelId="{7AD4ECC1-8A51-4042-BBC7-77FA89ED94AE}" srcId="{274FF73B-AE97-4B47-A580-7EAB1C93913E}" destId="{D9FDA740-6549-4F8B-B441-9BD9E15DA05B}" srcOrd="1" destOrd="0" parTransId="{958D6335-63BC-4570-979A-3D0883A723ED}" sibTransId="{D44016EF-0C66-4D7D-A309-3542764CC58B}"/>
    <dgm:cxn modelId="{DC1422DC-8F40-4496-AD8A-D679D0D95EAA}" type="presOf" srcId="{08A94B5F-8BFF-4D73-B60D-FDBEB5B8EEBD}" destId="{05FB2C85-6E35-4815-B0DB-4F3A32555661}" srcOrd="0" destOrd="0" presId="urn:microsoft.com/office/officeart/2008/layout/LinedList"/>
    <dgm:cxn modelId="{5AB9F1DF-8FD2-461B-B069-A1E3ABAFC744}" type="presParOf" srcId="{05FB2C85-6E35-4815-B0DB-4F3A32555661}" destId="{12D84B47-0EB7-474D-A9A5-42E136AF46AE}" srcOrd="0" destOrd="0" presId="urn:microsoft.com/office/officeart/2008/layout/LinedList"/>
    <dgm:cxn modelId="{F31CB86A-576D-4545-8942-A7E46DCE6334}" type="presParOf" srcId="{05FB2C85-6E35-4815-B0DB-4F3A32555661}" destId="{D1D51413-47B6-4AF3-8E27-E5C74D061F1F}" srcOrd="1" destOrd="0" presId="urn:microsoft.com/office/officeart/2008/layout/LinedList"/>
    <dgm:cxn modelId="{85B584D8-1B2C-4ED8-90B0-64D71DF31398}" type="presParOf" srcId="{D1D51413-47B6-4AF3-8E27-E5C74D061F1F}" destId="{2FA208BD-F7F9-4D01-9059-126EED1E76BC}" srcOrd="0" destOrd="0" presId="urn:microsoft.com/office/officeart/2008/layout/LinedList"/>
    <dgm:cxn modelId="{D61E455D-7582-4646-BAA3-5273B7B0410C}" type="presParOf" srcId="{D1D51413-47B6-4AF3-8E27-E5C74D061F1F}" destId="{B316BAC8-BA32-445B-8542-2CD355F83BF7}" srcOrd="1" destOrd="0" presId="urn:microsoft.com/office/officeart/2008/layout/LinedList"/>
    <dgm:cxn modelId="{4A88CBD7-0265-4973-ABF9-E91C14FB12E9}" type="presParOf" srcId="{B316BAC8-BA32-445B-8542-2CD355F83BF7}" destId="{4874EF3E-77C4-4F9C-80FB-862D4A1EB93E}" srcOrd="0" destOrd="0" presId="urn:microsoft.com/office/officeart/2008/layout/LinedList"/>
    <dgm:cxn modelId="{D5F3B756-0B1C-4BD8-8A02-7991F2F13F38}" type="presParOf" srcId="{B316BAC8-BA32-445B-8542-2CD355F83BF7}" destId="{B2979E7C-5335-4FAE-941F-198727CC9AF2}" srcOrd="1" destOrd="0" presId="urn:microsoft.com/office/officeart/2008/layout/LinedList"/>
    <dgm:cxn modelId="{29CC6A56-D0A5-4ED3-BA30-42BCD5176610}" type="presParOf" srcId="{B2979E7C-5335-4FAE-941F-198727CC9AF2}" destId="{8685F3EC-AC39-451A-8418-0BE1D85246A3}" srcOrd="0" destOrd="0" presId="urn:microsoft.com/office/officeart/2008/layout/LinedList"/>
    <dgm:cxn modelId="{40F58311-FFE0-47C7-BAE6-3D88050355D9}" type="presParOf" srcId="{B2979E7C-5335-4FAE-941F-198727CC9AF2}" destId="{3D072732-C66E-4FF0-8362-22B6F8A9E100}" srcOrd="1" destOrd="0" presId="urn:microsoft.com/office/officeart/2008/layout/LinedList"/>
    <dgm:cxn modelId="{DA8A2AD9-80C6-4709-8AE6-66E27CED27B7}" type="presParOf" srcId="{B2979E7C-5335-4FAE-941F-198727CC9AF2}" destId="{D9E492A0-BEBE-4830-BA02-D6BB9027C87D}" srcOrd="2" destOrd="0" presId="urn:microsoft.com/office/officeart/2008/layout/LinedList"/>
    <dgm:cxn modelId="{6AC9A9F1-61F0-46EB-A959-DA75D6A60564}" type="presParOf" srcId="{B316BAC8-BA32-445B-8542-2CD355F83BF7}" destId="{89D2C17F-EFC4-45AE-BC53-AB7D86DFEED7}" srcOrd="2" destOrd="0" presId="urn:microsoft.com/office/officeart/2008/layout/LinedList"/>
    <dgm:cxn modelId="{1D74F684-D350-48AA-82ED-64D938F929D5}" type="presParOf" srcId="{B316BAC8-BA32-445B-8542-2CD355F83BF7}" destId="{AA43894E-A6D4-4FCF-B425-D0F866002ACA}" srcOrd="3" destOrd="0" presId="urn:microsoft.com/office/officeart/2008/layout/LinedList"/>
    <dgm:cxn modelId="{4367C81E-DA18-420B-ADFF-DE655B6583A2}" type="presParOf" srcId="{B316BAC8-BA32-445B-8542-2CD355F83BF7}" destId="{20F273BA-16DA-4F41-B6C4-0C119C7C34AD}" srcOrd="4" destOrd="0" presId="urn:microsoft.com/office/officeart/2008/layout/LinedList"/>
    <dgm:cxn modelId="{7E0EB5AF-A582-4FB8-910A-1D45F4065EEA}" type="presParOf" srcId="{20F273BA-16DA-4F41-B6C4-0C119C7C34AD}" destId="{DF6E2625-A358-44DA-B6A6-F51B38ADAB86}" srcOrd="0" destOrd="0" presId="urn:microsoft.com/office/officeart/2008/layout/LinedList"/>
    <dgm:cxn modelId="{1F6CC816-2FA4-4A85-BA1B-1C6D876CCF0F}" type="presParOf" srcId="{20F273BA-16DA-4F41-B6C4-0C119C7C34AD}" destId="{86FC7884-1EF6-4B81-B066-06543EE3ADDB}" srcOrd="1" destOrd="0" presId="urn:microsoft.com/office/officeart/2008/layout/LinedList"/>
    <dgm:cxn modelId="{53C1703B-FB13-4973-9F62-F1E42680FF80}" type="presParOf" srcId="{20F273BA-16DA-4F41-B6C4-0C119C7C34AD}" destId="{A2B30F13-BAAF-48AF-AAD8-CDF86633F0E0}" srcOrd="2" destOrd="0" presId="urn:microsoft.com/office/officeart/2008/layout/LinedList"/>
    <dgm:cxn modelId="{36C9F210-E1AE-4D96-ABE5-9E99E45EFC52}" type="presParOf" srcId="{B316BAC8-BA32-445B-8542-2CD355F83BF7}" destId="{4E030267-C21D-4D17-8C9C-CC124870762B}" srcOrd="5" destOrd="0" presId="urn:microsoft.com/office/officeart/2008/layout/LinedList"/>
    <dgm:cxn modelId="{B7D2970D-4EC1-45A6-B77A-96CC028954D6}" type="presParOf" srcId="{B316BAC8-BA32-445B-8542-2CD355F83BF7}" destId="{E883182A-9C42-4DD3-9288-41338E57B04C}" srcOrd="6" destOrd="0" presId="urn:microsoft.com/office/officeart/2008/layout/LinedList"/>
    <dgm:cxn modelId="{2912CF98-A0CB-4314-B0DB-F961F5168B77}" type="presParOf" srcId="{B316BAC8-BA32-445B-8542-2CD355F83BF7}" destId="{E38ED354-CA26-4915-B7CF-EB4F91ED8485}" srcOrd="7" destOrd="0" presId="urn:microsoft.com/office/officeart/2008/layout/LinedList"/>
    <dgm:cxn modelId="{FEC453A1-1B08-40B9-BA4C-AAE8C5CC73E5}" type="presParOf" srcId="{E38ED354-CA26-4915-B7CF-EB4F91ED8485}" destId="{B0581F24-66DC-433C-8EB1-3B45341862E5}" srcOrd="0" destOrd="0" presId="urn:microsoft.com/office/officeart/2008/layout/LinedList"/>
    <dgm:cxn modelId="{5ADCB8F8-D233-46B3-B86E-3C22E9D26AA7}" type="presParOf" srcId="{E38ED354-CA26-4915-B7CF-EB4F91ED8485}" destId="{AD6C6137-5EF6-4C51-AE6A-3BD6385C8575}" srcOrd="1" destOrd="0" presId="urn:microsoft.com/office/officeart/2008/layout/LinedList"/>
    <dgm:cxn modelId="{495F66EE-4842-4A27-9DF6-CAB224D9C522}" type="presParOf" srcId="{E38ED354-CA26-4915-B7CF-EB4F91ED8485}" destId="{4C70AAC6-7416-443B-9D67-175F7349D83A}" srcOrd="2" destOrd="0" presId="urn:microsoft.com/office/officeart/2008/layout/LinedList"/>
    <dgm:cxn modelId="{31DE2A98-AEB4-4CA6-B64F-EF908EF0A908}" type="presParOf" srcId="{B316BAC8-BA32-445B-8542-2CD355F83BF7}" destId="{0A05C9D9-BABE-45B6-AB52-59424DF0119C}" srcOrd="8" destOrd="0" presId="urn:microsoft.com/office/officeart/2008/layout/LinedList"/>
    <dgm:cxn modelId="{15CA2BE1-82F1-4F96-B551-AF7C4A185DCC}" type="presParOf" srcId="{B316BAC8-BA32-445B-8542-2CD355F83BF7}" destId="{E68EE40E-AC98-4AEF-988C-58562792A541}" srcOrd="9" destOrd="0" presId="urn:microsoft.com/office/officeart/2008/layout/LinedList"/>
    <dgm:cxn modelId="{654D45DA-11F4-4FF2-A5F1-AAFA04A624ED}" type="presParOf" srcId="{B316BAC8-BA32-445B-8542-2CD355F83BF7}" destId="{A83FCEC7-584C-4ED2-B7D7-17AE6F574A70}" srcOrd="10" destOrd="0" presId="urn:microsoft.com/office/officeart/2008/layout/LinedList"/>
    <dgm:cxn modelId="{1472372C-9CD8-455A-8150-47BC0E0E032B}" type="presParOf" srcId="{A83FCEC7-584C-4ED2-B7D7-17AE6F574A70}" destId="{037C95A9-60C4-4D2F-A9A9-070A574F79A3}" srcOrd="0" destOrd="0" presId="urn:microsoft.com/office/officeart/2008/layout/LinedList"/>
    <dgm:cxn modelId="{11832B43-E1FA-43E7-A2A2-338B7E3A84D6}" type="presParOf" srcId="{A83FCEC7-584C-4ED2-B7D7-17AE6F574A70}" destId="{64014E24-8EB7-40E2-A29B-A441A961ECFD}" srcOrd="1" destOrd="0" presId="urn:microsoft.com/office/officeart/2008/layout/LinedList"/>
    <dgm:cxn modelId="{8088581E-D8F6-4E7A-8885-E6A911388F84}" type="presParOf" srcId="{A83FCEC7-584C-4ED2-B7D7-17AE6F574A70}" destId="{1960FEF3-0002-4E27-BF23-0C3079F1F062}" srcOrd="2" destOrd="0" presId="urn:microsoft.com/office/officeart/2008/layout/LinedList"/>
    <dgm:cxn modelId="{3C311970-1E4D-45D7-8B28-A1FD644AF175}" type="presParOf" srcId="{B316BAC8-BA32-445B-8542-2CD355F83BF7}" destId="{A1B45F7E-A16E-4EC8-997E-C4EDACA2755D}" srcOrd="11" destOrd="0" presId="urn:microsoft.com/office/officeart/2008/layout/LinedList"/>
    <dgm:cxn modelId="{8DBA27BA-2FEA-4A1F-9AE8-C5D31E7644DB}" type="presParOf" srcId="{B316BAC8-BA32-445B-8542-2CD355F83BF7}" destId="{30B947DE-CCA0-4819-AE57-B1EC64F26A9F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A94B5F-8BFF-4D73-B60D-FDBEB5B8EEB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1B1B6F-AB8E-4CF6-A482-8941178188F0}">
      <dgm:prSet phldrT="[Text]"/>
      <dgm:spPr/>
      <dgm:t>
        <a:bodyPr/>
        <a:lstStyle/>
        <a:p>
          <a:r>
            <a:rPr lang="en-US" dirty="0"/>
            <a:t>Inter-Cluster (between cluster)</a:t>
          </a:r>
        </a:p>
      </dgm:t>
    </dgm:pt>
    <dgm:pt modelId="{C6B28A22-A205-4BF3-AD68-7C4C0ADEB147}" type="parTrans" cxnId="{F2F48AA0-8CAD-400C-A5E5-B14769D96637}">
      <dgm:prSet/>
      <dgm:spPr/>
      <dgm:t>
        <a:bodyPr/>
        <a:lstStyle/>
        <a:p>
          <a:endParaRPr lang="en-US"/>
        </a:p>
      </dgm:t>
    </dgm:pt>
    <dgm:pt modelId="{1F7F0ECC-5AB4-4951-A35F-4F024DFD2E8F}" type="sibTrans" cxnId="{F2F48AA0-8CAD-400C-A5E5-B14769D96637}">
      <dgm:prSet/>
      <dgm:spPr/>
      <dgm:t>
        <a:bodyPr/>
        <a:lstStyle/>
        <a:p>
          <a:endParaRPr lang="en-US"/>
        </a:p>
      </dgm:t>
    </dgm:pt>
    <dgm:pt modelId="{D6F1EDBA-5E96-4FFA-9ED2-319971703A00}">
      <dgm:prSet phldrT="[Text]"/>
      <dgm:spPr/>
      <dgm:t>
        <a:bodyPr/>
        <a:lstStyle/>
        <a:p>
          <a:r>
            <a:rPr lang="en-US" dirty="0"/>
            <a:t>Measures how far apart different clusters are from each other</a:t>
          </a:r>
        </a:p>
      </dgm:t>
    </dgm:pt>
    <dgm:pt modelId="{E0F2BF31-5330-46F4-9564-7DAB090F34A9}" type="parTrans" cxnId="{7A85CF96-D41D-414E-8432-CC40C101D17C}">
      <dgm:prSet/>
      <dgm:spPr/>
      <dgm:t>
        <a:bodyPr/>
        <a:lstStyle/>
        <a:p>
          <a:endParaRPr lang="en-US"/>
        </a:p>
      </dgm:t>
    </dgm:pt>
    <dgm:pt modelId="{78D31E3D-1535-478F-AC14-08942EBD64FD}" type="sibTrans" cxnId="{7A85CF96-D41D-414E-8432-CC40C101D17C}">
      <dgm:prSet/>
      <dgm:spPr/>
      <dgm:t>
        <a:bodyPr/>
        <a:lstStyle/>
        <a:p>
          <a:endParaRPr lang="en-US"/>
        </a:p>
      </dgm:t>
    </dgm:pt>
    <dgm:pt modelId="{8FA2F0CE-7208-4AA8-AC07-F422218A8878}">
      <dgm:prSet phldrT="[Text]"/>
      <dgm:spPr/>
      <dgm:t>
        <a:bodyPr/>
        <a:lstStyle/>
        <a:p>
          <a:r>
            <a:rPr lang="en-US" dirty="0"/>
            <a:t>Calculated as the distance between cluster centers or between the closest/ farthest points of different clusters</a:t>
          </a:r>
        </a:p>
      </dgm:t>
    </dgm:pt>
    <dgm:pt modelId="{2634486A-3E65-401F-A422-169039A6112D}" type="parTrans" cxnId="{8B4B2EA4-0590-4C59-B1A9-0ED821795F7B}">
      <dgm:prSet/>
      <dgm:spPr/>
      <dgm:t>
        <a:bodyPr/>
        <a:lstStyle/>
        <a:p>
          <a:endParaRPr lang="en-US"/>
        </a:p>
      </dgm:t>
    </dgm:pt>
    <dgm:pt modelId="{6481750A-822A-4715-B6F8-E4C7050AA5BE}" type="sibTrans" cxnId="{8B4B2EA4-0590-4C59-B1A9-0ED821795F7B}">
      <dgm:prSet/>
      <dgm:spPr/>
      <dgm:t>
        <a:bodyPr/>
        <a:lstStyle/>
        <a:p>
          <a:endParaRPr lang="en-US"/>
        </a:p>
      </dgm:t>
    </dgm:pt>
    <dgm:pt modelId="{133E150B-D3C1-43EA-9929-47D366754533}">
      <dgm:prSet phldrT="[Text]"/>
      <dgm:spPr/>
      <dgm:t>
        <a:bodyPr/>
        <a:lstStyle/>
        <a:p>
          <a:r>
            <a:rPr lang="en-US" dirty="0"/>
            <a:t>Goal: Maximize this distance (well-separated clusters)</a:t>
          </a:r>
        </a:p>
      </dgm:t>
    </dgm:pt>
    <dgm:pt modelId="{F21DD493-4825-4F5C-9F1E-B892244913E5}" type="parTrans" cxnId="{202E876E-3426-4A3F-A261-E84FB3187CF7}">
      <dgm:prSet/>
      <dgm:spPr/>
      <dgm:t>
        <a:bodyPr/>
        <a:lstStyle/>
        <a:p>
          <a:endParaRPr lang="en-US"/>
        </a:p>
      </dgm:t>
    </dgm:pt>
    <dgm:pt modelId="{1E223713-1503-4DF1-943C-76CF3E16D685}" type="sibTrans" cxnId="{202E876E-3426-4A3F-A261-E84FB3187CF7}">
      <dgm:prSet/>
      <dgm:spPr/>
      <dgm:t>
        <a:bodyPr/>
        <a:lstStyle/>
        <a:p>
          <a:endParaRPr lang="en-US"/>
        </a:p>
      </dgm:t>
    </dgm:pt>
    <dgm:pt modelId="{78B738FB-262B-41B2-8D92-A8CFC4DB32BD}">
      <dgm:prSet phldrT="[Text]"/>
      <dgm:spPr/>
      <dgm:t>
        <a:bodyPr/>
        <a:lstStyle/>
        <a:p>
          <a:r>
            <a:rPr lang="en-US" dirty="0"/>
            <a:t>Large inter-cluster distance = distinct, different customer segments</a:t>
          </a:r>
        </a:p>
      </dgm:t>
    </dgm:pt>
    <dgm:pt modelId="{92716F60-0F24-45D9-BD67-F1270F9C45D7}" type="parTrans" cxnId="{38FFA858-59F6-45A5-BEBE-BF15AEFB650E}">
      <dgm:prSet/>
      <dgm:spPr/>
      <dgm:t>
        <a:bodyPr/>
        <a:lstStyle/>
        <a:p>
          <a:endParaRPr lang="en-US"/>
        </a:p>
      </dgm:t>
    </dgm:pt>
    <dgm:pt modelId="{4F56495B-83CF-4214-9155-6ACA699F2A24}" type="sibTrans" cxnId="{38FFA858-59F6-45A5-BEBE-BF15AEFB650E}">
      <dgm:prSet/>
      <dgm:spPr/>
      <dgm:t>
        <a:bodyPr/>
        <a:lstStyle/>
        <a:p>
          <a:endParaRPr lang="en-US"/>
        </a:p>
      </dgm:t>
    </dgm:pt>
    <dgm:pt modelId="{05FB2C85-6E35-4815-B0DB-4F3A32555661}" type="pres">
      <dgm:prSet presAssocID="{08A94B5F-8BFF-4D73-B60D-FDBEB5B8EEBD}" presName="vert0" presStyleCnt="0">
        <dgm:presLayoutVars>
          <dgm:dir/>
          <dgm:animOne val="branch"/>
          <dgm:animLvl val="lvl"/>
        </dgm:presLayoutVars>
      </dgm:prSet>
      <dgm:spPr/>
    </dgm:pt>
    <dgm:pt modelId="{0F90D711-A6C8-44B8-8CDC-366758689C6D}" type="pres">
      <dgm:prSet presAssocID="{F81B1B6F-AB8E-4CF6-A482-8941178188F0}" presName="thickLine" presStyleLbl="alignNode1" presStyleIdx="0" presStyleCnt="1"/>
      <dgm:spPr/>
    </dgm:pt>
    <dgm:pt modelId="{9DD7D42B-E4FC-4982-96A7-F6BAB307480B}" type="pres">
      <dgm:prSet presAssocID="{F81B1B6F-AB8E-4CF6-A482-8941178188F0}" presName="horz1" presStyleCnt="0"/>
      <dgm:spPr/>
    </dgm:pt>
    <dgm:pt modelId="{F63AE44C-3BCB-4597-9A84-6AA3B471C299}" type="pres">
      <dgm:prSet presAssocID="{F81B1B6F-AB8E-4CF6-A482-8941178188F0}" presName="tx1" presStyleLbl="revTx" presStyleIdx="0" presStyleCnt="5"/>
      <dgm:spPr/>
    </dgm:pt>
    <dgm:pt modelId="{18BB7AAF-607D-4228-B1AE-E035C1D3C30D}" type="pres">
      <dgm:prSet presAssocID="{F81B1B6F-AB8E-4CF6-A482-8941178188F0}" presName="vert1" presStyleCnt="0"/>
      <dgm:spPr/>
    </dgm:pt>
    <dgm:pt modelId="{92C7E566-B603-4CFB-A321-415F29A6B25A}" type="pres">
      <dgm:prSet presAssocID="{D6F1EDBA-5E96-4FFA-9ED2-319971703A00}" presName="vertSpace2a" presStyleCnt="0"/>
      <dgm:spPr/>
    </dgm:pt>
    <dgm:pt modelId="{3445ADD0-487E-4F22-ABE2-B99BB2C35C97}" type="pres">
      <dgm:prSet presAssocID="{D6F1EDBA-5E96-4FFA-9ED2-319971703A00}" presName="horz2" presStyleCnt="0"/>
      <dgm:spPr/>
    </dgm:pt>
    <dgm:pt modelId="{28BB89E6-652E-4BDE-8B9E-A0AB549BBDA8}" type="pres">
      <dgm:prSet presAssocID="{D6F1EDBA-5E96-4FFA-9ED2-319971703A00}" presName="horzSpace2" presStyleCnt="0"/>
      <dgm:spPr/>
    </dgm:pt>
    <dgm:pt modelId="{23637B14-43AB-4252-AF70-3CD5288D3F8F}" type="pres">
      <dgm:prSet presAssocID="{D6F1EDBA-5E96-4FFA-9ED2-319971703A00}" presName="tx2" presStyleLbl="revTx" presStyleIdx="1" presStyleCnt="5"/>
      <dgm:spPr/>
    </dgm:pt>
    <dgm:pt modelId="{A49C782D-3593-4E09-ACE1-B74F5C7D71E3}" type="pres">
      <dgm:prSet presAssocID="{D6F1EDBA-5E96-4FFA-9ED2-319971703A00}" presName="vert2" presStyleCnt="0"/>
      <dgm:spPr/>
    </dgm:pt>
    <dgm:pt modelId="{C4CD5A4A-10D2-44B1-8742-B284A18E100B}" type="pres">
      <dgm:prSet presAssocID="{D6F1EDBA-5E96-4FFA-9ED2-319971703A00}" presName="thinLine2b" presStyleLbl="callout" presStyleIdx="0" presStyleCnt="4"/>
      <dgm:spPr/>
    </dgm:pt>
    <dgm:pt modelId="{681ADA4C-20CB-48C4-9C72-81D05DDA1F4E}" type="pres">
      <dgm:prSet presAssocID="{D6F1EDBA-5E96-4FFA-9ED2-319971703A00}" presName="vertSpace2b" presStyleCnt="0"/>
      <dgm:spPr/>
    </dgm:pt>
    <dgm:pt modelId="{B20CE06B-A3FF-488C-9E04-223491C6F6B8}" type="pres">
      <dgm:prSet presAssocID="{8FA2F0CE-7208-4AA8-AC07-F422218A8878}" presName="horz2" presStyleCnt="0"/>
      <dgm:spPr/>
    </dgm:pt>
    <dgm:pt modelId="{CCF70F57-A687-49B2-B589-CED0BCE172DB}" type="pres">
      <dgm:prSet presAssocID="{8FA2F0CE-7208-4AA8-AC07-F422218A8878}" presName="horzSpace2" presStyleCnt="0"/>
      <dgm:spPr/>
    </dgm:pt>
    <dgm:pt modelId="{99CF1CA7-9FF3-45BC-A3E4-E051ED46838D}" type="pres">
      <dgm:prSet presAssocID="{8FA2F0CE-7208-4AA8-AC07-F422218A8878}" presName="tx2" presStyleLbl="revTx" presStyleIdx="2" presStyleCnt="5"/>
      <dgm:spPr/>
    </dgm:pt>
    <dgm:pt modelId="{0C190C79-B03E-4C6D-9525-20EBB97B8D0C}" type="pres">
      <dgm:prSet presAssocID="{8FA2F0CE-7208-4AA8-AC07-F422218A8878}" presName="vert2" presStyleCnt="0"/>
      <dgm:spPr/>
    </dgm:pt>
    <dgm:pt modelId="{B1B506E7-D4C3-4D4D-BF92-E102C4FD6C1E}" type="pres">
      <dgm:prSet presAssocID="{8FA2F0CE-7208-4AA8-AC07-F422218A8878}" presName="thinLine2b" presStyleLbl="callout" presStyleIdx="1" presStyleCnt="4"/>
      <dgm:spPr/>
    </dgm:pt>
    <dgm:pt modelId="{3585EE57-2396-4BDD-855B-A7D0CDAC62A8}" type="pres">
      <dgm:prSet presAssocID="{8FA2F0CE-7208-4AA8-AC07-F422218A8878}" presName="vertSpace2b" presStyleCnt="0"/>
      <dgm:spPr/>
    </dgm:pt>
    <dgm:pt modelId="{F9BCF99A-5F65-46B0-9FD4-4FF423A4836B}" type="pres">
      <dgm:prSet presAssocID="{133E150B-D3C1-43EA-9929-47D366754533}" presName="horz2" presStyleCnt="0"/>
      <dgm:spPr/>
    </dgm:pt>
    <dgm:pt modelId="{87549378-C427-4A74-9CB4-5DEE8AB4D9A0}" type="pres">
      <dgm:prSet presAssocID="{133E150B-D3C1-43EA-9929-47D366754533}" presName="horzSpace2" presStyleCnt="0"/>
      <dgm:spPr/>
    </dgm:pt>
    <dgm:pt modelId="{148A2702-EE67-4F57-A061-31A87CAD60F9}" type="pres">
      <dgm:prSet presAssocID="{133E150B-D3C1-43EA-9929-47D366754533}" presName="tx2" presStyleLbl="revTx" presStyleIdx="3" presStyleCnt="5"/>
      <dgm:spPr/>
    </dgm:pt>
    <dgm:pt modelId="{230AB7AF-32F6-46B2-8D9D-15CEF5FBEB81}" type="pres">
      <dgm:prSet presAssocID="{133E150B-D3C1-43EA-9929-47D366754533}" presName="vert2" presStyleCnt="0"/>
      <dgm:spPr/>
    </dgm:pt>
    <dgm:pt modelId="{D277EE70-F719-4EA5-928F-0CBDCB71301E}" type="pres">
      <dgm:prSet presAssocID="{133E150B-D3C1-43EA-9929-47D366754533}" presName="thinLine2b" presStyleLbl="callout" presStyleIdx="2" presStyleCnt="4"/>
      <dgm:spPr/>
    </dgm:pt>
    <dgm:pt modelId="{64924D37-7442-4BCB-AEE0-37E4A50834B5}" type="pres">
      <dgm:prSet presAssocID="{133E150B-D3C1-43EA-9929-47D366754533}" presName="vertSpace2b" presStyleCnt="0"/>
      <dgm:spPr/>
    </dgm:pt>
    <dgm:pt modelId="{C7CE14CF-06FC-4B05-AE44-B0428B58F4C3}" type="pres">
      <dgm:prSet presAssocID="{78B738FB-262B-41B2-8D92-A8CFC4DB32BD}" presName="horz2" presStyleCnt="0"/>
      <dgm:spPr/>
    </dgm:pt>
    <dgm:pt modelId="{11BCEB8C-588D-41BA-9684-941191C49753}" type="pres">
      <dgm:prSet presAssocID="{78B738FB-262B-41B2-8D92-A8CFC4DB32BD}" presName="horzSpace2" presStyleCnt="0"/>
      <dgm:spPr/>
    </dgm:pt>
    <dgm:pt modelId="{1BAB52B7-C195-4206-AF48-5CB8650AECF3}" type="pres">
      <dgm:prSet presAssocID="{78B738FB-262B-41B2-8D92-A8CFC4DB32BD}" presName="tx2" presStyleLbl="revTx" presStyleIdx="4" presStyleCnt="5"/>
      <dgm:spPr/>
    </dgm:pt>
    <dgm:pt modelId="{AEFD3DF6-DF30-4EE6-AFE2-51CA8338F0FC}" type="pres">
      <dgm:prSet presAssocID="{78B738FB-262B-41B2-8D92-A8CFC4DB32BD}" presName="vert2" presStyleCnt="0"/>
      <dgm:spPr/>
    </dgm:pt>
    <dgm:pt modelId="{8DB27B3E-5C3C-4DDB-A602-F54D10F96A2D}" type="pres">
      <dgm:prSet presAssocID="{78B738FB-262B-41B2-8D92-A8CFC4DB32BD}" presName="thinLine2b" presStyleLbl="callout" presStyleIdx="3" presStyleCnt="4"/>
      <dgm:spPr/>
    </dgm:pt>
    <dgm:pt modelId="{09EA482F-A588-460F-90DC-5B2033F0FBB0}" type="pres">
      <dgm:prSet presAssocID="{78B738FB-262B-41B2-8D92-A8CFC4DB32BD}" presName="vertSpace2b" presStyleCnt="0"/>
      <dgm:spPr/>
    </dgm:pt>
  </dgm:ptLst>
  <dgm:cxnLst>
    <dgm:cxn modelId="{166FE423-C970-439A-9EC3-3C65E0EE9B76}" type="presOf" srcId="{D6F1EDBA-5E96-4FFA-9ED2-319971703A00}" destId="{23637B14-43AB-4252-AF70-3CD5288D3F8F}" srcOrd="0" destOrd="0" presId="urn:microsoft.com/office/officeart/2008/layout/LinedList"/>
    <dgm:cxn modelId="{30F65643-4812-4791-8525-AE5D37AD1BEE}" type="presOf" srcId="{133E150B-D3C1-43EA-9929-47D366754533}" destId="{148A2702-EE67-4F57-A061-31A87CAD60F9}" srcOrd="0" destOrd="0" presId="urn:microsoft.com/office/officeart/2008/layout/LinedList"/>
    <dgm:cxn modelId="{7DD4CD49-C743-4DDD-8B15-125F0F3EA63A}" type="presOf" srcId="{8FA2F0CE-7208-4AA8-AC07-F422218A8878}" destId="{99CF1CA7-9FF3-45BC-A3E4-E051ED46838D}" srcOrd="0" destOrd="0" presId="urn:microsoft.com/office/officeart/2008/layout/LinedList"/>
    <dgm:cxn modelId="{38FFA858-59F6-45A5-BEBE-BF15AEFB650E}" srcId="{F81B1B6F-AB8E-4CF6-A482-8941178188F0}" destId="{78B738FB-262B-41B2-8D92-A8CFC4DB32BD}" srcOrd="3" destOrd="0" parTransId="{92716F60-0F24-45D9-BD67-F1270F9C45D7}" sibTransId="{4F56495B-83CF-4214-9155-6ACA699F2A24}"/>
    <dgm:cxn modelId="{832BA062-6F48-4F5E-822F-B8843833BCFA}" type="presOf" srcId="{78B738FB-262B-41B2-8D92-A8CFC4DB32BD}" destId="{1BAB52B7-C195-4206-AF48-5CB8650AECF3}" srcOrd="0" destOrd="0" presId="urn:microsoft.com/office/officeart/2008/layout/LinedList"/>
    <dgm:cxn modelId="{202E876E-3426-4A3F-A261-E84FB3187CF7}" srcId="{F81B1B6F-AB8E-4CF6-A482-8941178188F0}" destId="{133E150B-D3C1-43EA-9929-47D366754533}" srcOrd="2" destOrd="0" parTransId="{F21DD493-4825-4F5C-9F1E-B892244913E5}" sibTransId="{1E223713-1503-4DF1-943C-76CF3E16D685}"/>
    <dgm:cxn modelId="{7A85CF96-D41D-414E-8432-CC40C101D17C}" srcId="{F81B1B6F-AB8E-4CF6-A482-8941178188F0}" destId="{D6F1EDBA-5E96-4FFA-9ED2-319971703A00}" srcOrd="0" destOrd="0" parTransId="{E0F2BF31-5330-46F4-9564-7DAB090F34A9}" sibTransId="{78D31E3D-1535-478F-AC14-08942EBD64FD}"/>
    <dgm:cxn modelId="{F2F48AA0-8CAD-400C-A5E5-B14769D96637}" srcId="{08A94B5F-8BFF-4D73-B60D-FDBEB5B8EEBD}" destId="{F81B1B6F-AB8E-4CF6-A482-8941178188F0}" srcOrd="0" destOrd="0" parTransId="{C6B28A22-A205-4BF3-AD68-7C4C0ADEB147}" sibTransId="{1F7F0ECC-5AB4-4951-A35F-4F024DFD2E8F}"/>
    <dgm:cxn modelId="{8B4B2EA4-0590-4C59-B1A9-0ED821795F7B}" srcId="{F81B1B6F-AB8E-4CF6-A482-8941178188F0}" destId="{8FA2F0CE-7208-4AA8-AC07-F422218A8878}" srcOrd="1" destOrd="0" parTransId="{2634486A-3E65-401F-A422-169039A6112D}" sibTransId="{6481750A-822A-4715-B6F8-E4C7050AA5BE}"/>
    <dgm:cxn modelId="{F599FDDB-F2A5-406E-8AB0-0690ECD0FF1E}" type="presOf" srcId="{F81B1B6F-AB8E-4CF6-A482-8941178188F0}" destId="{F63AE44C-3BCB-4597-9A84-6AA3B471C299}" srcOrd="0" destOrd="0" presId="urn:microsoft.com/office/officeart/2008/layout/LinedList"/>
    <dgm:cxn modelId="{DC1422DC-8F40-4496-AD8A-D679D0D95EAA}" type="presOf" srcId="{08A94B5F-8BFF-4D73-B60D-FDBEB5B8EEBD}" destId="{05FB2C85-6E35-4815-B0DB-4F3A32555661}" srcOrd="0" destOrd="0" presId="urn:microsoft.com/office/officeart/2008/layout/LinedList"/>
    <dgm:cxn modelId="{245B0E6C-47F8-4BC2-933A-4C9AC8CCFFDB}" type="presParOf" srcId="{05FB2C85-6E35-4815-B0DB-4F3A32555661}" destId="{0F90D711-A6C8-44B8-8CDC-366758689C6D}" srcOrd="0" destOrd="0" presId="urn:microsoft.com/office/officeart/2008/layout/LinedList"/>
    <dgm:cxn modelId="{26A22D33-7D31-4D22-9B9F-1372D2965572}" type="presParOf" srcId="{05FB2C85-6E35-4815-B0DB-4F3A32555661}" destId="{9DD7D42B-E4FC-4982-96A7-F6BAB307480B}" srcOrd="1" destOrd="0" presId="urn:microsoft.com/office/officeart/2008/layout/LinedList"/>
    <dgm:cxn modelId="{57482547-6EB6-4D11-A4C9-8577A5259801}" type="presParOf" srcId="{9DD7D42B-E4FC-4982-96A7-F6BAB307480B}" destId="{F63AE44C-3BCB-4597-9A84-6AA3B471C299}" srcOrd="0" destOrd="0" presId="urn:microsoft.com/office/officeart/2008/layout/LinedList"/>
    <dgm:cxn modelId="{F0E2F6BA-DE54-4621-9546-BA1AAB7AB6C3}" type="presParOf" srcId="{9DD7D42B-E4FC-4982-96A7-F6BAB307480B}" destId="{18BB7AAF-607D-4228-B1AE-E035C1D3C30D}" srcOrd="1" destOrd="0" presId="urn:microsoft.com/office/officeart/2008/layout/LinedList"/>
    <dgm:cxn modelId="{43E6815C-EA46-472A-B4B5-9EAF55159FE5}" type="presParOf" srcId="{18BB7AAF-607D-4228-B1AE-E035C1D3C30D}" destId="{92C7E566-B603-4CFB-A321-415F29A6B25A}" srcOrd="0" destOrd="0" presId="urn:microsoft.com/office/officeart/2008/layout/LinedList"/>
    <dgm:cxn modelId="{66CFB96F-1F97-423A-AB3C-CC95AD289B6C}" type="presParOf" srcId="{18BB7AAF-607D-4228-B1AE-E035C1D3C30D}" destId="{3445ADD0-487E-4F22-ABE2-B99BB2C35C97}" srcOrd="1" destOrd="0" presId="urn:microsoft.com/office/officeart/2008/layout/LinedList"/>
    <dgm:cxn modelId="{2F62BDDD-815B-42F4-BBB3-B82E7E2501F9}" type="presParOf" srcId="{3445ADD0-487E-4F22-ABE2-B99BB2C35C97}" destId="{28BB89E6-652E-4BDE-8B9E-A0AB549BBDA8}" srcOrd="0" destOrd="0" presId="urn:microsoft.com/office/officeart/2008/layout/LinedList"/>
    <dgm:cxn modelId="{A8E0C12E-8962-4BBE-A27B-3E76B6D911F6}" type="presParOf" srcId="{3445ADD0-487E-4F22-ABE2-B99BB2C35C97}" destId="{23637B14-43AB-4252-AF70-3CD5288D3F8F}" srcOrd="1" destOrd="0" presId="urn:microsoft.com/office/officeart/2008/layout/LinedList"/>
    <dgm:cxn modelId="{EF860207-DC46-460C-8EC6-C4DAF12AB2CE}" type="presParOf" srcId="{3445ADD0-487E-4F22-ABE2-B99BB2C35C97}" destId="{A49C782D-3593-4E09-ACE1-B74F5C7D71E3}" srcOrd="2" destOrd="0" presId="urn:microsoft.com/office/officeart/2008/layout/LinedList"/>
    <dgm:cxn modelId="{17756D3A-477F-49B4-A882-D32C400622C2}" type="presParOf" srcId="{18BB7AAF-607D-4228-B1AE-E035C1D3C30D}" destId="{C4CD5A4A-10D2-44B1-8742-B284A18E100B}" srcOrd="2" destOrd="0" presId="urn:microsoft.com/office/officeart/2008/layout/LinedList"/>
    <dgm:cxn modelId="{A99C27C7-8CD6-47F5-BF4C-CC9960E429DE}" type="presParOf" srcId="{18BB7AAF-607D-4228-B1AE-E035C1D3C30D}" destId="{681ADA4C-20CB-48C4-9C72-81D05DDA1F4E}" srcOrd="3" destOrd="0" presId="urn:microsoft.com/office/officeart/2008/layout/LinedList"/>
    <dgm:cxn modelId="{0D80E532-0BA4-4D58-BF19-6A62440D77D0}" type="presParOf" srcId="{18BB7AAF-607D-4228-B1AE-E035C1D3C30D}" destId="{B20CE06B-A3FF-488C-9E04-223491C6F6B8}" srcOrd="4" destOrd="0" presId="urn:microsoft.com/office/officeart/2008/layout/LinedList"/>
    <dgm:cxn modelId="{C3598C48-0B54-4EF4-8617-1F9303917291}" type="presParOf" srcId="{B20CE06B-A3FF-488C-9E04-223491C6F6B8}" destId="{CCF70F57-A687-49B2-B589-CED0BCE172DB}" srcOrd="0" destOrd="0" presId="urn:microsoft.com/office/officeart/2008/layout/LinedList"/>
    <dgm:cxn modelId="{728A392D-8814-4F0F-AA46-D0BF4CBFDE34}" type="presParOf" srcId="{B20CE06B-A3FF-488C-9E04-223491C6F6B8}" destId="{99CF1CA7-9FF3-45BC-A3E4-E051ED46838D}" srcOrd="1" destOrd="0" presId="urn:microsoft.com/office/officeart/2008/layout/LinedList"/>
    <dgm:cxn modelId="{37EB162F-4C75-457F-82DD-5B4FBF132CA2}" type="presParOf" srcId="{B20CE06B-A3FF-488C-9E04-223491C6F6B8}" destId="{0C190C79-B03E-4C6D-9525-20EBB97B8D0C}" srcOrd="2" destOrd="0" presId="urn:microsoft.com/office/officeart/2008/layout/LinedList"/>
    <dgm:cxn modelId="{387C248E-6D34-46F7-9C9B-1705A15E86D0}" type="presParOf" srcId="{18BB7AAF-607D-4228-B1AE-E035C1D3C30D}" destId="{B1B506E7-D4C3-4D4D-BF92-E102C4FD6C1E}" srcOrd="5" destOrd="0" presId="urn:microsoft.com/office/officeart/2008/layout/LinedList"/>
    <dgm:cxn modelId="{8653D337-5C0B-4E52-8440-F15D8CB04EBC}" type="presParOf" srcId="{18BB7AAF-607D-4228-B1AE-E035C1D3C30D}" destId="{3585EE57-2396-4BDD-855B-A7D0CDAC62A8}" srcOrd="6" destOrd="0" presId="urn:microsoft.com/office/officeart/2008/layout/LinedList"/>
    <dgm:cxn modelId="{A166E4FD-241E-479D-AE41-519871D060EA}" type="presParOf" srcId="{18BB7AAF-607D-4228-B1AE-E035C1D3C30D}" destId="{F9BCF99A-5F65-46B0-9FD4-4FF423A4836B}" srcOrd="7" destOrd="0" presId="urn:microsoft.com/office/officeart/2008/layout/LinedList"/>
    <dgm:cxn modelId="{45148FDE-0710-495F-9B48-2FF7D4BF4AB6}" type="presParOf" srcId="{F9BCF99A-5F65-46B0-9FD4-4FF423A4836B}" destId="{87549378-C427-4A74-9CB4-5DEE8AB4D9A0}" srcOrd="0" destOrd="0" presId="urn:microsoft.com/office/officeart/2008/layout/LinedList"/>
    <dgm:cxn modelId="{505D02F9-46E5-4DD9-8C7F-6A12F1BF0C52}" type="presParOf" srcId="{F9BCF99A-5F65-46B0-9FD4-4FF423A4836B}" destId="{148A2702-EE67-4F57-A061-31A87CAD60F9}" srcOrd="1" destOrd="0" presId="urn:microsoft.com/office/officeart/2008/layout/LinedList"/>
    <dgm:cxn modelId="{DEE02AA4-F4DA-4631-82CC-97FB2FEE3B1C}" type="presParOf" srcId="{F9BCF99A-5F65-46B0-9FD4-4FF423A4836B}" destId="{230AB7AF-32F6-46B2-8D9D-15CEF5FBEB81}" srcOrd="2" destOrd="0" presId="urn:microsoft.com/office/officeart/2008/layout/LinedList"/>
    <dgm:cxn modelId="{4E3624D5-17CF-45F7-A15E-4C00DF396D0E}" type="presParOf" srcId="{18BB7AAF-607D-4228-B1AE-E035C1D3C30D}" destId="{D277EE70-F719-4EA5-928F-0CBDCB71301E}" srcOrd="8" destOrd="0" presId="urn:microsoft.com/office/officeart/2008/layout/LinedList"/>
    <dgm:cxn modelId="{1EA9D06A-7122-4F8C-9A09-32790041C816}" type="presParOf" srcId="{18BB7AAF-607D-4228-B1AE-E035C1D3C30D}" destId="{64924D37-7442-4BCB-AEE0-37E4A50834B5}" srcOrd="9" destOrd="0" presId="urn:microsoft.com/office/officeart/2008/layout/LinedList"/>
    <dgm:cxn modelId="{682B2148-5BE3-4E47-99D2-6950F3F59B68}" type="presParOf" srcId="{18BB7AAF-607D-4228-B1AE-E035C1D3C30D}" destId="{C7CE14CF-06FC-4B05-AE44-B0428B58F4C3}" srcOrd="10" destOrd="0" presId="urn:microsoft.com/office/officeart/2008/layout/LinedList"/>
    <dgm:cxn modelId="{CFDAF8F1-ACEA-4135-B247-DF2AA450D4FA}" type="presParOf" srcId="{C7CE14CF-06FC-4B05-AE44-B0428B58F4C3}" destId="{11BCEB8C-588D-41BA-9684-941191C49753}" srcOrd="0" destOrd="0" presId="urn:microsoft.com/office/officeart/2008/layout/LinedList"/>
    <dgm:cxn modelId="{BD3FDC78-57FD-4282-B85B-0BA3E334AD3B}" type="presParOf" srcId="{C7CE14CF-06FC-4B05-AE44-B0428B58F4C3}" destId="{1BAB52B7-C195-4206-AF48-5CB8650AECF3}" srcOrd="1" destOrd="0" presId="urn:microsoft.com/office/officeart/2008/layout/LinedList"/>
    <dgm:cxn modelId="{097BB06D-4A05-4ABD-A64A-45BEC1D6A97A}" type="presParOf" srcId="{C7CE14CF-06FC-4B05-AE44-B0428B58F4C3}" destId="{AEFD3DF6-DF30-4EE6-AFE2-51CA8338F0FC}" srcOrd="2" destOrd="0" presId="urn:microsoft.com/office/officeart/2008/layout/LinedList"/>
    <dgm:cxn modelId="{3CB79A9F-4D8B-4775-A20B-E4EE47D4CB47}" type="presParOf" srcId="{18BB7AAF-607D-4228-B1AE-E035C1D3C30D}" destId="{8DB27B3E-5C3C-4DDB-A602-F54D10F96A2D}" srcOrd="11" destOrd="0" presId="urn:microsoft.com/office/officeart/2008/layout/LinedList"/>
    <dgm:cxn modelId="{574C115B-B126-4AAC-9CF7-0DC8DFD1A4F2}" type="presParOf" srcId="{18BB7AAF-607D-4228-B1AE-E035C1D3C30D}" destId="{09EA482F-A588-460F-90DC-5B2033F0FBB0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25974C-605D-4230-8CCE-361EBE78F73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38C60B4-5350-4BE4-B5E0-B5F5BABF7360}">
      <dgm:prSet phldrT="[Text]"/>
      <dgm:spPr/>
      <dgm:t>
        <a:bodyPr/>
        <a:lstStyle/>
        <a:p>
          <a:r>
            <a:rPr lang="en-US" dirty="0"/>
            <a:t>What WCSS Measures</a:t>
          </a:r>
        </a:p>
      </dgm:t>
    </dgm:pt>
    <dgm:pt modelId="{F823470E-847A-43E3-BFE1-0A676C84BB78}" type="parTrans" cxnId="{F4B0C552-B3E6-476B-9395-68C2D826712B}">
      <dgm:prSet/>
      <dgm:spPr/>
      <dgm:t>
        <a:bodyPr/>
        <a:lstStyle/>
        <a:p>
          <a:endParaRPr lang="en-US"/>
        </a:p>
      </dgm:t>
    </dgm:pt>
    <dgm:pt modelId="{8874C2D5-5CA3-4E01-8FC8-D79E45A20198}" type="sibTrans" cxnId="{F4B0C552-B3E6-476B-9395-68C2D826712B}">
      <dgm:prSet/>
      <dgm:spPr/>
      <dgm:t>
        <a:bodyPr/>
        <a:lstStyle/>
        <a:p>
          <a:endParaRPr lang="en-US"/>
        </a:p>
      </dgm:t>
    </dgm:pt>
    <dgm:pt modelId="{39F9EC3A-64C5-426C-852D-432F2F937109}">
      <dgm:prSet phldrT="[Text]"/>
      <dgm:spPr/>
      <dgm:t>
        <a:bodyPr/>
        <a:lstStyle/>
        <a:p>
          <a:r>
            <a:rPr lang="en-US" dirty="0"/>
            <a:t>Total sum of squared distances of all intra-cluster</a:t>
          </a:r>
        </a:p>
      </dgm:t>
    </dgm:pt>
    <dgm:pt modelId="{F6ED77B5-2A4A-47F1-A241-73C38BF2061C}" type="parTrans" cxnId="{9F3D2C72-4EE5-4B77-ADFB-7B128DC065D0}">
      <dgm:prSet/>
      <dgm:spPr/>
      <dgm:t>
        <a:bodyPr/>
        <a:lstStyle/>
        <a:p>
          <a:endParaRPr lang="en-US"/>
        </a:p>
      </dgm:t>
    </dgm:pt>
    <dgm:pt modelId="{6E5356AF-048D-4183-B108-DE23970BF45F}" type="sibTrans" cxnId="{9F3D2C72-4EE5-4B77-ADFB-7B128DC065D0}">
      <dgm:prSet/>
      <dgm:spPr/>
      <dgm:t>
        <a:bodyPr/>
        <a:lstStyle/>
        <a:p>
          <a:endParaRPr lang="en-US"/>
        </a:p>
      </dgm:t>
    </dgm:pt>
    <dgm:pt modelId="{0E27B861-71AF-4302-A787-13611F1340EB}">
      <dgm:prSet phldrT="[Text]"/>
      <dgm:spPr/>
      <dgm:t>
        <a:bodyPr/>
        <a:lstStyle/>
        <a:p>
          <a:r>
            <a:rPr lang="en-US" dirty="0"/>
            <a:t>How the Elbow Method Works?</a:t>
          </a:r>
        </a:p>
      </dgm:t>
    </dgm:pt>
    <dgm:pt modelId="{447D3079-CCB0-49A7-AC52-695CD0A9C790}" type="parTrans" cxnId="{A7CEF515-4D40-46BA-86D1-F16AFD3EF99E}">
      <dgm:prSet/>
      <dgm:spPr/>
      <dgm:t>
        <a:bodyPr/>
        <a:lstStyle/>
        <a:p>
          <a:endParaRPr lang="en-US"/>
        </a:p>
      </dgm:t>
    </dgm:pt>
    <dgm:pt modelId="{C023746C-E7DB-49FF-AE69-06DA05A871B7}" type="sibTrans" cxnId="{A7CEF515-4D40-46BA-86D1-F16AFD3EF99E}">
      <dgm:prSet/>
      <dgm:spPr/>
      <dgm:t>
        <a:bodyPr/>
        <a:lstStyle/>
        <a:p>
          <a:endParaRPr lang="en-US"/>
        </a:p>
      </dgm:t>
    </dgm:pt>
    <dgm:pt modelId="{DFF408E7-E39D-4078-BCF6-36C9A38AFF05}">
      <dgm:prSet phldrT="[Text]"/>
      <dgm:spPr/>
      <dgm:t>
        <a:bodyPr/>
        <a:lstStyle/>
        <a:p>
          <a:r>
            <a:rPr lang="en-US" dirty="0"/>
            <a:t>Run clustering with different values of k (e.g., k = 1, 2, …, 10)</a:t>
          </a:r>
        </a:p>
      </dgm:t>
    </dgm:pt>
    <dgm:pt modelId="{9A83BE99-BFD0-4314-B2EA-A8B6A3D64503}" type="parTrans" cxnId="{A6667F39-BB3B-4E81-9395-7FC641624D42}">
      <dgm:prSet/>
      <dgm:spPr/>
      <dgm:t>
        <a:bodyPr/>
        <a:lstStyle/>
        <a:p>
          <a:endParaRPr lang="en-US"/>
        </a:p>
      </dgm:t>
    </dgm:pt>
    <dgm:pt modelId="{8E4761AC-88B7-4819-BFDF-8FADFCF5EB9A}" type="sibTrans" cxnId="{A6667F39-BB3B-4E81-9395-7FC641624D42}">
      <dgm:prSet/>
      <dgm:spPr/>
      <dgm:t>
        <a:bodyPr/>
        <a:lstStyle/>
        <a:p>
          <a:endParaRPr lang="en-US"/>
        </a:p>
      </dgm:t>
    </dgm:pt>
    <dgm:pt modelId="{CD7EEBFE-1002-495A-ACA2-B56EA15A9096}">
      <dgm:prSet phldrT="[Text]"/>
      <dgm:spPr/>
      <dgm:t>
        <a:bodyPr/>
        <a:lstStyle/>
        <a:p>
          <a:r>
            <a:rPr lang="en-US" dirty="0"/>
            <a:t>Lower WCSS = tighter, more compact clusters</a:t>
          </a:r>
        </a:p>
      </dgm:t>
    </dgm:pt>
    <dgm:pt modelId="{4458BA91-8727-4DBE-9164-D3136E531189}" type="parTrans" cxnId="{BDE2FA6A-0CA9-4D49-9E63-2009A6BCA573}">
      <dgm:prSet/>
      <dgm:spPr/>
      <dgm:t>
        <a:bodyPr/>
        <a:lstStyle/>
        <a:p>
          <a:endParaRPr lang="en-US"/>
        </a:p>
      </dgm:t>
    </dgm:pt>
    <dgm:pt modelId="{79A81458-FDA3-4A2C-95B2-4945CF80E8F6}" type="sibTrans" cxnId="{BDE2FA6A-0CA9-4D49-9E63-2009A6BCA573}">
      <dgm:prSet/>
      <dgm:spPr/>
      <dgm:t>
        <a:bodyPr/>
        <a:lstStyle/>
        <a:p>
          <a:endParaRPr lang="en-US"/>
        </a:p>
      </dgm:t>
    </dgm:pt>
    <dgm:pt modelId="{4DFDD8E2-D754-46D5-9459-24AE2839BA54}">
      <dgm:prSet phldrT="[Text]"/>
      <dgm:spPr/>
      <dgm:t>
        <a:bodyPr/>
        <a:lstStyle/>
        <a:p>
          <a:r>
            <a:rPr lang="en-US" dirty="0"/>
            <a:t>Calculate WCSS for each k</a:t>
          </a:r>
        </a:p>
      </dgm:t>
    </dgm:pt>
    <dgm:pt modelId="{76A7AE77-7767-479B-A9DA-621EB23CB9C3}" type="parTrans" cxnId="{F31C85A8-E19A-4333-A1D4-24638476F7D9}">
      <dgm:prSet/>
      <dgm:spPr/>
      <dgm:t>
        <a:bodyPr/>
        <a:lstStyle/>
        <a:p>
          <a:endParaRPr lang="en-US"/>
        </a:p>
      </dgm:t>
    </dgm:pt>
    <dgm:pt modelId="{6C8EF373-1A16-40E8-BD7F-5464D327FD3F}" type="sibTrans" cxnId="{F31C85A8-E19A-4333-A1D4-24638476F7D9}">
      <dgm:prSet/>
      <dgm:spPr/>
      <dgm:t>
        <a:bodyPr/>
        <a:lstStyle/>
        <a:p>
          <a:endParaRPr lang="en-US"/>
        </a:p>
      </dgm:t>
    </dgm:pt>
    <dgm:pt modelId="{01BA2CC8-A008-4F68-8DA3-7E156C250825}">
      <dgm:prSet phldrT="[Text]"/>
      <dgm:spPr/>
      <dgm:t>
        <a:bodyPr/>
        <a:lstStyle/>
        <a:p>
          <a:r>
            <a:rPr lang="en-US" dirty="0"/>
            <a:t>Plot WCSS vs. k</a:t>
          </a:r>
        </a:p>
      </dgm:t>
    </dgm:pt>
    <dgm:pt modelId="{2932558B-7B70-459B-B46A-9D0C27CEDD58}" type="parTrans" cxnId="{9C85477E-4988-441E-A66E-4C6A1D926DB7}">
      <dgm:prSet/>
      <dgm:spPr/>
      <dgm:t>
        <a:bodyPr/>
        <a:lstStyle/>
        <a:p>
          <a:endParaRPr lang="en-US"/>
        </a:p>
      </dgm:t>
    </dgm:pt>
    <dgm:pt modelId="{EA1E3A47-3A7C-489C-BF1B-FF97048A5C80}" type="sibTrans" cxnId="{9C85477E-4988-441E-A66E-4C6A1D926DB7}">
      <dgm:prSet/>
      <dgm:spPr/>
      <dgm:t>
        <a:bodyPr/>
        <a:lstStyle/>
        <a:p>
          <a:endParaRPr lang="en-US"/>
        </a:p>
      </dgm:t>
    </dgm:pt>
    <dgm:pt modelId="{413326EF-8937-4601-9074-05F7CC14A290}">
      <dgm:prSet phldrT="[Text]"/>
      <dgm:spPr/>
      <dgm:t>
        <a:bodyPr/>
        <a:lstStyle/>
        <a:p>
          <a:r>
            <a:rPr lang="en-US" dirty="0"/>
            <a:t>Look for the “elbow” where the curve bends sharply and WCSS stops decreasing dramatically</a:t>
          </a:r>
        </a:p>
      </dgm:t>
    </dgm:pt>
    <dgm:pt modelId="{B2239078-FC89-4036-987F-4665BAE71169}" type="parTrans" cxnId="{E265BD15-5C26-47E8-87A6-12B40514F98D}">
      <dgm:prSet/>
      <dgm:spPr/>
      <dgm:t>
        <a:bodyPr/>
        <a:lstStyle/>
        <a:p>
          <a:endParaRPr lang="en-US"/>
        </a:p>
      </dgm:t>
    </dgm:pt>
    <dgm:pt modelId="{CB96E413-04C5-4148-832A-43D9771F3C83}" type="sibTrans" cxnId="{E265BD15-5C26-47E8-87A6-12B40514F98D}">
      <dgm:prSet/>
      <dgm:spPr/>
      <dgm:t>
        <a:bodyPr/>
        <a:lstStyle/>
        <a:p>
          <a:endParaRPr lang="en-US"/>
        </a:p>
      </dgm:t>
    </dgm:pt>
    <dgm:pt modelId="{7CFB3225-6F9C-4BDC-9E35-FB5013CF2FD5}">
      <dgm:prSet phldrT="[Text]"/>
      <dgm:spPr/>
      <dgm:t>
        <a:bodyPr/>
        <a:lstStyle/>
        <a:p>
          <a:r>
            <a:rPr lang="en-US" dirty="0"/>
            <a:t>Why is there an “Elbow”?</a:t>
          </a:r>
        </a:p>
      </dgm:t>
    </dgm:pt>
    <dgm:pt modelId="{0754D017-7B31-480E-A839-1C50EBBFC0B4}" type="parTrans" cxnId="{464D24A7-44F9-4496-BCA2-117182D7FAB2}">
      <dgm:prSet/>
      <dgm:spPr/>
      <dgm:t>
        <a:bodyPr/>
        <a:lstStyle/>
        <a:p>
          <a:endParaRPr lang="en-US"/>
        </a:p>
      </dgm:t>
    </dgm:pt>
    <dgm:pt modelId="{C4235A1B-6379-4026-8B4B-429FF6C07644}" type="sibTrans" cxnId="{464D24A7-44F9-4496-BCA2-117182D7FAB2}">
      <dgm:prSet/>
      <dgm:spPr/>
      <dgm:t>
        <a:bodyPr/>
        <a:lstStyle/>
        <a:p>
          <a:endParaRPr lang="en-US"/>
        </a:p>
      </dgm:t>
    </dgm:pt>
    <dgm:pt modelId="{CEEF7FC1-FAF8-482B-B54D-587D4FE0EBED}">
      <dgm:prSet phldrT="[Text]"/>
      <dgm:spPr/>
      <dgm:t>
        <a:bodyPr/>
        <a:lstStyle/>
        <a:p>
          <a:r>
            <a:rPr lang="en-US" dirty="0"/>
            <a:t>As k increases, WCSS always decreases (more clusters = tighter fit)</a:t>
          </a:r>
        </a:p>
      </dgm:t>
    </dgm:pt>
    <dgm:pt modelId="{5C0FA6D6-4B09-4BFF-BE5A-7E785D6E5272}" type="parTrans" cxnId="{F60790DA-5065-4AC7-8FFB-4AFD76CC2361}">
      <dgm:prSet/>
      <dgm:spPr/>
      <dgm:t>
        <a:bodyPr/>
        <a:lstStyle/>
        <a:p>
          <a:endParaRPr lang="en-US"/>
        </a:p>
      </dgm:t>
    </dgm:pt>
    <dgm:pt modelId="{F575B3D7-E724-4CD2-B857-501CB863586C}" type="sibTrans" cxnId="{F60790DA-5065-4AC7-8FFB-4AFD76CC2361}">
      <dgm:prSet/>
      <dgm:spPr/>
      <dgm:t>
        <a:bodyPr/>
        <a:lstStyle/>
        <a:p>
          <a:endParaRPr lang="en-US"/>
        </a:p>
      </dgm:t>
    </dgm:pt>
    <dgm:pt modelId="{864F6018-AB3C-4976-B63A-85B00E16C4F7}">
      <dgm:prSet phldrT="[Text]"/>
      <dgm:spPr/>
      <dgm:t>
        <a:bodyPr/>
        <a:lstStyle/>
        <a:p>
          <a:r>
            <a:rPr lang="en-US" dirty="0"/>
            <a:t>As some point, adding more clusters gives diminishing returns</a:t>
          </a:r>
        </a:p>
      </dgm:t>
    </dgm:pt>
    <dgm:pt modelId="{CEAA2FCA-7AE4-4553-8ED6-980FB1E8C50C}" type="parTrans" cxnId="{305DD8C0-334A-4246-9924-1A692B895E0C}">
      <dgm:prSet/>
      <dgm:spPr/>
      <dgm:t>
        <a:bodyPr/>
        <a:lstStyle/>
        <a:p>
          <a:endParaRPr lang="en-US"/>
        </a:p>
      </dgm:t>
    </dgm:pt>
    <dgm:pt modelId="{B55314D7-315D-4242-A3A6-EF44AB587675}" type="sibTrans" cxnId="{305DD8C0-334A-4246-9924-1A692B895E0C}">
      <dgm:prSet/>
      <dgm:spPr/>
      <dgm:t>
        <a:bodyPr/>
        <a:lstStyle/>
        <a:p>
          <a:endParaRPr lang="en-US"/>
        </a:p>
      </dgm:t>
    </dgm:pt>
    <dgm:pt modelId="{84658DB6-5E65-4BE4-8CB7-14D8B31A253D}">
      <dgm:prSet phldrT="[Text]"/>
      <dgm:spPr/>
      <dgm:t>
        <a:bodyPr/>
        <a:lstStyle/>
        <a:p>
          <a:r>
            <a:rPr lang="en-US" dirty="0"/>
            <a:t>The elbow point is where you get the best balance between simplicity (fewer clusters) and fit (lower WCSS)</a:t>
          </a:r>
        </a:p>
      </dgm:t>
    </dgm:pt>
    <dgm:pt modelId="{D44CF67C-B195-4D96-B2FC-1AFE5AFE51DD}" type="parTrans" cxnId="{415C29A0-883B-4F16-8BD3-899B114129A1}">
      <dgm:prSet/>
      <dgm:spPr/>
      <dgm:t>
        <a:bodyPr/>
        <a:lstStyle/>
        <a:p>
          <a:endParaRPr lang="en-US"/>
        </a:p>
      </dgm:t>
    </dgm:pt>
    <dgm:pt modelId="{C28A2D6B-D736-4728-93CC-4E39B35338B8}" type="sibTrans" cxnId="{415C29A0-883B-4F16-8BD3-899B114129A1}">
      <dgm:prSet/>
      <dgm:spPr/>
      <dgm:t>
        <a:bodyPr/>
        <a:lstStyle/>
        <a:p>
          <a:endParaRPr lang="en-US"/>
        </a:p>
      </dgm:t>
    </dgm:pt>
    <dgm:pt modelId="{F142AE8B-E977-4070-8E3D-311169BC856F}" type="pres">
      <dgm:prSet presAssocID="{9025974C-605D-4230-8CCE-361EBE78F735}" presName="linear" presStyleCnt="0">
        <dgm:presLayoutVars>
          <dgm:animLvl val="lvl"/>
          <dgm:resizeHandles val="exact"/>
        </dgm:presLayoutVars>
      </dgm:prSet>
      <dgm:spPr/>
    </dgm:pt>
    <dgm:pt modelId="{4FF8309B-CC16-4425-9A90-CB2559A43857}" type="pres">
      <dgm:prSet presAssocID="{538C60B4-5350-4BE4-B5E0-B5F5BABF736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E53BFA-5E2E-42B8-BB74-6AF03F73E3B7}" type="pres">
      <dgm:prSet presAssocID="{538C60B4-5350-4BE4-B5E0-B5F5BABF7360}" presName="childText" presStyleLbl="revTx" presStyleIdx="0" presStyleCnt="3">
        <dgm:presLayoutVars>
          <dgm:bulletEnabled val="1"/>
        </dgm:presLayoutVars>
      </dgm:prSet>
      <dgm:spPr/>
    </dgm:pt>
    <dgm:pt modelId="{8462B9A4-F61D-479D-A50E-E666728F8386}" type="pres">
      <dgm:prSet presAssocID="{0E27B861-71AF-4302-A787-13611F1340E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9670E4D-DB22-471A-AACA-693D55FAE71F}" type="pres">
      <dgm:prSet presAssocID="{0E27B861-71AF-4302-A787-13611F1340EB}" presName="childText" presStyleLbl="revTx" presStyleIdx="1" presStyleCnt="3">
        <dgm:presLayoutVars>
          <dgm:bulletEnabled val="1"/>
        </dgm:presLayoutVars>
      </dgm:prSet>
      <dgm:spPr/>
    </dgm:pt>
    <dgm:pt modelId="{EA52E190-8C32-4C8F-ADD4-BCA8FED28315}" type="pres">
      <dgm:prSet presAssocID="{7CFB3225-6F9C-4BDC-9E35-FB5013CF2FD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4B11780-4780-47A9-BC83-B69801A950BC}" type="pres">
      <dgm:prSet presAssocID="{7CFB3225-6F9C-4BDC-9E35-FB5013CF2FD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3DBCF208-7AA1-4D4E-A2CE-87CC5E5AF91B}" type="presOf" srcId="{DFF408E7-E39D-4078-BCF6-36C9A38AFF05}" destId="{E9670E4D-DB22-471A-AACA-693D55FAE71F}" srcOrd="0" destOrd="0" presId="urn:microsoft.com/office/officeart/2005/8/layout/vList2"/>
    <dgm:cxn modelId="{A654380E-A83D-4279-9E5A-EEADA4385A58}" type="presOf" srcId="{538C60B4-5350-4BE4-B5E0-B5F5BABF7360}" destId="{4FF8309B-CC16-4425-9A90-CB2559A43857}" srcOrd="0" destOrd="0" presId="urn:microsoft.com/office/officeart/2005/8/layout/vList2"/>
    <dgm:cxn modelId="{AF842311-6BFE-40C3-AB3C-79F710BFA437}" type="presOf" srcId="{864F6018-AB3C-4976-B63A-85B00E16C4F7}" destId="{E4B11780-4780-47A9-BC83-B69801A950BC}" srcOrd="0" destOrd="1" presId="urn:microsoft.com/office/officeart/2005/8/layout/vList2"/>
    <dgm:cxn modelId="{E265BD15-5C26-47E8-87A6-12B40514F98D}" srcId="{0E27B861-71AF-4302-A787-13611F1340EB}" destId="{413326EF-8937-4601-9074-05F7CC14A290}" srcOrd="3" destOrd="0" parTransId="{B2239078-FC89-4036-987F-4665BAE71169}" sibTransId="{CB96E413-04C5-4148-832A-43D9771F3C83}"/>
    <dgm:cxn modelId="{A7CEF515-4D40-46BA-86D1-F16AFD3EF99E}" srcId="{9025974C-605D-4230-8CCE-361EBE78F735}" destId="{0E27B861-71AF-4302-A787-13611F1340EB}" srcOrd="1" destOrd="0" parTransId="{447D3079-CCB0-49A7-AC52-695CD0A9C790}" sibTransId="{C023746C-E7DB-49FF-AE69-06DA05A871B7}"/>
    <dgm:cxn modelId="{0FC08F21-B373-4EEB-B0CA-BCF714607D0C}" type="presOf" srcId="{CD7EEBFE-1002-495A-ACA2-B56EA15A9096}" destId="{5EE53BFA-5E2E-42B8-BB74-6AF03F73E3B7}" srcOrd="0" destOrd="1" presId="urn:microsoft.com/office/officeart/2005/8/layout/vList2"/>
    <dgm:cxn modelId="{998BA532-FE12-4B34-9D34-C9097C3BC9D6}" type="presOf" srcId="{9025974C-605D-4230-8CCE-361EBE78F735}" destId="{F142AE8B-E977-4070-8E3D-311169BC856F}" srcOrd="0" destOrd="0" presId="urn:microsoft.com/office/officeart/2005/8/layout/vList2"/>
    <dgm:cxn modelId="{A6667F39-BB3B-4E81-9395-7FC641624D42}" srcId="{0E27B861-71AF-4302-A787-13611F1340EB}" destId="{DFF408E7-E39D-4078-BCF6-36C9A38AFF05}" srcOrd="0" destOrd="0" parTransId="{9A83BE99-BFD0-4314-B2EA-A8B6A3D64503}" sibTransId="{8E4761AC-88B7-4819-BFDF-8FADFCF5EB9A}"/>
    <dgm:cxn modelId="{F4B0C552-B3E6-476B-9395-68C2D826712B}" srcId="{9025974C-605D-4230-8CCE-361EBE78F735}" destId="{538C60B4-5350-4BE4-B5E0-B5F5BABF7360}" srcOrd="0" destOrd="0" parTransId="{F823470E-847A-43E3-BFE1-0A676C84BB78}" sibTransId="{8874C2D5-5CA3-4E01-8FC8-D79E45A20198}"/>
    <dgm:cxn modelId="{283F3362-930E-4A1F-B2A2-AD78FD2914AB}" type="presOf" srcId="{01BA2CC8-A008-4F68-8DA3-7E156C250825}" destId="{E9670E4D-DB22-471A-AACA-693D55FAE71F}" srcOrd="0" destOrd="2" presId="urn:microsoft.com/office/officeart/2005/8/layout/vList2"/>
    <dgm:cxn modelId="{AFA45163-54B8-443B-9518-2AD7780BD35E}" type="presOf" srcId="{4DFDD8E2-D754-46D5-9459-24AE2839BA54}" destId="{E9670E4D-DB22-471A-AACA-693D55FAE71F}" srcOrd="0" destOrd="1" presId="urn:microsoft.com/office/officeart/2005/8/layout/vList2"/>
    <dgm:cxn modelId="{BDE2FA6A-0CA9-4D49-9E63-2009A6BCA573}" srcId="{538C60B4-5350-4BE4-B5E0-B5F5BABF7360}" destId="{CD7EEBFE-1002-495A-ACA2-B56EA15A9096}" srcOrd="1" destOrd="0" parTransId="{4458BA91-8727-4DBE-9164-D3136E531189}" sibTransId="{79A81458-FDA3-4A2C-95B2-4945CF80E8F6}"/>
    <dgm:cxn modelId="{9F3D2C72-4EE5-4B77-ADFB-7B128DC065D0}" srcId="{538C60B4-5350-4BE4-B5E0-B5F5BABF7360}" destId="{39F9EC3A-64C5-426C-852D-432F2F937109}" srcOrd="0" destOrd="0" parTransId="{F6ED77B5-2A4A-47F1-A241-73C38BF2061C}" sibTransId="{6E5356AF-048D-4183-B108-DE23970BF45F}"/>
    <dgm:cxn modelId="{9C85477E-4988-441E-A66E-4C6A1D926DB7}" srcId="{0E27B861-71AF-4302-A787-13611F1340EB}" destId="{01BA2CC8-A008-4F68-8DA3-7E156C250825}" srcOrd="2" destOrd="0" parTransId="{2932558B-7B70-459B-B46A-9D0C27CEDD58}" sibTransId="{EA1E3A47-3A7C-489C-BF1B-FF97048A5C80}"/>
    <dgm:cxn modelId="{852A3495-EF69-4731-A5C7-47B4EE197A6E}" type="presOf" srcId="{0E27B861-71AF-4302-A787-13611F1340EB}" destId="{8462B9A4-F61D-479D-A50E-E666728F8386}" srcOrd="0" destOrd="0" presId="urn:microsoft.com/office/officeart/2005/8/layout/vList2"/>
    <dgm:cxn modelId="{AFBDF89D-3B79-4BF1-8E62-399D86509DC6}" type="presOf" srcId="{39F9EC3A-64C5-426C-852D-432F2F937109}" destId="{5EE53BFA-5E2E-42B8-BB74-6AF03F73E3B7}" srcOrd="0" destOrd="0" presId="urn:microsoft.com/office/officeart/2005/8/layout/vList2"/>
    <dgm:cxn modelId="{415C29A0-883B-4F16-8BD3-899B114129A1}" srcId="{7CFB3225-6F9C-4BDC-9E35-FB5013CF2FD5}" destId="{84658DB6-5E65-4BE4-8CB7-14D8B31A253D}" srcOrd="2" destOrd="0" parTransId="{D44CF67C-B195-4D96-B2FC-1AFE5AFE51DD}" sibTransId="{C28A2D6B-D736-4728-93CC-4E39B35338B8}"/>
    <dgm:cxn modelId="{464D24A7-44F9-4496-BCA2-117182D7FAB2}" srcId="{9025974C-605D-4230-8CCE-361EBE78F735}" destId="{7CFB3225-6F9C-4BDC-9E35-FB5013CF2FD5}" srcOrd="2" destOrd="0" parTransId="{0754D017-7B31-480E-A839-1C50EBBFC0B4}" sibTransId="{C4235A1B-6379-4026-8B4B-429FF6C07644}"/>
    <dgm:cxn modelId="{F31C85A8-E19A-4333-A1D4-24638476F7D9}" srcId="{0E27B861-71AF-4302-A787-13611F1340EB}" destId="{4DFDD8E2-D754-46D5-9459-24AE2839BA54}" srcOrd="1" destOrd="0" parTransId="{76A7AE77-7767-479B-A9DA-621EB23CB9C3}" sibTransId="{6C8EF373-1A16-40E8-BD7F-5464D327FD3F}"/>
    <dgm:cxn modelId="{0BB86BB0-6CDD-4A5E-9426-460BB797AF24}" type="presOf" srcId="{7CFB3225-6F9C-4BDC-9E35-FB5013CF2FD5}" destId="{EA52E190-8C32-4C8F-ADD4-BCA8FED28315}" srcOrd="0" destOrd="0" presId="urn:microsoft.com/office/officeart/2005/8/layout/vList2"/>
    <dgm:cxn modelId="{305DD8C0-334A-4246-9924-1A692B895E0C}" srcId="{7CFB3225-6F9C-4BDC-9E35-FB5013CF2FD5}" destId="{864F6018-AB3C-4976-B63A-85B00E16C4F7}" srcOrd="1" destOrd="0" parTransId="{CEAA2FCA-7AE4-4553-8ED6-980FB1E8C50C}" sibTransId="{B55314D7-315D-4242-A3A6-EF44AB587675}"/>
    <dgm:cxn modelId="{8BB464C7-659A-4BA0-A038-2A45DB1AB31E}" type="presOf" srcId="{CEEF7FC1-FAF8-482B-B54D-587D4FE0EBED}" destId="{E4B11780-4780-47A9-BC83-B69801A950BC}" srcOrd="0" destOrd="0" presId="urn:microsoft.com/office/officeart/2005/8/layout/vList2"/>
    <dgm:cxn modelId="{F60790DA-5065-4AC7-8FFB-4AFD76CC2361}" srcId="{7CFB3225-6F9C-4BDC-9E35-FB5013CF2FD5}" destId="{CEEF7FC1-FAF8-482B-B54D-587D4FE0EBED}" srcOrd="0" destOrd="0" parTransId="{5C0FA6D6-4B09-4BFF-BE5A-7E785D6E5272}" sibTransId="{F575B3D7-E724-4CD2-B857-501CB863586C}"/>
    <dgm:cxn modelId="{866C73E7-1AC2-4566-9531-01608C0E4840}" type="presOf" srcId="{84658DB6-5E65-4BE4-8CB7-14D8B31A253D}" destId="{E4B11780-4780-47A9-BC83-B69801A950BC}" srcOrd="0" destOrd="2" presId="urn:microsoft.com/office/officeart/2005/8/layout/vList2"/>
    <dgm:cxn modelId="{B604EEE7-6F43-46C9-8472-7449BEB5BCB7}" type="presOf" srcId="{413326EF-8937-4601-9074-05F7CC14A290}" destId="{E9670E4D-DB22-471A-AACA-693D55FAE71F}" srcOrd="0" destOrd="3" presId="urn:microsoft.com/office/officeart/2005/8/layout/vList2"/>
    <dgm:cxn modelId="{E9151ADE-296D-42C5-8782-3CA913E078D4}" type="presParOf" srcId="{F142AE8B-E977-4070-8E3D-311169BC856F}" destId="{4FF8309B-CC16-4425-9A90-CB2559A43857}" srcOrd="0" destOrd="0" presId="urn:microsoft.com/office/officeart/2005/8/layout/vList2"/>
    <dgm:cxn modelId="{6D969CC3-5D90-41C2-A512-8F7CF5F173C6}" type="presParOf" srcId="{F142AE8B-E977-4070-8E3D-311169BC856F}" destId="{5EE53BFA-5E2E-42B8-BB74-6AF03F73E3B7}" srcOrd="1" destOrd="0" presId="urn:microsoft.com/office/officeart/2005/8/layout/vList2"/>
    <dgm:cxn modelId="{CC052DC4-FCD4-420E-B4D2-736E3B030032}" type="presParOf" srcId="{F142AE8B-E977-4070-8E3D-311169BC856F}" destId="{8462B9A4-F61D-479D-A50E-E666728F8386}" srcOrd="2" destOrd="0" presId="urn:microsoft.com/office/officeart/2005/8/layout/vList2"/>
    <dgm:cxn modelId="{C520C2DF-2961-4D77-89A3-C5001F4679CD}" type="presParOf" srcId="{F142AE8B-E977-4070-8E3D-311169BC856F}" destId="{E9670E4D-DB22-471A-AACA-693D55FAE71F}" srcOrd="3" destOrd="0" presId="urn:microsoft.com/office/officeart/2005/8/layout/vList2"/>
    <dgm:cxn modelId="{FE83AF4C-95CD-402B-940A-BF7CFAD6B8A8}" type="presParOf" srcId="{F142AE8B-E977-4070-8E3D-311169BC856F}" destId="{EA52E190-8C32-4C8F-ADD4-BCA8FED28315}" srcOrd="4" destOrd="0" presId="urn:microsoft.com/office/officeart/2005/8/layout/vList2"/>
    <dgm:cxn modelId="{ACFC4F35-3189-4103-8C3D-42EECEF465FD}" type="presParOf" srcId="{F142AE8B-E977-4070-8E3D-311169BC856F}" destId="{E4B11780-4780-47A9-BC83-B69801A950B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DBEEE8C-F460-4EC6-948B-42F76DFC0B69}" type="doc">
      <dgm:prSet loTypeId="urn:diagrams.loki3.com/Bracket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E55FC4C-5634-411A-BA44-E1881393EDEF}">
      <dgm:prSet phldrT="[Text]"/>
      <dgm:spPr/>
      <dgm:t>
        <a:bodyPr/>
        <a:lstStyle/>
        <a:p>
          <a:r>
            <a:rPr lang="en-US" dirty="0"/>
            <a:t>Crafting the Compelling Story (50%)</a:t>
          </a:r>
        </a:p>
      </dgm:t>
    </dgm:pt>
    <dgm:pt modelId="{DBC89A29-5B07-42B8-B7E0-F748040ECCCF}" type="parTrans" cxnId="{FB688E3F-48DE-4E92-9113-9F910A1C6E36}">
      <dgm:prSet/>
      <dgm:spPr/>
      <dgm:t>
        <a:bodyPr/>
        <a:lstStyle/>
        <a:p>
          <a:endParaRPr lang="en-US"/>
        </a:p>
      </dgm:t>
    </dgm:pt>
    <dgm:pt modelId="{DB3BD554-8DE8-456E-857E-00974F4E86A8}" type="sibTrans" cxnId="{FB688E3F-48DE-4E92-9113-9F910A1C6E36}">
      <dgm:prSet/>
      <dgm:spPr/>
      <dgm:t>
        <a:bodyPr/>
        <a:lstStyle/>
        <a:p>
          <a:endParaRPr lang="en-US"/>
        </a:p>
      </dgm:t>
    </dgm:pt>
    <dgm:pt modelId="{AA72A656-C32B-4BC0-85ED-03603935A70D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Depth and relevance of insights drawn from the data analysis</a:t>
          </a:r>
        </a:p>
      </dgm:t>
    </dgm:pt>
    <dgm:pt modelId="{39D79BB8-5D9E-43E1-BF6E-026867E09AAF}" type="parTrans" cxnId="{D2ACA50B-2B61-4893-937D-6DE42C60B3B8}">
      <dgm:prSet/>
      <dgm:spPr/>
      <dgm:t>
        <a:bodyPr/>
        <a:lstStyle/>
        <a:p>
          <a:endParaRPr lang="en-US"/>
        </a:p>
      </dgm:t>
    </dgm:pt>
    <dgm:pt modelId="{F72B3D69-5A02-4BF3-9745-7A9985DC855D}" type="sibTrans" cxnId="{D2ACA50B-2B61-4893-937D-6DE42C60B3B8}">
      <dgm:prSet/>
      <dgm:spPr/>
      <dgm:t>
        <a:bodyPr/>
        <a:lstStyle/>
        <a:p>
          <a:endParaRPr lang="en-US"/>
        </a:p>
      </dgm:t>
    </dgm:pt>
    <dgm:pt modelId="{485137B7-57A5-4A2D-BE93-B11D8422C2B3}">
      <dgm:prSet phldrT="[Text]"/>
      <dgm:spPr/>
      <dgm:t>
        <a:bodyPr/>
        <a:lstStyle/>
        <a:p>
          <a:r>
            <a:rPr lang="en-US" dirty="0"/>
            <a:t>Articulating the Compelling Story (50%)</a:t>
          </a:r>
        </a:p>
      </dgm:t>
    </dgm:pt>
    <dgm:pt modelId="{CC27110B-6BBC-4107-B2E4-B050AEBBF183}" type="parTrans" cxnId="{9BDF7E95-370C-409F-8BFF-85F4C6A81C63}">
      <dgm:prSet/>
      <dgm:spPr/>
      <dgm:t>
        <a:bodyPr/>
        <a:lstStyle/>
        <a:p>
          <a:endParaRPr lang="en-US"/>
        </a:p>
      </dgm:t>
    </dgm:pt>
    <dgm:pt modelId="{F86A5FD2-FA68-4E0D-B3DA-BAB273DD7995}" type="sibTrans" cxnId="{9BDF7E95-370C-409F-8BFF-85F4C6A81C63}">
      <dgm:prSet/>
      <dgm:spPr/>
      <dgm:t>
        <a:bodyPr/>
        <a:lstStyle/>
        <a:p>
          <a:endParaRPr lang="en-US"/>
        </a:p>
      </dgm:t>
    </dgm:pt>
    <dgm:pt modelId="{E140779B-5534-4D1F-A4BC-48C5A337E786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Clarity, coherence, and organization of the executive summary</a:t>
          </a:r>
        </a:p>
      </dgm:t>
    </dgm:pt>
    <dgm:pt modelId="{EABD9B38-D890-413F-90EF-39248C8A0F29}" type="parTrans" cxnId="{B40C7F0E-3F68-460C-9A59-A67FBBAE85D4}">
      <dgm:prSet/>
      <dgm:spPr/>
      <dgm:t>
        <a:bodyPr/>
        <a:lstStyle/>
        <a:p>
          <a:endParaRPr lang="en-US"/>
        </a:p>
      </dgm:t>
    </dgm:pt>
    <dgm:pt modelId="{7EA8082F-7993-4AD6-A692-D92E9D0980F3}" type="sibTrans" cxnId="{B40C7F0E-3F68-460C-9A59-A67FBBAE85D4}">
      <dgm:prSet/>
      <dgm:spPr/>
      <dgm:t>
        <a:bodyPr/>
        <a:lstStyle/>
        <a:p>
          <a:endParaRPr lang="en-US"/>
        </a:p>
      </dgm:t>
    </dgm:pt>
    <dgm:pt modelId="{86847064-EA1A-45BB-AFD7-56E23E2783E3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Effectiveness of recommendations for countering GenAI threats</a:t>
          </a:r>
        </a:p>
      </dgm:t>
    </dgm:pt>
    <dgm:pt modelId="{C4EAF8C5-1F6B-4210-A1FE-6239CBAB6CCF}" type="parTrans" cxnId="{95318B59-180E-48B4-B80F-0E5909415A6B}">
      <dgm:prSet/>
      <dgm:spPr/>
      <dgm:t>
        <a:bodyPr/>
        <a:lstStyle/>
        <a:p>
          <a:endParaRPr lang="en-US"/>
        </a:p>
      </dgm:t>
    </dgm:pt>
    <dgm:pt modelId="{70EE8977-FE33-4BA9-BB48-57A6961A4248}" type="sibTrans" cxnId="{95318B59-180E-48B4-B80F-0E5909415A6B}">
      <dgm:prSet/>
      <dgm:spPr/>
      <dgm:t>
        <a:bodyPr/>
        <a:lstStyle/>
        <a:p>
          <a:endParaRPr lang="en-US"/>
        </a:p>
      </dgm:t>
    </dgm:pt>
    <dgm:pt modelId="{2DBF707B-247D-4D1B-9CE5-8EDF19E60B2D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Originality and creativity of the approach</a:t>
          </a:r>
        </a:p>
      </dgm:t>
    </dgm:pt>
    <dgm:pt modelId="{AB6B28EA-DB23-4CC1-9C8B-B9E0477967B0}" type="parTrans" cxnId="{1515A8E1-3345-45E9-A473-54FC5D290A94}">
      <dgm:prSet/>
      <dgm:spPr/>
      <dgm:t>
        <a:bodyPr/>
        <a:lstStyle/>
        <a:p>
          <a:endParaRPr lang="en-US"/>
        </a:p>
      </dgm:t>
    </dgm:pt>
    <dgm:pt modelId="{47042F0B-3FF3-4729-A1EB-26843C4A5279}" type="sibTrans" cxnId="{1515A8E1-3345-45E9-A473-54FC5D290A94}">
      <dgm:prSet/>
      <dgm:spPr/>
      <dgm:t>
        <a:bodyPr/>
        <a:lstStyle/>
        <a:p>
          <a:endParaRPr lang="en-US"/>
        </a:p>
      </dgm:t>
    </dgm:pt>
    <dgm:pt modelId="{E299730D-3461-4A7D-8571-575EA259D66C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Ability to identify and leverage key relationships, trends and patterns in the data</a:t>
          </a:r>
        </a:p>
      </dgm:t>
    </dgm:pt>
    <dgm:pt modelId="{D7806ACF-2E09-4425-8C56-1AD747EF3EAB}" type="parTrans" cxnId="{BA1B2FF8-5134-4CB1-A47C-7D998AB49A96}">
      <dgm:prSet/>
      <dgm:spPr/>
      <dgm:t>
        <a:bodyPr/>
        <a:lstStyle/>
        <a:p>
          <a:endParaRPr lang="en-US"/>
        </a:p>
      </dgm:t>
    </dgm:pt>
    <dgm:pt modelId="{6834A353-C398-4B21-9192-3433D9218AFE}" type="sibTrans" cxnId="{BA1B2FF8-5134-4CB1-A47C-7D998AB49A96}">
      <dgm:prSet/>
      <dgm:spPr/>
      <dgm:t>
        <a:bodyPr/>
        <a:lstStyle/>
        <a:p>
          <a:endParaRPr lang="en-US"/>
        </a:p>
      </dgm:t>
    </dgm:pt>
    <dgm:pt modelId="{CEF2AF6E-5101-4181-BE77-2296F66B83F1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Use of effective visualizations to support findings and recommendations</a:t>
          </a:r>
        </a:p>
      </dgm:t>
    </dgm:pt>
    <dgm:pt modelId="{A8790C5A-7235-40A6-BCEF-E34748985B08}" type="parTrans" cxnId="{8BFAD232-61B0-47C3-BBB1-058B56B77A03}">
      <dgm:prSet/>
      <dgm:spPr/>
      <dgm:t>
        <a:bodyPr/>
        <a:lstStyle/>
        <a:p>
          <a:endParaRPr lang="en-US"/>
        </a:p>
      </dgm:t>
    </dgm:pt>
    <dgm:pt modelId="{93C38D59-F21E-4FDB-AD52-6B69ACFD6AFB}" type="sibTrans" cxnId="{8BFAD232-61B0-47C3-BBB1-058B56B77A03}">
      <dgm:prSet/>
      <dgm:spPr/>
      <dgm:t>
        <a:bodyPr/>
        <a:lstStyle/>
        <a:p>
          <a:endParaRPr lang="en-US"/>
        </a:p>
      </dgm:t>
    </dgm:pt>
    <dgm:pt modelId="{F55DAAD3-0C0E-45AD-AF7D-8EF24ABE8407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Ability to communicate complex ideas and insights in a clear and concise manner</a:t>
          </a:r>
        </a:p>
      </dgm:t>
    </dgm:pt>
    <dgm:pt modelId="{5D88466D-4B78-4CFC-945B-53A9AA65D2DB}" type="parTrans" cxnId="{D6B1FF86-0296-4BA3-AFB8-C836C95FE3C5}">
      <dgm:prSet/>
      <dgm:spPr/>
      <dgm:t>
        <a:bodyPr/>
        <a:lstStyle/>
        <a:p>
          <a:endParaRPr lang="en-US"/>
        </a:p>
      </dgm:t>
    </dgm:pt>
    <dgm:pt modelId="{A27DFC4B-A2AD-4B19-AFC1-C6707E90CD51}" type="sibTrans" cxnId="{D6B1FF86-0296-4BA3-AFB8-C836C95FE3C5}">
      <dgm:prSet/>
      <dgm:spPr/>
      <dgm:t>
        <a:bodyPr/>
        <a:lstStyle/>
        <a:p>
          <a:endParaRPr lang="en-US"/>
        </a:p>
      </dgm:t>
    </dgm:pt>
    <dgm:pt modelId="{680EC471-FA92-4B00-93AA-1E1C9C4A82E6}" type="pres">
      <dgm:prSet presAssocID="{6DBEEE8C-F460-4EC6-948B-42F76DFC0B69}" presName="Name0" presStyleCnt="0">
        <dgm:presLayoutVars>
          <dgm:dir/>
          <dgm:animLvl val="lvl"/>
          <dgm:resizeHandles val="exact"/>
        </dgm:presLayoutVars>
      </dgm:prSet>
      <dgm:spPr/>
    </dgm:pt>
    <dgm:pt modelId="{941E8AB1-2C94-43E0-9C22-FDA17C0574C8}" type="pres">
      <dgm:prSet presAssocID="{8E55FC4C-5634-411A-BA44-E1881393EDEF}" presName="linNode" presStyleCnt="0"/>
      <dgm:spPr/>
    </dgm:pt>
    <dgm:pt modelId="{FBF6E5E8-E81E-4B60-805B-2FCCD741304C}" type="pres">
      <dgm:prSet presAssocID="{8E55FC4C-5634-411A-BA44-E1881393EDEF}" presName="parTx" presStyleLbl="revTx" presStyleIdx="0" presStyleCnt="2">
        <dgm:presLayoutVars>
          <dgm:chMax val="1"/>
          <dgm:bulletEnabled val="1"/>
        </dgm:presLayoutVars>
      </dgm:prSet>
      <dgm:spPr/>
    </dgm:pt>
    <dgm:pt modelId="{7ED151F3-7AE3-4BCE-A19C-9F0A5F9D9773}" type="pres">
      <dgm:prSet presAssocID="{8E55FC4C-5634-411A-BA44-E1881393EDEF}" presName="bracket" presStyleLbl="parChTrans1D1" presStyleIdx="0" presStyleCnt="2"/>
      <dgm:spPr/>
    </dgm:pt>
    <dgm:pt modelId="{E758D229-0FFF-444D-B80F-1916A491AA07}" type="pres">
      <dgm:prSet presAssocID="{8E55FC4C-5634-411A-BA44-E1881393EDEF}" presName="spH" presStyleCnt="0"/>
      <dgm:spPr/>
    </dgm:pt>
    <dgm:pt modelId="{C8CAE565-8C0C-4C27-ADFA-8AE07D3FAC4E}" type="pres">
      <dgm:prSet presAssocID="{8E55FC4C-5634-411A-BA44-E1881393EDEF}" presName="desTx" presStyleLbl="node1" presStyleIdx="0" presStyleCnt="2" custScaleX="131290">
        <dgm:presLayoutVars>
          <dgm:bulletEnabled val="1"/>
        </dgm:presLayoutVars>
      </dgm:prSet>
      <dgm:spPr/>
    </dgm:pt>
    <dgm:pt modelId="{35EB3566-33A7-4C92-9EC2-3C8364A7D1D3}" type="pres">
      <dgm:prSet presAssocID="{DB3BD554-8DE8-456E-857E-00974F4E86A8}" presName="spV" presStyleCnt="0"/>
      <dgm:spPr/>
    </dgm:pt>
    <dgm:pt modelId="{BE3BE316-EDDD-4F4B-8020-F4D96881509A}" type="pres">
      <dgm:prSet presAssocID="{485137B7-57A5-4A2D-BE93-B11D8422C2B3}" presName="linNode" presStyleCnt="0"/>
      <dgm:spPr/>
    </dgm:pt>
    <dgm:pt modelId="{05F093D8-3863-4634-8DAE-B74F8899AC2F}" type="pres">
      <dgm:prSet presAssocID="{485137B7-57A5-4A2D-BE93-B11D8422C2B3}" presName="parTx" presStyleLbl="revTx" presStyleIdx="1" presStyleCnt="2">
        <dgm:presLayoutVars>
          <dgm:chMax val="1"/>
          <dgm:bulletEnabled val="1"/>
        </dgm:presLayoutVars>
      </dgm:prSet>
      <dgm:spPr/>
    </dgm:pt>
    <dgm:pt modelId="{7BEF4F51-DD8D-470E-8568-A9E145D04396}" type="pres">
      <dgm:prSet presAssocID="{485137B7-57A5-4A2D-BE93-B11D8422C2B3}" presName="bracket" presStyleLbl="parChTrans1D1" presStyleIdx="1" presStyleCnt="2"/>
      <dgm:spPr/>
    </dgm:pt>
    <dgm:pt modelId="{C06FE857-84B1-480D-A779-77AE8E619587}" type="pres">
      <dgm:prSet presAssocID="{485137B7-57A5-4A2D-BE93-B11D8422C2B3}" presName="spH" presStyleCnt="0"/>
      <dgm:spPr/>
    </dgm:pt>
    <dgm:pt modelId="{F2A15066-A464-4434-BEE1-EE98D4AA2F69}" type="pres">
      <dgm:prSet presAssocID="{485137B7-57A5-4A2D-BE93-B11D8422C2B3}" presName="desTx" presStyleLbl="node1" presStyleIdx="1" presStyleCnt="2" custScaleX="131290">
        <dgm:presLayoutVars>
          <dgm:bulletEnabled val="1"/>
        </dgm:presLayoutVars>
      </dgm:prSet>
      <dgm:spPr/>
    </dgm:pt>
  </dgm:ptLst>
  <dgm:cxnLst>
    <dgm:cxn modelId="{08C87402-410E-4B41-B80C-8181D435C53D}" type="presOf" srcId="{8E55FC4C-5634-411A-BA44-E1881393EDEF}" destId="{FBF6E5E8-E81E-4B60-805B-2FCCD741304C}" srcOrd="0" destOrd="0" presId="urn:diagrams.loki3.com/BracketList"/>
    <dgm:cxn modelId="{D2ACA50B-2B61-4893-937D-6DE42C60B3B8}" srcId="{8E55FC4C-5634-411A-BA44-E1881393EDEF}" destId="{AA72A656-C32B-4BC0-85ED-03603935A70D}" srcOrd="0" destOrd="0" parTransId="{39D79BB8-5D9E-43E1-BF6E-026867E09AAF}" sibTransId="{F72B3D69-5A02-4BF3-9745-7A9985DC855D}"/>
    <dgm:cxn modelId="{B40C7F0E-3F68-460C-9A59-A67FBBAE85D4}" srcId="{485137B7-57A5-4A2D-BE93-B11D8422C2B3}" destId="{E140779B-5534-4D1F-A4BC-48C5A337E786}" srcOrd="0" destOrd="0" parTransId="{EABD9B38-D890-413F-90EF-39248C8A0F29}" sibTransId="{7EA8082F-7993-4AD6-A692-D92E9D0980F3}"/>
    <dgm:cxn modelId="{BDED1913-E754-4674-859A-1595E939B68C}" type="presOf" srcId="{6DBEEE8C-F460-4EC6-948B-42F76DFC0B69}" destId="{680EC471-FA92-4B00-93AA-1E1C9C4A82E6}" srcOrd="0" destOrd="0" presId="urn:diagrams.loki3.com/BracketList"/>
    <dgm:cxn modelId="{BF2F8414-DC28-4132-BEA5-1C80BC95E3A5}" type="presOf" srcId="{E140779B-5534-4D1F-A4BC-48C5A337E786}" destId="{F2A15066-A464-4434-BEE1-EE98D4AA2F69}" srcOrd="0" destOrd="0" presId="urn:diagrams.loki3.com/BracketList"/>
    <dgm:cxn modelId="{0AE5431B-9ACF-4E18-A1AF-E3DB1551EEDD}" type="presOf" srcId="{F55DAAD3-0C0E-45AD-AF7D-8EF24ABE8407}" destId="{F2A15066-A464-4434-BEE1-EE98D4AA2F69}" srcOrd="0" destOrd="2" presId="urn:diagrams.loki3.com/BracketList"/>
    <dgm:cxn modelId="{8BFAD232-61B0-47C3-BBB1-058B56B77A03}" srcId="{485137B7-57A5-4A2D-BE93-B11D8422C2B3}" destId="{CEF2AF6E-5101-4181-BE77-2296F66B83F1}" srcOrd="1" destOrd="0" parTransId="{A8790C5A-7235-40A6-BCEF-E34748985B08}" sibTransId="{93C38D59-F21E-4FDB-AD52-6B69ACFD6AFB}"/>
    <dgm:cxn modelId="{C46D653A-1855-4A8F-AE6A-F1BABC7A8F2B}" type="presOf" srcId="{485137B7-57A5-4A2D-BE93-B11D8422C2B3}" destId="{05F093D8-3863-4634-8DAE-B74F8899AC2F}" srcOrd="0" destOrd="0" presId="urn:diagrams.loki3.com/BracketList"/>
    <dgm:cxn modelId="{FB688E3F-48DE-4E92-9113-9F910A1C6E36}" srcId="{6DBEEE8C-F460-4EC6-948B-42F76DFC0B69}" destId="{8E55FC4C-5634-411A-BA44-E1881393EDEF}" srcOrd="0" destOrd="0" parTransId="{DBC89A29-5B07-42B8-B7E0-F748040ECCCF}" sibTransId="{DB3BD554-8DE8-456E-857E-00974F4E86A8}"/>
    <dgm:cxn modelId="{983FE741-21EA-43BC-9E0D-7AE961A0E09B}" type="presOf" srcId="{86847064-EA1A-45BB-AFD7-56E23E2783E3}" destId="{C8CAE565-8C0C-4C27-ADFA-8AE07D3FAC4E}" srcOrd="0" destOrd="1" presId="urn:diagrams.loki3.com/BracketList"/>
    <dgm:cxn modelId="{50130643-F0CA-4F9B-BA93-EC94FD95718B}" type="presOf" srcId="{AA72A656-C32B-4BC0-85ED-03603935A70D}" destId="{C8CAE565-8C0C-4C27-ADFA-8AE07D3FAC4E}" srcOrd="0" destOrd="0" presId="urn:diagrams.loki3.com/BracketList"/>
    <dgm:cxn modelId="{95318B59-180E-48B4-B80F-0E5909415A6B}" srcId="{8E55FC4C-5634-411A-BA44-E1881393EDEF}" destId="{86847064-EA1A-45BB-AFD7-56E23E2783E3}" srcOrd="1" destOrd="0" parTransId="{C4EAF8C5-1F6B-4210-A1FE-6239CBAB6CCF}" sibTransId="{70EE8977-FE33-4BA9-BB48-57A6961A4248}"/>
    <dgm:cxn modelId="{6623B36A-0FBA-4662-BD98-57148777FBBE}" type="presOf" srcId="{CEF2AF6E-5101-4181-BE77-2296F66B83F1}" destId="{F2A15066-A464-4434-BEE1-EE98D4AA2F69}" srcOrd="0" destOrd="1" presId="urn:diagrams.loki3.com/BracketList"/>
    <dgm:cxn modelId="{9CAE7B73-B455-4A21-9898-9745DACEFB92}" type="presOf" srcId="{E299730D-3461-4A7D-8571-575EA259D66C}" destId="{C8CAE565-8C0C-4C27-ADFA-8AE07D3FAC4E}" srcOrd="0" destOrd="3" presId="urn:diagrams.loki3.com/BracketList"/>
    <dgm:cxn modelId="{D6B1FF86-0296-4BA3-AFB8-C836C95FE3C5}" srcId="{485137B7-57A5-4A2D-BE93-B11D8422C2B3}" destId="{F55DAAD3-0C0E-45AD-AF7D-8EF24ABE8407}" srcOrd="2" destOrd="0" parTransId="{5D88466D-4B78-4CFC-945B-53A9AA65D2DB}" sibTransId="{A27DFC4B-A2AD-4B19-AFC1-C6707E90CD51}"/>
    <dgm:cxn modelId="{9BDF7E95-370C-409F-8BFF-85F4C6A81C63}" srcId="{6DBEEE8C-F460-4EC6-948B-42F76DFC0B69}" destId="{485137B7-57A5-4A2D-BE93-B11D8422C2B3}" srcOrd="1" destOrd="0" parTransId="{CC27110B-6BBC-4107-B2E4-B050AEBBF183}" sibTransId="{F86A5FD2-FA68-4E0D-B3DA-BAB273DD7995}"/>
    <dgm:cxn modelId="{5B1578DF-D1AD-428B-AF6A-61AC0A35479F}" type="presOf" srcId="{2DBF707B-247D-4D1B-9CE5-8EDF19E60B2D}" destId="{C8CAE565-8C0C-4C27-ADFA-8AE07D3FAC4E}" srcOrd="0" destOrd="2" presId="urn:diagrams.loki3.com/BracketList"/>
    <dgm:cxn modelId="{1515A8E1-3345-45E9-A473-54FC5D290A94}" srcId="{8E55FC4C-5634-411A-BA44-E1881393EDEF}" destId="{2DBF707B-247D-4D1B-9CE5-8EDF19E60B2D}" srcOrd="2" destOrd="0" parTransId="{AB6B28EA-DB23-4CC1-9C8B-B9E0477967B0}" sibTransId="{47042F0B-3FF3-4729-A1EB-26843C4A5279}"/>
    <dgm:cxn modelId="{BA1B2FF8-5134-4CB1-A47C-7D998AB49A96}" srcId="{8E55FC4C-5634-411A-BA44-E1881393EDEF}" destId="{E299730D-3461-4A7D-8571-575EA259D66C}" srcOrd="3" destOrd="0" parTransId="{D7806ACF-2E09-4425-8C56-1AD747EF3EAB}" sibTransId="{6834A353-C398-4B21-9192-3433D9218AFE}"/>
    <dgm:cxn modelId="{5FE74D68-B54C-49E8-89D1-6F6028D81729}" type="presParOf" srcId="{680EC471-FA92-4B00-93AA-1E1C9C4A82E6}" destId="{941E8AB1-2C94-43E0-9C22-FDA17C0574C8}" srcOrd="0" destOrd="0" presId="urn:diagrams.loki3.com/BracketList"/>
    <dgm:cxn modelId="{39ADB287-5A80-40FF-A049-E83A0FD2E07F}" type="presParOf" srcId="{941E8AB1-2C94-43E0-9C22-FDA17C0574C8}" destId="{FBF6E5E8-E81E-4B60-805B-2FCCD741304C}" srcOrd="0" destOrd="0" presId="urn:diagrams.loki3.com/BracketList"/>
    <dgm:cxn modelId="{E81EAA69-5732-4719-9B2C-72D74EF2D794}" type="presParOf" srcId="{941E8AB1-2C94-43E0-9C22-FDA17C0574C8}" destId="{7ED151F3-7AE3-4BCE-A19C-9F0A5F9D9773}" srcOrd="1" destOrd="0" presId="urn:diagrams.loki3.com/BracketList"/>
    <dgm:cxn modelId="{A2299E1A-DA76-4AC2-A70E-CAA7AF2D604A}" type="presParOf" srcId="{941E8AB1-2C94-43E0-9C22-FDA17C0574C8}" destId="{E758D229-0FFF-444D-B80F-1916A491AA07}" srcOrd="2" destOrd="0" presId="urn:diagrams.loki3.com/BracketList"/>
    <dgm:cxn modelId="{215E7D41-2B8B-461F-8B76-E2AC077E24D4}" type="presParOf" srcId="{941E8AB1-2C94-43E0-9C22-FDA17C0574C8}" destId="{C8CAE565-8C0C-4C27-ADFA-8AE07D3FAC4E}" srcOrd="3" destOrd="0" presId="urn:diagrams.loki3.com/BracketList"/>
    <dgm:cxn modelId="{3E984741-A58D-46AE-A744-FFF45B897DF9}" type="presParOf" srcId="{680EC471-FA92-4B00-93AA-1E1C9C4A82E6}" destId="{35EB3566-33A7-4C92-9EC2-3C8364A7D1D3}" srcOrd="1" destOrd="0" presId="urn:diagrams.loki3.com/BracketList"/>
    <dgm:cxn modelId="{A95C62DD-C4ED-4B8A-A5BE-E7EFFFE323E8}" type="presParOf" srcId="{680EC471-FA92-4B00-93AA-1E1C9C4A82E6}" destId="{BE3BE316-EDDD-4F4B-8020-F4D96881509A}" srcOrd="2" destOrd="0" presId="urn:diagrams.loki3.com/BracketList"/>
    <dgm:cxn modelId="{23E651E4-30FC-4395-A01F-7111B19E6D0D}" type="presParOf" srcId="{BE3BE316-EDDD-4F4B-8020-F4D96881509A}" destId="{05F093D8-3863-4634-8DAE-B74F8899AC2F}" srcOrd="0" destOrd="0" presId="urn:diagrams.loki3.com/BracketList"/>
    <dgm:cxn modelId="{3B8B8DC3-5E9A-4EDA-B721-502270B0045C}" type="presParOf" srcId="{BE3BE316-EDDD-4F4B-8020-F4D96881509A}" destId="{7BEF4F51-DD8D-470E-8568-A9E145D04396}" srcOrd="1" destOrd="0" presId="urn:diagrams.loki3.com/BracketList"/>
    <dgm:cxn modelId="{D2B487B1-D461-4129-B469-2CD2F6B2AA0E}" type="presParOf" srcId="{BE3BE316-EDDD-4F4B-8020-F4D96881509A}" destId="{C06FE857-84B1-480D-A779-77AE8E619587}" srcOrd="2" destOrd="0" presId="urn:diagrams.loki3.com/BracketList"/>
    <dgm:cxn modelId="{5867D710-BAE3-4881-BF03-5B01D9EA613D}" type="presParOf" srcId="{BE3BE316-EDDD-4F4B-8020-F4D96881509A}" destId="{F2A15066-A464-4434-BEE1-EE98D4AA2F69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08364D-D1AF-448E-96C9-796E36F02015}">
      <dsp:nvSpPr>
        <dsp:cNvPr id="0" name=""/>
        <dsp:cNvSpPr/>
      </dsp:nvSpPr>
      <dsp:spPr>
        <a:xfrm>
          <a:off x="0" y="3688994"/>
          <a:ext cx="11144248" cy="0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4F1026-84B7-4A5D-B824-ECBF62DA9884}">
      <dsp:nvSpPr>
        <dsp:cNvPr id="0" name=""/>
        <dsp:cNvSpPr/>
      </dsp:nvSpPr>
      <dsp:spPr>
        <a:xfrm>
          <a:off x="0" y="2104512"/>
          <a:ext cx="11144248" cy="0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C7E5FA-5951-452C-AA36-B5B17CDFF95C}">
      <dsp:nvSpPr>
        <dsp:cNvPr id="0" name=""/>
        <dsp:cNvSpPr/>
      </dsp:nvSpPr>
      <dsp:spPr>
        <a:xfrm>
          <a:off x="0" y="520031"/>
          <a:ext cx="11144248" cy="0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6D8BDB-DA9A-4218-A15E-7CF490B0CB51}">
      <dsp:nvSpPr>
        <dsp:cNvPr id="0" name=""/>
        <dsp:cNvSpPr/>
      </dsp:nvSpPr>
      <dsp:spPr>
        <a:xfrm>
          <a:off x="2897504" y="579"/>
          <a:ext cx="8246744" cy="519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43815" rIns="43815" bIns="43815" numCol="1" spcCol="1270" anchor="b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Missing At Random (MAR)</a:t>
          </a:r>
        </a:p>
      </dsp:txBody>
      <dsp:txXfrm>
        <a:off x="2897504" y="579"/>
        <a:ext cx="8246744" cy="519451"/>
      </dsp:txXfrm>
    </dsp:sp>
    <dsp:sp modelId="{FD70BAAD-0BA3-4EC5-BDE7-C0F0AE1CA554}">
      <dsp:nvSpPr>
        <dsp:cNvPr id="0" name=""/>
        <dsp:cNvSpPr/>
      </dsp:nvSpPr>
      <dsp:spPr>
        <a:xfrm>
          <a:off x="0" y="579"/>
          <a:ext cx="2897504" cy="519451"/>
        </a:xfrm>
        <a:prstGeom prst="round2SameRect">
          <a:avLst>
            <a:gd name="adj1" fmla="val 16670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Age (177 missing)</a:t>
          </a:r>
          <a:endParaRPr lang="en-US" sz="2300" kern="1200" dirty="0"/>
        </a:p>
      </dsp:txBody>
      <dsp:txXfrm>
        <a:off x="25362" y="25941"/>
        <a:ext cx="2846780" cy="494089"/>
      </dsp:txXfrm>
    </dsp:sp>
    <dsp:sp modelId="{E3C354DB-02CD-482D-AD31-6C54810AC0A1}">
      <dsp:nvSpPr>
        <dsp:cNvPr id="0" name=""/>
        <dsp:cNvSpPr/>
      </dsp:nvSpPr>
      <dsp:spPr>
        <a:xfrm>
          <a:off x="0" y="520031"/>
          <a:ext cx="11144248" cy="1039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43815" rIns="43815" bIns="4381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Missingness of Age is correlated with other observed variables (e.g., Passenger Class and Title)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Highest number of missing data: 3</a:t>
          </a:r>
          <a:r>
            <a:rPr lang="en-US" sz="1800" kern="1200" baseline="30000" dirty="0"/>
            <a:t>rd</a:t>
          </a:r>
          <a:r>
            <a:rPr lang="en-US" sz="1800" kern="1200" dirty="0"/>
            <a:t> class and Mr.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Fix? Impute based on observed group (Title + </a:t>
          </a:r>
          <a:r>
            <a:rPr lang="en-US" sz="1800" kern="1200" dirty="0" err="1"/>
            <a:t>Pclass</a:t>
          </a:r>
          <a:r>
            <a:rPr lang="en-US" sz="1800" kern="1200" dirty="0"/>
            <a:t>)</a:t>
          </a:r>
        </a:p>
      </dsp:txBody>
      <dsp:txXfrm>
        <a:off x="0" y="520031"/>
        <a:ext cx="11144248" cy="1039058"/>
      </dsp:txXfrm>
    </dsp:sp>
    <dsp:sp modelId="{D6DC195B-2265-44FE-BC95-2AF7804E38BB}">
      <dsp:nvSpPr>
        <dsp:cNvPr id="0" name=""/>
        <dsp:cNvSpPr/>
      </dsp:nvSpPr>
      <dsp:spPr>
        <a:xfrm>
          <a:off x="2897504" y="1585061"/>
          <a:ext cx="8246744" cy="519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43815" rIns="43815" bIns="43815" numCol="1" spcCol="1270" anchor="b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Missing Not At Random  (MNAR)</a:t>
          </a:r>
        </a:p>
      </dsp:txBody>
      <dsp:txXfrm>
        <a:off x="2897504" y="1585061"/>
        <a:ext cx="8246744" cy="519451"/>
      </dsp:txXfrm>
    </dsp:sp>
    <dsp:sp modelId="{D9BC1BDA-4592-4C7A-A6E1-0FF2E91A197B}">
      <dsp:nvSpPr>
        <dsp:cNvPr id="0" name=""/>
        <dsp:cNvSpPr/>
      </dsp:nvSpPr>
      <dsp:spPr>
        <a:xfrm>
          <a:off x="0" y="1585061"/>
          <a:ext cx="2897504" cy="519451"/>
        </a:xfrm>
        <a:prstGeom prst="round2SameRect">
          <a:avLst>
            <a:gd name="adj1" fmla="val 16670"/>
            <a:gd name="adj2" fmla="val 0"/>
          </a:avLst>
        </a:prstGeom>
        <a:solidFill>
          <a:schemeClr val="accent2">
            <a:hueOff val="-5420318"/>
            <a:satOff val="16762"/>
            <a:lumOff val="2059"/>
            <a:alphaOff val="0"/>
          </a:schemeClr>
        </a:solidFill>
        <a:ln w="12700" cap="flat" cmpd="sng" algn="ctr">
          <a:solidFill>
            <a:schemeClr val="accent2">
              <a:hueOff val="-5420318"/>
              <a:satOff val="16762"/>
              <a:lumOff val="2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Cabin (687 missing)</a:t>
          </a:r>
        </a:p>
      </dsp:txBody>
      <dsp:txXfrm>
        <a:off x="25362" y="1610423"/>
        <a:ext cx="2846780" cy="494089"/>
      </dsp:txXfrm>
    </dsp:sp>
    <dsp:sp modelId="{D067B245-5380-4B2B-8655-7236DC909FC9}">
      <dsp:nvSpPr>
        <dsp:cNvPr id="0" name=""/>
        <dsp:cNvSpPr/>
      </dsp:nvSpPr>
      <dsp:spPr>
        <a:xfrm>
          <a:off x="0" y="2104512"/>
          <a:ext cx="11144248" cy="1039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43815" rIns="43815" bIns="4381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Third-class has the highest number of missing cabin values (94% missing), not a recording error.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Passengers with an assigned cabin are more likely to survive (67% survived)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Fix? Create a new binary feature “</a:t>
          </a:r>
          <a:r>
            <a:rPr lang="en-US" sz="1800" kern="1200" dirty="0" err="1"/>
            <a:t>Has_Cabin</a:t>
          </a:r>
          <a:r>
            <a:rPr lang="en-US" sz="1800" kern="1200" dirty="0"/>
            <a:t>” to track cabin assignment</a:t>
          </a:r>
        </a:p>
      </dsp:txBody>
      <dsp:txXfrm>
        <a:off x="0" y="2104512"/>
        <a:ext cx="11144248" cy="1039058"/>
      </dsp:txXfrm>
    </dsp:sp>
    <dsp:sp modelId="{2DEB9AD6-1908-44E4-B310-F19094EBE774}">
      <dsp:nvSpPr>
        <dsp:cNvPr id="0" name=""/>
        <dsp:cNvSpPr/>
      </dsp:nvSpPr>
      <dsp:spPr>
        <a:xfrm>
          <a:off x="2897504" y="3169543"/>
          <a:ext cx="8246744" cy="519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43815" rIns="43815" bIns="43815" numCol="1" spcCol="1270" anchor="b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Missing Completely At Random (MCAR)</a:t>
          </a:r>
        </a:p>
      </dsp:txBody>
      <dsp:txXfrm>
        <a:off x="2897504" y="3169543"/>
        <a:ext cx="8246744" cy="519451"/>
      </dsp:txXfrm>
    </dsp:sp>
    <dsp:sp modelId="{54FAC693-78BB-4D1F-8423-7A99A1FBF441}">
      <dsp:nvSpPr>
        <dsp:cNvPr id="0" name=""/>
        <dsp:cNvSpPr/>
      </dsp:nvSpPr>
      <dsp:spPr>
        <a:xfrm>
          <a:off x="0" y="3169543"/>
          <a:ext cx="2897504" cy="519451"/>
        </a:xfrm>
        <a:prstGeom prst="round2SameRect">
          <a:avLst>
            <a:gd name="adj1" fmla="val 16670"/>
            <a:gd name="adj2" fmla="val 0"/>
          </a:avLst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accent2">
              <a:hueOff val="-10840636"/>
              <a:satOff val="33524"/>
              <a:lumOff val="41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Embarked (2 missing)</a:t>
          </a:r>
        </a:p>
      </dsp:txBody>
      <dsp:txXfrm>
        <a:off x="25362" y="3194905"/>
        <a:ext cx="2846780" cy="494089"/>
      </dsp:txXfrm>
    </dsp:sp>
    <dsp:sp modelId="{24CDE3C3-414B-48CD-951B-B32B2F5C958C}">
      <dsp:nvSpPr>
        <dsp:cNvPr id="0" name=""/>
        <dsp:cNvSpPr/>
      </dsp:nvSpPr>
      <dsp:spPr>
        <a:xfrm>
          <a:off x="0" y="3688994"/>
          <a:ext cx="11144248" cy="1039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43815" rIns="43815" bIns="4381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Has no correlation with survival or with other features such as class, sex,  age, fare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Likely a recording error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Fix? Impute with the most common value (i.e., Southampton)</a:t>
          </a:r>
        </a:p>
      </dsp:txBody>
      <dsp:txXfrm>
        <a:off x="0" y="3688994"/>
        <a:ext cx="11144248" cy="10390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BB7AC7-3817-4C2E-B82B-E9068AE58554}">
      <dsp:nvSpPr>
        <dsp:cNvPr id="0" name=""/>
        <dsp:cNvSpPr/>
      </dsp:nvSpPr>
      <dsp:spPr>
        <a:xfrm>
          <a:off x="0" y="303840"/>
          <a:ext cx="2942828" cy="17656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Family Size</a:t>
          </a:r>
        </a:p>
      </dsp:txBody>
      <dsp:txXfrm>
        <a:off x="0" y="303840"/>
        <a:ext cx="2942828" cy="1765696"/>
      </dsp:txXfrm>
    </dsp:sp>
    <dsp:sp modelId="{35F35207-B5EF-49E8-8E6D-3297CD6E9DDB}">
      <dsp:nvSpPr>
        <dsp:cNvPr id="0" name=""/>
        <dsp:cNvSpPr/>
      </dsp:nvSpPr>
      <dsp:spPr>
        <a:xfrm>
          <a:off x="3237110" y="303840"/>
          <a:ext cx="2942828" cy="1765696"/>
        </a:xfrm>
        <a:prstGeom prst="rect">
          <a:avLst/>
        </a:prstGeom>
        <a:solidFill>
          <a:schemeClr val="accent2">
            <a:hueOff val="-2710159"/>
            <a:satOff val="8381"/>
            <a:lumOff val="10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IsAlone</a:t>
          </a:r>
          <a:endParaRPr lang="en-US" sz="4200" kern="1200" dirty="0"/>
        </a:p>
      </dsp:txBody>
      <dsp:txXfrm>
        <a:off x="3237110" y="303840"/>
        <a:ext cx="2942828" cy="1765696"/>
      </dsp:txXfrm>
    </dsp:sp>
    <dsp:sp modelId="{B10E2C5A-058D-4B8C-993B-03969AA8DA39}">
      <dsp:nvSpPr>
        <dsp:cNvPr id="0" name=""/>
        <dsp:cNvSpPr/>
      </dsp:nvSpPr>
      <dsp:spPr>
        <a:xfrm>
          <a:off x="6474221" y="303840"/>
          <a:ext cx="2942828" cy="1765696"/>
        </a:xfrm>
        <a:prstGeom prst="rect">
          <a:avLst/>
        </a:prstGeom>
        <a:solidFill>
          <a:schemeClr val="accent2">
            <a:hueOff val="-5420318"/>
            <a:satOff val="16762"/>
            <a:lumOff val="2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Title</a:t>
          </a:r>
        </a:p>
      </dsp:txBody>
      <dsp:txXfrm>
        <a:off x="6474221" y="303840"/>
        <a:ext cx="2942828" cy="1765696"/>
      </dsp:txXfrm>
    </dsp:sp>
    <dsp:sp modelId="{CD0B0973-3FA5-4B96-85E4-72676ECDB2E3}">
      <dsp:nvSpPr>
        <dsp:cNvPr id="0" name=""/>
        <dsp:cNvSpPr/>
      </dsp:nvSpPr>
      <dsp:spPr>
        <a:xfrm>
          <a:off x="1618555" y="2363820"/>
          <a:ext cx="2942828" cy="1765696"/>
        </a:xfrm>
        <a:prstGeom prst="rect">
          <a:avLst/>
        </a:prstGeom>
        <a:solidFill>
          <a:schemeClr val="accent2">
            <a:hueOff val="-8130477"/>
            <a:satOff val="25143"/>
            <a:lumOff val="30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Age Binning</a:t>
          </a:r>
        </a:p>
      </dsp:txBody>
      <dsp:txXfrm>
        <a:off x="1618555" y="2363820"/>
        <a:ext cx="2942828" cy="1765696"/>
      </dsp:txXfrm>
    </dsp:sp>
    <dsp:sp modelId="{2D70C66B-670B-404A-AAE2-66F832DE916A}">
      <dsp:nvSpPr>
        <dsp:cNvPr id="0" name=""/>
        <dsp:cNvSpPr/>
      </dsp:nvSpPr>
      <dsp:spPr>
        <a:xfrm>
          <a:off x="4855666" y="2363820"/>
          <a:ext cx="2942828" cy="1765696"/>
        </a:xfrm>
        <a:prstGeom prst="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Deck Assignment</a:t>
          </a:r>
        </a:p>
      </dsp:txBody>
      <dsp:txXfrm>
        <a:off x="4855666" y="2363820"/>
        <a:ext cx="2942828" cy="17656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85A04C-0F88-4D09-ACD4-9BE03C411235}">
      <dsp:nvSpPr>
        <dsp:cNvPr id="0" name=""/>
        <dsp:cNvSpPr/>
      </dsp:nvSpPr>
      <dsp:spPr>
        <a:xfrm>
          <a:off x="0" y="72737"/>
          <a:ext cx="10452100" cy="10266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Unsupervised Clustering</a:t>
          </a:r>
        </a:p>
      </dsp:txBody>
      <dsp:txXfrm>
        <a:off x="50118" y="122855"/>
        <a:ext cx="10351864" cy="926438"/>
      </dsp:txXfrm>
    </dsp:sp>
    <dsp:sp modelId="{E3CB0392-000C-45A8-BF7A-788937ED582D}">
      <dsp:nvSpPr>
        <dsp:cNvPr id="0" name=""/>
        <dsp:cNvSpPr/>
      </dsp:nvSpPr>
      <dsp:spPr>
        <a:xfrm>
          <a:off x="0" y="1099412"/>
          <a:ext cx="10452100" cy="2701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1854" tIns="57150" rIns="320040" bIns="57150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3500" kern="1200" dirty="0"/>
            <a:t>Groups similar data points together automatically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3500" kern="1200" dirty="0"/>
            <a:t>No labels or pre-defined categories needed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3500" kern="1200" dirty="0"/>
            <a:t>Algorithm finds hidden patterns on its own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3500" kern="1200" dirty="0"/>
            <a:t>Examples: customer segments, document categories, image grouping</a:t>
          </a:r>
        </a:p>
      </dsp:txBody>
      <dsp:txXfrm>
        <a:off x="0" y="1099412"/>
        <a:ext cx="10452100" cy="27013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D84B47-0EB7-474D-A9A5-42E136AF46AE}">
      <dsp:nvSpPr>
        <dsp:cNvPr id="0" name=""/>
        <dsp:cNvSpPr/>
      </dsp:nvSpPr>
      <dsp:spPr>
        <a:xfrm>
          <a:off x="0" y="0"/>
          <a:ext cx="607202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208BD-F7F9-4D01-9059-126EED1E76BC}">
      <dsp:nvSpPr>
        <dsp:cNvPr id="0" name=""/>
        <dsp:cNvSpPr/>
      </dsp:nvSpPr>
      <dsp:spPr>
        <a:xfrm>
          <a:off x="0" y="0"/>
          <a:ext cx="1214405" cy="4919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Intra-Cluster (within cluster)</a:t>
          </a:r>
        </a:p>
      </dsp:txBody>
      <dsp:txXfrm>
        <a:off x="0" y="0"/>
        <a:ext cx="1214405" cy="4919225"/>
      </dsp:txXfrm>
    </dsp:sp>
    <dsp:sp modelId="{3D072732-C66E-4FF0-8362-22B6F8A9E100}">
      <dsp:nvSpPr>
        <dsp:cNvPr id="0" name=""/>
        <dsp:cNvSpPr/>
      </dsp:nvSpPr>
      <dsp:spPr>
        <a:xfrm>
          <a:off x="1305485" y="57827"/>
          <a:ext cx="4766541" cy="1156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Measures how close data points are to each other within the same cluster</a:t>
          </a:r>
        </a:p>
      </dsp:txBody>
      <dsp:txXfrm>
        <a:off x="1305485" y="57827"/>
        <a:ext cx="4766541" cy="1156546"/>
      </dsp:txXfrm>
    </dsp:sp>
    <dsp:sp modelId="{89D2C17F-EFC4-45AE-BC53-AB7D86DFEED7}">
      <dsp:nvSpPr>
        <dsp:cNvPr id="0" name=""/>
        <dsp:cNvSpPr/>
      </dsp:nvSpPr>
      <dsp:spPr>
        <a:xfrm>
          <a:off x="1214405" y="1214373"/>
          <a:ext cx="48576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FC7884-1EF6-4B81-B066-06543EE3ADDB}">
      <dsp:nvSpPr>
        <dsp:cNvPr id="0" name=""/>
        <dsp:cNvSpPr/>
      </dsp:nvSpPr>
      <dsp:spPr>
        <a:xfrm>
          <a:off x="1305485" y="1272200"/>
          <a:ext cx="4766541" cy="1156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Calculated as the distance from each point to its cluster center (centroid) or to other points in the same cluster</a:t>
          </a:r>
        </a:p>
      </dsp:txBody>
      <dsp:txXfrm>
        <a:off x="1305485" y="1272200"/>
        <a:ext cx="4766541" cy="1156546"/>
      </dsp:txXfrm>
    </dsp:sp>
    <dsp:sp modelId="{4E030267-C21D-4D17-8C9C-CC124870762B}">
      <dsp:nvSpPr>
        <dsp:cNvPr id="0" name=""/>
        <dsp:cNvSpPr/>
      </dsp:nvSpPr>
      <dsp:spPr>
        <a:xfrm>
          <a:off x="1214405" y="2428747"/>
          <a:ext cx="48576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6C6137-5EF6-4C51-AE6A-3BD6385C8575}">
      <dsp:nvSpPr>
        <dsp:cNvPr id="0" name=""/>
        <dsp:cNvSpPr/>
      </dsp:nvSpPr>
      <dsp:spPr>
        <a:xfrm>
          <a:off x="1305485" y="2486574"/>
          <a:ext cx="4766541" cy="1156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Goal: Minimize this distance (i.e., tight, compact clusters)</a:t>
          </a:r>
        </a:p>
      </dsp:txBody>
      <dsp:txXfrm>
        <a:off x="1305485" y="2486574"/>
        <a:ext cx="4766541" cy="1156546"/>
      </dsp:txXfrm>
    </dsp:sp>
    <dsp:sp modelId="{0A05C9D9-BABE-45B6-AB52-59424DF0119C}">
      <dsp:nvSpPr>
        <dsp:cNvPr id="0" name=""/>
        <dsp:cNvSpPr/>
      </dsp:nvSpPr>
      <dsp:spPr>
        <a:xfrm>
          <a:off x="1214405" y="3643120"/>
          <a:ext cx="48576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014E24-8EB7-40E2-A29B-A441A961ECFD}">
      <dsp:nvSpPr>
        <dsp:cNvPr id="0" name=""/>
        <dsp:cNvSpPr/>
      </dsp:nvSpPr>
      <dsp:spPr>
        <a:xfrm>
          <a:off x="1305485" y="3700948"/>
          <a:ext cx="4766541" cy="1156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Small intra-cluster distance = similar customers grouped together</a:t>
          </a:r>
        </a:p>
      </dsp:txBody>
      <dsp:txXfrm>
        <a:off x="1305485" y="3700948"/>
        <a:ext cx="4766541" cy="1156546"/>
      </dsp:txXfrm>
    </dsp:sp>
    <dsp:sp modelId="{A1B45F7E-A16E-4EC8-997E-C4EDACA2755D}">
      <dsp:nvSpPr>
        <dsp:cNvPr id="0" name=""/>
        <dsp:cNvSpPr/>
      </dsp:nvSpPr>
      <dsp:spPr>
        <a:xfrm>
          <a:off x="1214405" y="4857494"/>
          <a:ext cx="48576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90D711-A6C8-44B8-8CDC-366758689C6D}">
      <dsp:nvSpPr>
        <dsp:cNvPr id="0" name=""/>
        <dsp:cNvSpPr/>
      </dsp:nvSpPr>
      <dsp:spPr>
        <a:xfrm>
          <a:off x="0" y="0"/>
          <a:ext cx="66165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AE44C-3BCB-4597-9A84-6AA3B471C299}">
      <dsp:nvSpPr>
        <dsp:cNvPr id="0" name=""/>
        <dsp:cNvSpPr/>
      </dsp:nvSpPr>
      <dsp:spPr>
        <a:xfrm>
          <a:off x="0" y="0"/>
          <a:ext cx="1323311" cy="5112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Inter-Cluster (between cluster)</a:t>
          </a:r>
        </a:p>
      </dsp:txBody>
      <dsp:txXfrm>
        <a:off x="0" y="0"/>
        <a:ext cx="1323311" cy="5112236"/>
      </dsp:txXfrm>
    </dsp:sp>
    <dsp:sp modelId="{23637B14-43AB-4252-AF70-3CD5288D3F8F}">
      <dsp:nvSpPr>
        <dsp:cNvPr id="0" name=""/>
        <dsp:cNvSpPr/>
      </dsp:nvSpPr>
      <dsp:spPr>
        <a:xfrm>
          <a:off x="1422559" y="60096"/>
          <a:ext cx="5193996" cy="1201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Measures how far apart different clusters are from each other</a:t>
          </a:r>
        </a:p>
      </dsp:txBody>
      <dsp:txXfrm>
        <a:off x="1422559" y="60096"/>
        <a:ext cx="5193996" cy="1201924"/>
      </dsp:txXfrm>
    </dsp:sp>
    <dsp:sp modelId="{C4CD5A4A-10D2-44B1-8742-B284A18E100B}">
      <dsp:nvSpPr>
        <dsp:cNvPr id="0" name=""/>
        <dsp:cNvSpPr/>
      </dsp:nvSpPr>
      <dsp:spPr>
        <a:xfrm>
          <a:off x="1323311" y="1262020"/>
          <a:ext cx="52932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F1CA7-9FF3-45BC-A3E4-E051ED46838D}">
      <dsp:nvSpPr>
        <dsp:cNvPr id="0" name=""/>
        <dsp:cNvSpPr/>
      </dsp:nvSpPr>
      <dsp:spPr>
        <a:xfrm>
          <a:off x="1422559" y="1322117"/>
          <a:ext cx="5193996" cy="1201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Calculated as the distance between cluster centers or between the closest/ farthest points of different clusters</a:t>
          </a:r>
        </a:p>
      </dsp:txBody>
      <dsp:txXfrm>
        <a:off x="1422559" y="1322117"/>
        <a:ext cx="5193996" cy="1201924"/>
      </dsp:txXfrm>
    </dsp:sp>
    <dsp:sp modelId="{B1B506E7-D4C3-4D4D-BF92-E102C4FD6C1E}">
      <dsp:nvSpPr>
        <dsp:cNvPr id="0" name=""/>
        <dsp:cNvSpPr/>
      </dsp:nvSpPr>
      <dsp:spPr>
        <a:xfrm>
          <a:off x="1323311" y="2524041"/>
          <a:ext cx="52932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8A2702-EE67-4F57-A061-31A87CAD60F9}">
      <dsp:nvSpPr>
        <dsp:cNvPr id="0" name=""/>
        <dsp:cNvSpPr/>
      </dsp:nvSpPr>
      <dsp:spPr>
        <a:xfrm>
          <a:off x="1422559" y="2584137"/>
          <a:ext cx="5193996" cy="1201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Goal: Maximize this distance (well-separated clusters)</a:t>
          </a:r>
        </a:p>
      </dsp:txBody>
      <dsp:txXfrm>
        <a:off x="1422559" y="2584137"/>
        <a:ext cx="5193996" cy="1201924"/>
      </dsp:txXfrm>
    </dsp:sp>
    <dsp:sp modelId="{D277EE70-F719-4EA5-928F-0CBDCB71301E}">
      <dsp:nvSpPr>
        <dsp:cNvPr id="0" name=""/>
        <dsp:cNvSpPr/>
      </dsp:nvSpPr>
      <dsp:spPr>
        <a:xfrm>
          <a:off x="1323311" y="3786062"/>
          <a:ext cx="52932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AB52B7-C195-4206-AF48-5CB8650AECF3}">
      <dsp:nvSpPr>
        <dsp:cNvPr id="0" name=""/>
        <dsp:cNvSpPr/>
      </dsp:nvSpPr>
      <dsp:spPr>
        <a:xfrm>
          <a:off x="1422559" y="3846158"/>
          <a:ext cx="5193996" cy="1201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Large inter-cluster distance = distinct, different customer segments</a:t>
          </a:r>
        </a:p>
      </dsp:txBody>
      <dsp:txXfrm>
        <a:off x="1422559" y="3846158"/>
        <a:ext cx="5193996" cy="1201924"/>
      </dsp:txXfrm>
    </dsp:sp>
    <dsp:sp modelId="{8DB27B3E-5C3C-4DDB-A602-F54D10F96A2D}">
      <dsp:nvSpPr>
        <dsp:cNvPr id="0" name=""/>
        <dsp:cNvSpPr/>
      </dsp:nvSpPr>
      <dsp:spPr>
        <a:xfrm>
          <a:off x="1323311" y="5048083"/>
          <a:ext cx="52932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8309B-CC16-4425-9A90-CB2559A43857}">
      <dsp:nvSpPr>
        <dsp:cNvPr id="0" name=""/>
        <dsp:cNvSpPr/>
      </dsp:nvSpPr>
      <dsp:spPr>
        <a:xfrm>
          <a:off x="0" y="30999"/>
          <a:ext cx="7834045" cy="5931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What WCSS Measures</a:t>
          </a:r>
        </a:p>
      </dsp:txBody>
      <dsp:txXfrm>
        <a:off x="28957" y="59956"/>
        <a:ext cx="7776131" cy="535276"/>
      </dsp:txXfrm>
    </dsp:sp>
    <dsp:sp modelId="{5EE53BFA-5E2E-42B8-BB74-6AF03F73E3B7}">
      <dsp:nvSpPr>
        <dsp:cNvPr id="0" name=""/>
        <dsp:cNvSpPr/>
      </dsp:nvSpPr>
      <dsp:spPr>
        <a:xfrm>
          <a:off x="0" y="624189"/>
          <a:ext cx="7834045" cy="64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73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Total sum of squared distances of all intra-cluster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Lower WCSS = tighter, more compact clusters</a:t>
          </a:r>
        </a:p>
      </dsp:txBody>
      <dsp:txXfrm>
        <a:off x="0" y="624189"/>
        <a:ext cx="7834045" cy="645840"/>
      </dsp:txXfrm>
    </dsp:sp>
    <dsp:sp modelId="{8462B9A4-F61D-479D-A50E-E666728F8386}">
      <dsp:nvSpPr>
        <dsp:cNvPr id="0" name=""/>
        <dsp:cNvSpPr/>
      </dsp:nvSpPr>
      <dsp:spPr>
        <a:xfrm>
          <a:off x="0" y="1270029"/>
          <a:ext cx="7834045" cy="593190"/>
        </a:xfrm>
        <a:prstGeom prst="roundRect">
          <a:avLst/>
        </a:prstGeom>
        <a:solidFill>
          <a:schemeClr val="accent2">
            <a:hueOff val="-5420318"/>
            <a:satOff val="16762"/>
            <a:lumOff val="2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How the Elbow Method Works?</a:t>
          </a:r>
        </a:p>
      </dsp:txBody>
      <dsp:txXfrm>
        <a:off x="28957" y="1298986"/>
        <a:ext cx="7776131" cy="535276"/>
      </dsp:txXfrm>
    </dsp:sp>
    <dsp:sp modelId="{E9670E4D-DB22-471A-AACA-693D55FAE71F}">
      <dsp:nvSpPr>
        <dsp:cNvPr id="0" name=""/>
        <dsp:cNvSpPr/>
      </dsp:nvSpPr>
      <dsp:spPr>
        <a:xfrm>
          <a:off x="0" y="1863220"/>
          <a:ext cx="7834045" cy="1560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73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Run clustering with different values of k (e.g., k = 1, 2, …, 10)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Calculate WCSS for each k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Plot WCSS vs. k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Look for the “elbow” where the curve bends sharply and WCSS stops decreasing dramatically</a:t>
          </a:r>
        </a:p>
      </dsp:txBody>
      <dsp:txXfrm>
        <a:off x="0" y="1863220"/>
        <a:ext cx="7834045" cy="1560780"/>
      </dsp:txXfrm>
    </dsp:sp>
    <dsp:sp modelId="{EA52E190-8C32-4C8F-ADD4-BCA8FED28315}">
      <dsp:nvSpPr>
        <dsp:cNvPr id="0" name=""/>
        <dsp:cNvSpPr/>
      </dsp:nvSpPr>
      <dsp:spPr>
        <a:xfrm>
          <a:off x="0" y="3424000"/>
          <a:ext cx="7834045" cy="593190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Why is there an “Elbow”?</a:t>
          </a:r>
        </a:p>
      </dsp:txBody>
      <dsp:txXfrm>
        <a:off x="28957" y="3452957"/>
        <a:ext cx="7776131" cy="535276"/>
      </dsp:txXfrm>
    </dsp:sp>
    <dsp:sp modelId="{E4B11780-4780-47A9-BC83-B69801A950BC}">
      <dsp:nvSpPr>
        <dsp:cNvPr id="0" name=""/>
        <dsp:cNvSpPr/>
      </dsp:nvSpPr>
      <dsp:spPr>
        <a:xfrm>
          <a:off x="0" y="4017190"/>
          <a:ext cx="7834045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73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As k increases, WCSS always decreases (more clusters = tighter fit)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As some point, adding more clusters gives diminishing returns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The elbow point is where you get the best balance between simplicity (fewer clusters) and fit (lower WCSS)</a:t>
          </a:r>
        </a:p>
      </dsp:txBody>
      <dsp:txXfrm>
        <a:off x="0" y="4017190"/>
        <a:ext cx="7834045" cy="12378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6E5E8-E81E-4B60-805B-2FCCD741304C}">
      <dsp:nvSpPr>
        <dsp:cNvPr id="0" name=""/>
        <dsp:cNvSpPr/>
      </dsp:nvSpPr>
      <dsp:spPr>
        <a:xfrm>
          <a:off x="2248" y="923261"/>
          <a:ext cx="2256510" cy="102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Crafting the Compelling Story (50%)</a:t>
          </a:r>
        </a:p>
      </dsp:txBody>
      <dsp:txXfrm>
        <a:off x="2248" y="923261"/>
        <a:ext cx="2256510" cy="1024650"/>
      </dsp:txXfrm>
    </dsp:sp>
    <dsp:sp modelId="{7ED151F3-7AE3-4BCE-A19C-9F0A5F9D9773}">
      <dsp:nvSpPr>
        <dsp:cNvPr id="0" name=""/>
        <dsp:cNvSpPr/>
      </dsp:nvSpPr>
      <dsp:spPr>
        <a:xfrm>
          <a:off x="2258758" y="378915"/>
          <a:ext cx="451302" cy="211334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CAE565-8C0C-4C27-ADFA-8AE07D3FAC4E}">
      <dsp:nvSpPr>
        <dsp:cNvPr id="0" name=""/>
        <dsp:cNvSpPr/>
      </dsp:nvSpPr>
      <dsp:spPr>
        <a:xfrm>
          <a:off x="2890581" y="378915"/>
          <a:ext cx="8058198" cy="211334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Depth and relevance of insights drawn from the data analysis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Effectiveness of recommendations for countering GenAI threats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Originality and creativity of the approach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Ability to identify and leverage key relationships, trends and patterns in the data</a:t>
          </a:r>
        </a:p>
      </dsp:txBody>
      <dsp:txXfrm>
        <a:off x="2890581" y="378915"/>
        <a:ext cx="8058198" cy="2113340"/>
      </dsp:txXfrm>
    </dsp:sp>
    <dsp:sp modelId="{05F093D8-3863-4634-8DAE-B74F8899AC2F}">
      <dsp:nvSpPr>
        <dsp:cNvPr id="0" name=""/>
        <dsp:cNvSpPr/>
      </dsp:nvSpPr>
      <dsp:spPr>
        <a:xfrm>
          <a:off x="2248" y="2959300"/>
          <a:ext cx="2256510" cy="102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Articulating the Compelling Story (50%)</a:t>
          </a:r>
        </a:p>
      </dsp:txBody>
      <dsp:txXfrm>
        <a:off x="2248" y="2959300"/>
        <a:ext cx="2256510" cy="1024650"/>
      </dsp:txXfrm>
    </dsp:sp>
    <dsp:sp modelId="{7BEF4F51-DD8D-470E-8568-A9E145D04396}">
      <dsp:nvSpPr>
        <dsp:cNvPr id="0" name=""/>
        <dsp:cNvSpPr/>
      </dsp:nvSpPr>
      <dsp:spPr>
        <a:xfrm>
          <a:off x="2258758" y="2575056"/>
          <a:ext cx="451302" cy="179313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A15066-A464-4434-BEE1-EE98D4AA2F69}">
      <dsp:nvSpPr>
        <dsp:cNvPr id="0" name=""/>
        <dsp:cNvSpPr/>
      </dsp:nvSpPr>
      <dsp:spPr>
        <a:xfrm>
          <a:off x="2890581" y="2575056"/>
          <a:ext cx="8058198" cy="17931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Clarity, coherence, and organization of the executive summary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Use of effective visualizations to support findings and recommendations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Ability to communicate complex ideas and insights in a clear and concise manner</a:t>
          </a:r>
        </a:p>
      </dsp:txBody>
      <dsp:txXfrm>
        <a:off x="2890581" y="2575056"/>
        <a:ext cx="8058198" cy="17931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5:38.4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0 114,'17'-1,"0"-1,29-6,2 0,-33 6,526-64,9 39,1964 31,-1313-7,-525 3,-651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5:41.5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1,'11652'0,"-11621"0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5:50.7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1 203,'472'-13,"-92"1,15 11,161-3,-412-6,1-6,149-36,-150 29,-81 14,75-19,-96 17,1 3,0 1,58-1,135 9,-88 2,360-3,-479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6:03.1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1,'7260'0,"-7230"0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6:05.4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59,'4534'0,"-4184"-29,14 0,748 31,-1083-2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6:23.9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59,'420'-22,"353"-14,3 70,-100 27,-416-41,286-16,-270-7,316 3,-563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6:25.6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32,'40'-2,"53"-9,10-2,535 8,-348 8,1151-3,-1406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6:57.3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0,'1718'15,"165"-1,225-15,-2054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6:58.8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95,'401'0,"-389"-1,-1-1,1 0,-1-1,0 0,0-1,0 0,0-1,11-7,-6 4,-1 1,31-9,20 5,1 2,0 4,1 3,80 6,-9 0,-113-4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7:00.4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0,'2712'0,"-2686"0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7:02.1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1,'2126'0,"-2096"0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7:39.9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76,'118'0,"626"-23,177-12,-825 37,111-5,-157-7,-25 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7:47.6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0 203,'8'-1,"0"0,-1 0,1-1,-1 0,0 0,0-1,13-6,31-10,30-2,1 4,168-13,177 20,-358 9,1375 5,-1407-6,-1-2,0-2,60-17,17-3,20 10,0 6,192 10,-146 3,5126-1,-2785-4,-2494 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8:08.2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1,'7333'0,"-7234"5,169 30,-34-1,468-19,-441-18,3106 3,-3309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8:14.9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1,'2110'0,"-2083"0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8:26.9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32,'1667'0,"-1269"-16,11 0,3425 19,-2042-5,-1764 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8:50.5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0,'5847'0,"-5810"0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8:54.3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1,'2708'0,"-2151"26,-536-24,216 24,12 0,483-17,-428-12,2110 3,-2078 15,4-1,4341-15,-4476 16,1-1,720-15,-882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9:02.56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1,'1569'68,"-1250"-47,539 4,1365-25,-2198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9:06.33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1,'156'0,"1410"21,1779 191,-3203-200,730 36,-499-57,2342 10,-2682-1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9:12.09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0 232,'500'0,"-446"-3,0-2,68-16,-3 0,368-17,3 37,-352 2,-84-3,0-2,0-3,-1-2,0-2,80-28,-64 22,-1 3,2 3,99-2,-96 7,603-4,-403 13,219-3,-466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9:14.82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30,'2120'0,"-1911"-15,7 1,1076 16,-720-3,-550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9:17.21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18,'1879'0,"-1861"-1,0 0,-1-1,22-5,-14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9:20.23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1,'7257'0,"-7226"0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9:30.89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1,'293'0,"1255"33,-176-8,-952-27,66 2,-458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9:32.79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87,'2312'0,"-2274"-2,0-2,1-2,39-11,-33 7,72-8,36 7,229-8,10 20,-365-1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9:34.82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2,'151'15,"174"-5,-146-9,159 8,947 12,534-21,-1485-29,-228 15,141-1,795 18,-619-4,-386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9:36.57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30,'14'0,"34"0,38 0,63 0,59 0,33 0,29 0,13 0,-14-5,-22-1,-44 0,-52 1,-42 2,-34 1,-25 0,-22 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09:47.9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60,'321'-13,"-59"1,1401 6,-910 9,2130-3,-2679-15,-31 0,422 13,-311 4,-260-2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10:02.3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0 230,'383'-13,"-79"1,1032 8,-803 5,809 79,-1231-73,125-7,-87-3,1854 3,-1945-2,78-15,-3 0,1076-5,-792 24,3581-2,-3937-3,-1-3,99-24,-76 13,88-9,231-8,-333 32,-1-4,0-3,82-21,-91 16,0 3,1 3,65-2,186 12,-114 2,555-4,-715-2,58-10,20-2,146 13,-146 2,-85-1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10:04.9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0,'5378'0,"-5348"0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5:10:19.2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0,'4822'112'0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10:23.3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1 177,'373'-13,"-72"0,-140 11,451-22,154-11,-393 18,-162-6,316-23,685 43,-611 6,828-3,-1405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10:41.6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1,'2167'0,"-2138"0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10:45.1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62,'9'-1,"0"0,0-1,0-1,-1 1,15-7,0 0,8 0,0 1,0 2,1 1,33-1,134 6,-101 2,163-2,764 23,608 42,-1309-64,155-3,-261-12,79-1,56-1,-184 4,193 11,-169 3,5483-2,-5645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11:01.2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1,'4929'0,"-4887"0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11:04.5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0 116,'5'0,"1"-1,-1 1,0-1,1 0,-1 0,9-3,15-5,110-19,273-19,154 34,-501 13,3061 181,-2699-134,-79-10,83 3,-373-34,0-4,-1-2,1-2,87-15,-21-13,64-11,-36 23,164 2,-195 11,134-23,-82 6,-81 12,145-10,1094 18,-653 5,3204-3,-3862-2,0 0,0-1,0-1,33-12,41-8,-11 16,0 4,92 7,-30 1,-44-3,-26 1,0-3,96-13,-75 2,140 2,-15 2,12-8,-198 15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11:06.1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42,'4292'0,"-4244"-2,63-12,-61 7,58-1,-40 9,-35 0,0-1,53-6,-55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0T17:27:19.1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0 255 0,'6808'-255'0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0T17:27:25.8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1 207,'0'482,"0"-475,0 0,1 0,0 1,1-1,0 0,0 0,0 0,1 0,0 0,0-1,1 1,0-1,0 0,0 0,1-1,10 11,5 1,0-1,1-1,34 19,-13-8,7 0,2-1,0-3,1-2,104 25,-134-40,1-1,-1 0,1-2,1 0,-1-2,33-3,-52 2,0 0,0 0,0-1,1 0,-1 1,-1-1,1-1,0 1,0 0,-1-1,0 0,1 0,-1 0,0 0,0 0,-1-1,1 1,-1-1,1 0,-1 0,2-6,5-12,-1 0,10-45,-3 11,0 14,-2 9,-2 0,-1-1,-1-1,-2 0,-1 0,1-45,-6 9,1 30,-3 0,-8-71,7 105,0 0,-1 0,0 0,0 0,0 1,-1-1,0 1,0 0,-1 0,0 0,0 1,0 0,-7-6,-12-7,-49-31,48 34,9 5,0 0,0 2,-1 0,0 1,0 0,0 2,-1 0,0 1,0 0,0 2,-1 0,-20 1,24 1,1 0,-1 0,1 1,0 0,0 1,0 0,0 1,0 1,0 0,-13 7,-25 11,43-19,-1 0,1 0,1 1,-1 0,0 0,1 1,0 1,0-1,1 1,-1 0,1 1,1 0,-11 13,-9 19,16-26,1 1,0 0,1 1,1 0,-8 24,7-14,1 0,2 0,1 1,0 0,2 0,3 50,-1-73,1 0,0 0,0-1,0 1,0 0,0-1,0 1,1-1,-1 1,1-1,-1 0,1 0,0 0,0 0,0 0,0 0,1 0,-1-1,0 1,1-1,-1 1,1-1,-1 0,1 0,0 0,-1 0,1-1,0 1,0-1,3 0,14 2,-1-1,1-1,28-3,-15 0,400 1,-410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sj.com/video/series/tech-behind/spotify-breaks-down-the-mapping-tech-behind-its-algorithm/E91EB935-C3EE-42FF-B41A-246614F8F1A1?mod=WSJvidctr__pos11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98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hlinkClick r:id="rId3"/>
              </a:rPr>
              <a:t>https://www.wsj.com/video/series/tech-behind/spotify-breaks-down-the-mapping-tech-behind-its-algorithm/E91EB935-C3EE-42FF-B41A-246614F8F1A1?mod=WSJvidctr__pos11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07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customXml" Target="../ink/ink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.xml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34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customXml" Target="../ink/ink9.xml"/><Relationship Id="rId17" Type="http://schemas.openxmlformats.org/officeDocument/2006/relationships/image" Target="../media/image36.png"/><Relationship Id="rId2" Type="http://schemas.openxmlformats.org/officeDocument/2006/relationships/image" Target="../media/image27.png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6.xml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5" Type="http://schemas.openxmlformats.org/officeDocument/2006/relationships/image" Target="../media/image35.png"/><Relationship Id="rId10" Type="http://schemas.openxmlformats.org/officeDocument/2006/relationships/customXml" Target="../ink/ink8.xml"/><Relationship Id="rId4" Type="http://schemas.openxmlformats.org/officeDocument/2006/relationships/image" Target="../media/image29.png"/><Relationship Id="rId9" Type="http://schemas.openxmlformats.org/officeDocument/2006/relationships/image" Target="../media/image32.png"/><Relationship Id="rId14" Type="http://schemas.openxmlformats.org/officeDocument/2006/relationships/customXml" Target="../ink/ink1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customXml" Target="../ink/ink17.xml"/><Relationship Id="rId18" Type="http://schemas.openxmlformats.org/officeDocument/2006/relationships/image" Target="../media/image45.png"/><Relationship Id="rId26" Type="http://schemas.openxmlformats.org/officeDocument/2006/relationships/image" Target="../media/image49.png"/><Relationship Id="rId3" Type="http://schemas.openxmlformats.org/officeDocument/2006/relationships/customXml" Target="../ink/ink12.xml"/><Relationship Id="rId21" Type="http://schemas.openxmlformats.org/officeDocument/2006/relationships/customXml" Target="../ink/ink21.xml"/><Relationship Id="rId7" Type="http://schemas.openxmlformats.org/officeDocument/2006/relationships/customXml" Target="../ink/ink14.xml"/><Relationship Id="rId12" Type="http://schemas.openxmlformats.org/officeDocument/2006/relationships/image" Target="../media/image42.png"/><Relationship Id="rId17" Type="http://schemas.openxmlformats.org/officeDocument/2006/relationships/customXml" Target="../ink/ink19.xml"/><Relationship Id="rId25" Type="http://schemas.openxmlformats.org/officeDocument/2006/relationships/customXml" Target="../ink/ink23.xml"/><Relationship Id="rId2" Type="http://schemas.openxmlformats.org/officeDocument/2006/relationships/image" Target="../media/image37.png"/><Relationship Id="rId16" Type="http://schemas.openxmlformats.org/officeDocument/2006/relationships/image" Target="../media/image44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11" Type="http://schemas.openxmlformats.org/officeDocument/2006/relationships/customXml" Target="../ink/ink16.xml"/><Relationship Id="rId24" Type="http://schemas.openxmlformats.org/officeDocument/2006/relationships/image" Target="../media/image48.png"/><Relationship Id="rId5" Type="http://schemas.openxmlformats.org/officeDocument/2006/relationships/customXml" Target="../ink/ink13.xml"/><Relationship Id="rId15" Type="http://schemas.openxmlformats.org/officeDocument/2006/relationships/customXml" Target="../ink/ink18.xml"/><Relationship Id="rId23" Type="http://schemas.openxmlformats.org/officeDocument/2006/relationships/customXml" Target="../ink/ink22.xml"/><Relationship Id="rId28" Type="http://schemas.openxmlformats.org/officeDocument/2006/relationships/image" Target="../media/image50.png"/><Relationship Id="rId10" Type="http://schemas.openxmlformats.org/officeDocument/2006/relationships/image" Target="../media/image41.png"/><Relationship Id="rId19" Type="http://schemas.openxmlformats.org/officeDocument/2006/relationships/customXml" Target="../ink/ink20.xml"/><Relationship Id="rId4" Type="http://schemas.openxmlformats.org/officeDocument/2006/relationships/image" Target="../media/image38.png"/><Relationship Id="rId9" Type="http://schemas.openxmlformats.org/officeDocument/2006/relationships/customXml" Target="../ink/ink15.xml"/><Relationship Id="rId14" Type="http://schemas.openxmlformats.org/officeDocument/2006/relationships/image" Target="../media/image43.png"/><Relationship Id="rId22" Type="http://schemas.openxmlformats.org/officeDocument/2006/relationships/image" Target="../media/image47.png"/><Relationship Id="rId27" Type="http://schemas.openxmlformats.org/officeDocument/2006/relationships/customXml" Target="../ink/ink2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12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11" Type="http://schemas.openxmlformats.org/officeDocument/2006/relationships/customXml" Target="../ink/ink29.xml"/><Relationship Id="rId5" Type="http://schemas.openxmlformats.org/officeDocument/2006/relationships/customXml" Target="../ink/ink26.xml"/><Relationship Id="rId10" Type="http://schemas.openxmlformats.org/officeDocument/2006/relationships/image" Target="../media/image55.png"/><Relationship Id="rId4" Type="http://schemas.openxmlformats.org/officeDocument/2006/relationships/image" Target="../media/image52.png"/><Relationship Id="rId9" Type="http://schemas.openxmlformats.org/officeDocument/2006/relationships/customXml" Target="../ink/ink2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../media/image63.png"/><Relationship Id="rId18" Type="http://schemas.openxmlformats.org/officeDocument/2006/relationships/customXml" Target="../ink/ink37.xml"/><Relationship Id="rId3" Type="http://schemas.openxmlformats.org/officeDocument/2006/relationships/image" Target="../media/image58.png"/><Relationship Id="rId21" Type="http://schemas.openxmlformats.org/officeDocument/2006/relationships/image" Target="../media/image67.png"/><Relationship Id="rId7" Type="http://schemas.openxmlformats.org/officeDocument/2006/relationships/image" Target="../media/image60.png"/><Relationship Id="rId12" Type="http://schemas.openxmlformats.org/officeDocument/2006/relationships/customXml" Target="../ink/ink34.xml"/><Relationship Id="rId17" Type="http://schemas.openxmlformats.org/officeDocument/2006/relationships/image" Target="../media/image65.png"/><Relationship Id="rId2" Type="http://schemas.openxmlformats.org/officeDocument/2006/relationships/image" Target="../media/image57.png"/><Relationship Id="rId16" Type="http://schemas.openxmlformats.org/officeDocument/2006/relationships/customXml" Target="../ink/ink36.xml"/><Relationship Id="rId20" Type="http://schemas.openxmlformats.org/officeDocument/2006/relationships/customXml" Target="../ink/ink38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1.xml"/><Relationship Id="rId11" Type="http://schemas.openxmlformats.org/officeDocument/2006/relationships/image" Target="../media/image62.png"/><Relationship Id="rId5" Type="http://schemas.openxmlformats.org/officeDocument/2006/relationships/image" Target="../media/image59.png"/><Relationship Id="rId15" Type="http://schemas.openxmlformats.org/officeDocument/2006/relationships/image" Target="../media/image64.png"/><Relationship Id="rId10" Type="http://schemas.openxmlformats.org/officeDocument/2006/relationships/customXml" Target="../ink/ink33.xml"/><Relationship Id="rId19" Type="http://schemas.openxmlformats.org/officeDocument/2006/relationships/image" Target="../media/image66.png"/><Relationship Id="rId4" Type="http://schemas.openxmlformats.org/officeDocument/2006/relationships/customXml" Target="../ink/ink30.xml"/><Relationship Id="rId9" Type="http://schemas.openxmlformats.org/officeDocument/2006/relationships/image" Target="../media/image61.png"/><Relationship Id="rId14" Type="http://schemas.openxmlformats.org/officeDocument/2006/relationships/customXml" Target="../ink/ink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sj.com/video/series/tech-behind/spotify-breaks-down-the-mapping-tech-behind-its-algorithm/E91EB935-C3EE-42FF-B41A-246614F8F1A1?mod=WSJvidctr__pos1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170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40.xml"/><Relationship Id="rId5" Type="http://schemas.openxmlformats.org/officeDocument/2006/relationships/image" Target="../media/image400.png"/><Relationship Id="rId4" Type="http://schemas.openxmlformats.org/officeDocument/2006/relationships/customXml" Target="../ink/ink3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1iCt6AuBdJhItqveKeydNap8wQBIWbO9?usp=sharing" TargetMode="Externa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etflix" TargetMode="External"/><Relationship Id="rId2" Type="http://schemas.openxmlformats.org/officeDocument/2006/relationships/hyperlink" Target="https://www.kaggle.com/datasets/shivamb/netflix-shows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hyperlink" Target="https://www.hbs.edu/faculty/Pages/profile.aspx?facId=320524" TargetMode="Externa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wSXleyrB530?si=rHi5RKf-PmEOAdwP" TargetMode="Externa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" TargetMode="External"/><Relationship Id="rId2" Type="http://schemas.openxmlformats.org/officeDocument/2006/relationships/hyperlink" Target="https://huggingface.co/docs/datasets/en/index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aperswithcode.com/datasets" TargetMode="External"/><Relationship Id="rId4" Type="http://schemas.openxmlformats.org/officeDocument/2006/relationships/hyperlink" Target="https://archive.ics.uci.edu/datasets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kahoot.it/" TargetMode="External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MGMT590 - Visual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9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257" y="3107129"/>
            <a:ext cx="7763458" cy="98023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Dr. Cecilia Ying</a:t>
            </a:r>
          </a:p>
          <a:p>
            <a:r>
              <a:rPr lang="en-US" dirty="0"/>
              <a:t>Updated: 09/28/2025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434A09-8791-FE41-F957-F1E2789D5D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Session 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A6625-0E26-7511-D16C-B4B7E3D93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3000" dirty="0"/>
              <a:t>Special graphs “show and tell”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Assignment 1 Debrief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Hands-on Exercise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/>
              <a:t>Cluster visual analytics</a:t>
            </a:r>
            <a:endParaRPr lang="en-US" sz="3000" dirty="0"/>
          </a:p>
          <a:p>
            <a:pPr marL="342900" indent="-342900">
              <a:buFont typeface="+mj-lt"/>
              <a:buAutoNum type="arabicPeriod"/>
            </a:pPr>
            <a:endParaRPr lang="en-US" sz="25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2E897E-C59B-0F32-00DF-A1D3FF77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Today’s 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9AC38-EA84-9E15-A237-F1D91BB3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colorful letters&#10;&#10;AI-generated content may be incorrect.">
            <a:extLst>
              <a:ext uri="{FF2B5EF4-FFF2-40B4-BE49-F238E27FC236}">
                <a16:creationId xmlns:a16="http://schemas.microsoft.com/office/drawing/2014/main" id="{862E7F5D-94F0-DC5A-B880-3615130EA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556" y="1543324"/>
            <a:ext cx="6987774" cy="4454706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E1965D1-4A8A-E6EF-D5DC-216CFF593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/>
              <a:t>Special Graph “Show and tell”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4C327-201C-7129-AB78-ADFD35129B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 lnSpcReduction="10000"/>
          </a:bodyPr>
          <a:lstStyle/>
          <a:p>
            <a:r>
              <a:rPr lang="en-US" sz="200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81377-2517-0457-2882-576520A02D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9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135FA-6157-9692-1C88-DBE0802E8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EDA8C-D834-B6A5-BD7E-A4E551E5C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43D4F-5868-4B72-D4E4-0A1C64125C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Data Understanding &amp; Preparation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A9963-BD17-45FE-FF29-654A782E6C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52CF17-3DC7-A0A1-4D04-186288BE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667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699D7-794B-C68D-B983-A0325254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F1E96E-E415-AFED-4307-77DA5A5BFD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 transformation – Handling missing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91F678-F577-DFC8-4396-0C082678F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11905-F84D-5C3E-88C3-3D0FFA4CF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08419A2-6A50-BEA0-FBF4-AB9C61FEA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912742"/>
            <a:ext cx="3989494" cy="313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25E349A-F156-5A38-1E7E-D21F2883D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655" y="2912742"/>
            <a:ext cx="5459306" cy="3256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C4D917-DEDA-220F-B4EE-A35897319A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8841"/>
          <a:stretch>
            <a:fillRect/>
          </a:stretch>
        </p:blipFill>
        <p:spPr>
          <a:xfrm>
            <a:off x="370226" y="1316947"/>
            <a:ext cx="11241998" cy="147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0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342C5-448D-BD58-A38F-1CC7F11A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94CABC-DB8F-30DD-145C-F1A2C78F91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 transformation – Handling missing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161795-E933-AAC0-1068-FC5DE7653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41DB08-9C53-799C-20CC-297428ED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9882D4-5C2E-8F3F-768A-193C8AA420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261" b="35572"/>
          <a:stretch>
            <a:fillRect/>
          </a:stretch>
        </p:blipFill>
        <p:spPr>
          <a:xfrm>
            <a:off x="537370" y="1447800"/>
            <a:ext cx="11241998" cy="14763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95C004-411F-0925-1CBA-330CB66C9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70" y="3051925"/>
            <a:ext cx="3862387" cy="3039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5CC970-3A32-C09D-D693-ADE205731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057" y="2939106"/>
            <a:ext cx="4157663" cy="3336396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53D924BA-9281-043B-03D8-5F354D835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579" y="2886083"/>
            <a:ext cx="6035331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84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A32C2-C047-5D42-21FF-36FD84425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67D35C-B426-610B-3583-74046BBE0D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 transformation – Handling missing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ECE6CE-0226-6B17-CDE3-E50FB432C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403EE-BB4E-97E9-3454-C48A772B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675F2F-BEF3-9203-61CE-A9C7C59DA6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768"/>
          <a:stretch>
            <a:fillRect/>
          </a:stretch>
        </p:blipFill>
        <p:spPr>
          <a:xfrm>
            <a:off x="292777" y="1137171"/>
            <a:ext cx="11241998" cy="17636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854B35-B933-BB9D-9A9A-2003C42A1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24710"/>
            <a:ext cx="6717623" cy="13518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95C835-41B6-DAD1-87FE-8CCD8AFF3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917" y="2838457"/>
            <a:ext cx="3901306" cy="31087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AA613E-8B45-2B3A-7AD9-15BEC8BAAE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9479" y="2728271"/>
            <a:ext cx="4148593" cy="33291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436074-AE82-9CA7-339D-2776CA223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764" y="2881951"/>
            <a:ext cx="3792140" cy="302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2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9749-712E-C0D9-3137-FBD3A0B81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FF78F1-5984-D988-E945-220F8C6911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 transformation – Handling missing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7DD697-5B6B-AE0C-A1E9-C6B55FE9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43816-9291-5A4C-563D-5C6CB258F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9A34EC6-4CB5-8FCA-BEC9-001FBF37C2AF}"/>
              </a:ext>
            </a:extLst>
          </p:cNvPr>
          <p:cNvGraphicFramePr/>
          <p:nvPr/>
        </p:nvGraphicFramePr>
        <p:xfrm>
          <a:off x="523875" y="1431400"/>
          <a:ext cx="11144249" cy="47286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7381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2B2FA-B22D-F2D2-6ADE-7FA8B85A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AD13FA-FDDB-AD93-AB5D-1EFD44B47F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 transformation – Scaling &amp; Normalization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A909E1-BA46-6F7D-5A4C-5FEF1B58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75A51-FE7F-BA9E-E816-EDC4E13A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F0B545-D021-5EA4-ED2B-C31858D0B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1290290"/>
            <a:ext cx="2913941" cy="2331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5EA8FF-A884-CD29-A157-9D7EAE36D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87" y="3670661"/>
            <a:ext cx="2710848" cy="23399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C8D649-DC6F-7D66-F83A-D8996F2F9516}"/>
              </a:ext>
            </a:extLst>
          </p:cNvPr>
          <p:cNvSpPr txBox="1"/>
          <p:nvPr/>
        </p:nvSpPr>
        <p:spPr>
          <a:xfrm>
            <a:off x="3756764" y="1290290"/>
            <a:ext cx="760329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Age: ranges from 0.42 – 80 years</a:t>
            </a:r>
          </a:p>
          <a:p>
            <a:r>
              <a:rPr lang="en-US" sz="2200" dirty="0"/>
              <a:t>Fare: ranges from 0 – 512</a:t>
            </a:r>
          </a:p>
          <a:p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Fare has much larger values (compared to age)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Fare will dominate as a feature in logistic regression or neural networks if not scaled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200" dirty="0"/>
              <a:t>i.e., a 1-unit change in Fare would “appear” far more important than a 1-year change in Age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/>
          </a:p>
          <a:p>
            <a:r>
              <a:rPr lang="en-US" sz="2200" dirty="0">
                <a:solidFill>
                  <a:srgbClr val="002060"/>
                </a:solidFill>
              </a:rPr>
              <a:t>Standardize such that both features will have a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2060"/>
                </a:solidFill>
              </a:rPr>
              <a:t>mean = 0 and standard deviation = 1</a:t>
            </a:r>
          </a:p>
          <a:p>
            <a:endParaRPr lang="en-US" sz="2200" dirty="0">
              <a:solidFill>
                <a:srgbClr val="002060"/>
              </a:solidFill>
            </a:endParaRPr>
          </a:p>
          <a:p>
            <a:r>
              <a:rPr lang="en-US" dirty="0"/>
              <a:t>Note: tree-based models are scale-invariant. So scaling is only important for non-tree-based models, such as logistic regression, SVM, and neural networks.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32D5B-ABB5-464F-3846-45A500A7B3DC}"/>
              </a:ext>
            </a:extLst>
          </p:cNvPr>
          <p:cNvSpPr txBox="1"/>
          <p:nvPr/>
        </p:nvSpPr>
        <p:spPr>
          <a:xfrm>
            <a:off x="8020247" y="304388"/>
            <a:ext cx="408929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# Original data</a:t>
            </a:r>
          </a:p>
          <a:p>
            <a:r>
              <a:rPr lang="en-US" dirty="0"/>
              <a:t>Age: 22, 38, 26, 35</a:t>
            </a:r>
          </a:p>
          <a:p>
            <a:r>
              <a:rPr lang="en-US" dirty="0"/>
              <a:t>Fare: 7.25, 71.28, 7.92, 53.10</a:t>
            </a:r>
          </a:p>
          <a:p>
            <a:endParaRPr lang="en-US" dirty="0"/>
          </a:p>
          <a:p>
            <a:r>
              <a:rPr lang="en-US" dirty="0"/>
              <a:t># Standardization (mean=0, std=1)</a:t>
            </a:r>
          </a:p>
          <a:p>
            <a:r>
              <a:rPr lang="en-US" dirty="0"/>
              <a:t>Age: -0.53, 0.64, -0.21, 0.38</a:t>
            </a:r>
          </a:p>
          <a:p>
            <a:r>
              <a:rPr lang="en-US" dirty="0"/>
              <a:t>Fare: -0.50, 0.79, -0.49, 0.52</a:t>
            </a:r>
          </a:p>
        </p:txBody>
      </p:sp>
    </p:spTree>
    <p:extLst>
      <p:ext uri="{BB962C8B-B14F-4D97-AF65-F5344CB8AC3E}">
        <p14:creationId xmlns:p14="http://schemas.microsoft.com/office/powerpoint/2010/main" val="233304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DC8FB-7A8A-0C1B-60A1-70AA8AF5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99AB34-8EEA-D938-F69B-657FCD2F96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 transformation – Encoding categorical values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C1221C-715C-DD94-0100-3A84112F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41449-2FC4-89D2-7F49-DA5F9B610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5CE3DE-F23A-3A3C-00BA-D851F912D054}"/>
              </a:ext>
            </a:extLst>
          </p:cNvPr>
          <p:cNvSpPr txBox="1"/>
          <p:nvPr/>
        </p:nvSpPr>
        <p:spPr>
          <a:xfrm>
            <a:off x="714374" y="1320051"/>
            <a:ext cx="81153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Embarked: C (Cherbourg), Q (Queenstown), S (Southampton)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Categorical value with no natural order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8E2D84-1076-6A0F-59A4-9AFF1483384B}"/>
              </a:ext>
            </a:extLst>
          </p:cNvPr>
          <p:cNvGraphicFramePr>
            <a:graphicFrameLocks noGrp="1"/>
          </p:cNvGraphicFramePr>
          <p:nvPr/>
        </p:nvGraphicFramePr>
        <p:xfrm>
          <a:off x="1736725" y="2766601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5613485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965818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412231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119367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93067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Embarked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2320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93E9CEF-BA58-F8AA-A832-1BB0BF867FE3}"/>
              </a:ext>
            </a:extLst>
          </p:cNvPr>
          <p:cNvSpPr txBox="1"/>
          <p:nvPr/>
        </p:nvSpPr>
        <p:spPr>
          <a:xfrm>
            <a:off x="904875" y="2235920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data: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9C76BFB-EA7C-7FEC-CB27-F1EE88916212}"/>
              </a:ext>
            </a:extLst>
          </p:cNvPr>
          <p:cNvGraphicFramePr>
            <a:graphicFrameLocks noGrp="1"/>
          </p:cNvGraphicFramePr>
          <p:nvPr/>
        </p:nvGraphicFramePr>
        <p:xfrm>
          <a:off x="1736725" y="3975899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5613485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965818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412231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119367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93067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Embarked_C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232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Embarked_Q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56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Embarked_S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7621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0111B44-D955-4B2D-351F-8846702A6456}"/>
              </a:ext>
            </a:extLst>
          </p:cNvPr>
          <p:cNvSpPr txBox="1"/>
          <p:nvPr/>
        </p:nvSpPr>
        <p:spPr>
          <a:xfrm>
            <a:off x="904874" y="3445218"/>
            <a:ext cx="2524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One-Hot Encoding: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05DF1AA-C304-60E1-6A9E-FB69E3C6CBB6}"/>
              </a:ext>
            </a:extLst>
          </p:cNvPr>
          <p:cNvGraphicFramePr>
            <a:graphicFrameLocks noGrp="1"/>
          </p:cNvGraphicFramePr>
          <p:nvPr/>
        </p:nvGraphicFramePr>
        <p:xfrm>
          <a:off x="1736725" y="3975899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5613485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965818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412231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119367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93067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Embarked_C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232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Embarked_Q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56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Embarked_S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7621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4AB3A85-1C16-5E95-8221-F2E5A3C042C2}"/>
              </a:ext>
            </a:extLst>
          </p:cNvPr>
          <p:cNvGraphicFramePr>
            <a:graphicFrameLocks noGrp="1"/>
          </p:cNvGraphicFramePr>
          <p:nvPr/>
        </p:nvGraphicFramePr>
        <p:xfrm>
          <a:off x="1736725" y="3975899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5613485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965818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412231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119367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93067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Embarked_C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232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Embarked_Q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56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Embarked_S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7621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C5A7BEC-3E68-0AAA-47AA-C00AAC57E383}"/>
              </a:ext>
            </a:extLst>
          </p:cNvPr>
          <p:cNvGraphicFramePr>
            <a:graphicFrameLocks noGrp="1"/>
          </p:cNvGraphicFramePr>
          <p:nvPr/>
        </p:nvGraphicFramePr>
        <p:xfrm>
          <a:off x="1736725" y="3975899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5613485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965818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412231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119367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93067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Embarked_C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232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Embarked_Q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56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Embarked_S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7621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0171270-F458-0C52-FEF5-F82B5C08BE8D}"/>
              </a:ext>
            </a:extLst>
          </p:cNvPr>
          <p:cNvSpPr txBox="1"/>
          <p:nvPr/>
        </p:nvSpPr>
        <p:spPr>
          <a:xfrm>
            <a:off x="7312025" y="4817431"/>
            <a:ext cx="4371976" cy="1655564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Alternatives:</a:t>
            </a:r>
          </a:p>
          <a:p>
            <a:pPr algn="ctr"/>
            <a:r>
              <a:rPr lang="en-US" dirty="0"/>
              <a:t>Label Encoding &amp;</a:t>
            </a:r>
          </a:p>
          <a:p>
            <a:pPr algn="ctr"/>
            <a:r>
              <a:rPr lang="en-US" dirty="0"/>
              <a:t>Target Encoding</a:t>
            </a:r>
          </a:p>
        </p:txBody>
      </p:sp>
    </p:spTree>
    <p:extLst>
      <p:ext uri="{BB962C8B-B14F-4D97-AF65-F5344CB8AC3E}">
        <p14:creationId xmlns:p14="http://schemas.microsoft.com/office/powerpoint/2010/main" val="309163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7C9E7-DE45-D32B-1840-EE7A1A05F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98D2C1-9192-FD52-D844-0E8D11DDC6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Creating new features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F515C4-B243-F23F-9AFA-20C9E6438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B78EE-984D-6A17-BBDD-FB4D8E8C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5E25056-9334-44EA-6E1A-7E344560D7BB}"/>
              </a:ext>
            </a:extLst>
          </p:cNvPr>
          <p:cNvGraphicFramePr/>
          <p:nvPr/>
        </p:nvGraphicFramePr>
        <p:xfrm>
          <a:off x="1387475" y="1543323"/>
          <a:ext cx="9417050" cy="443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0474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2BDD1F-FE8F-6C06-FA10-DE76C3A2EF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Art vs. Science?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7E94D6-4E46-8F89-8D01-9C46985A6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Analytics and Data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9DC69-4820-5882-8BFC-1CE4D75C9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26" name="Picture 2" descr="Data engineering Memes · ProgrammerHumor.io">
            <a:extLst>
              <a:ext uri="{FF2B5EF4-FFF2-40B4-BE49-F238E27FC236}">
                <a16:creationId xmlns:a16="http://schemas.microsoft.com/office/drawing/2014/main" id="{3EB0C00F-CF47-8429-CAD2-13AEB6E8F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93" y="1439060"/>
            <a:ext cx="3449065" cy="4642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7BCE4E-94A3-C4C1-73DA-F04CE7E37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868" y="974035"/>
            <a:ext cx="5050956" cy="580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61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E80EB-DDD9-1466-9E6F-298DB1D16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CA0479-F397-9EA1-89F6-2A58250502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Embarkment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CB05BD-3660-FEDA-A3AF-371EC234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Insights from your classmates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6856-A63C-F55D-8646-14B1CCDA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0DC930-A6E1-CEB0-35AC-578CF67A6D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5" r="4664" b="56077"/>
          <a:stretch>
            <a:fillRect/>
          </a:stretch>
        </p:blipFill>
        <p:spPr>
          <a:xfrm>
            <a:off x="133350" y="1739394"/>
            <a:ext cx="5137150" cy="21629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E42EB2-815D-288F-2798-AAACF6CC7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0" y="4227815"/>
            <a:ext cx="8830674" cy="16758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373AA7-90C9-9CC7-95E4-3FC59D46E5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770"/>
          <a:stretch>
            <a:fillRect/>
          </a:stretch>
        </p:blipFill>
        <p:spPr>
          <a:xfrm>
            <a:off x="5173199" y="954291"/>
            <a:ext cx="6739401" cy="31912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5EC82FA-C8CF-4B24-53CB-626917D5C894}"/>
                  </a:ext>
                </a:extLst>
              </p14:cNvPr>
              <p14:cNvContentPartPr/>
              <p14:nvPr/>
            </p14:nvContentPartPr>
            <p14:xfrm>
              <a:off x="8023785" y="4520476"/>
              <a:ext cx="2034360" cy="41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5EC82FA-C8CF-4B24-53CB-626917D5C8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69785" y="4412476"/>
                <a:ext cx="214200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BA32C62-DDE6-ABDB-DD3D-972585726593}"/>
                  </a:ext>
                </a:extLst>
              </p14:cNvPr>
              <p14:cNvContentPartPr/>
              <p14:nvPr/>
            </p14:nvContentPartPr>
            <p14:xfrm>
              <a:off x="2065425" y="4808116"/>
              <a:ext cx="420588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BA32C62-DDE6-ABDB-DD3D-97258572659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11425" y="4700476"/>
                <a:ext cx="43135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2B0DCBE-7025-D0DC-F98C-E98F4B22D205}"/>
                  </a:ext>
                </a:extLst>
              </p14:cNvPr>
              <p14:cNvContentPartPr/>
              <p14:nvPr/>
            </p14:nvContentPartPr>
            <p14:xfrm>
              <a:off x="5845785" y="5197276"/>
              <a:ext cx="1397520" cy="73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2B0DCBE-7025-D0DC-F98C-E98F4B22D2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92145" y="5089636"/>
                <a:ext cx="150516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0C68489-171F-62FE-0B1C-A3BF8F18BDBB}"/>
                  </a:ext>
                </a:extLst>
              </p14:cNvPr>
              <p14:cNvContentPartPr/>
              <p14:nvPr/>
            </p14:nvContentPartPr>
            <p14:xfrm>
              <a:off x="7489905" y="5362516"/>
              <a:ext cx="26247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0C68489-171F-62FE-0B1C-A3BF8F18BDB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36265" y="5254876"/>
                <a:ext cx="27324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74E6B67-D7A5-2201-81AD-1404CE19D2DB}"/>
                  </a:ext>
                </a:extLst>
              </p14:cNvPr>
              <p14:cNvContentPartPr/>
              <p14:nvPr/>
            </p14:nvContentPartPr>
            <p14:xfrm>
              <a:off x="3307785" y="5649796"/>
              <a:ext cx="2300760" cy="21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74E6B67-D7A5-2201-81AD-1404CE19D2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54145" y="5542156"/>
                <a:ext cx="2408400" cy="23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7736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89543-61AE-2F20-C069-9F5C4A485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53D5C3-8ADB-5FD2-ADC5-77ED8D57E4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Survival by Deck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7A3BD-603C-4A36-BA69-2DF48ACC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Insights from your classmates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77AD1A-1369-DEAB-7E31-F920FD82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7612B7-0111-F9B9-5145-2A3A18D30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78" y="1500173"/>
            <a:ext cx="3128972" cy="45748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247210-85B4-2DC8-88D1-9C1CEA279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16" y="1534465"/>
            <a:ext cx="3293947" cy="43692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245590-B5D4-F92C-AC04-7E4511E4D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229" y="974036"/>
            <a:ext cx="3085521" cy="2713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1AC9CA-8F8F-84BD-ED61-850696D85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2879" y="3787598"/>
            <a:ext cx="3182358" cy="27921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C6AD5BE-4EC9-39E8-5E75-F6329E39B81C}"/>
                  </a:ext>
                </a:extLst>
              </p14:cNvPr>
              <p14:cNvContentPartPr/>
              <p14:nvPr/>
            </p14:nvContentPartPr>
            <p14:xfrm>
              <a:off x="8887065" y="1077796"/>
              <a:ext cx="1566000" cy="43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C6AD5BE-4EC9-39E8-5E75-F6329E39B8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33425" y="970156"/>
                <a:ext cx="16736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951319F-6656-37CA-236B-93859D42AAFC}"/>
                  </a:ext>
                </a:extLst>
              </p14:cNvPr>
              <p14:cNvContentPartPr/>
              <p14:nvPr/>
            </p14:nvContentPartPr>
            <p14:xfrm>
              <a:off x="7551465" y="1303516"/>
              <a:ext cx="950400" cy="11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951319F-6656-37CA-236B-93859D42AA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97465" y="1195876"/>
                <a:ext cx="10580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C15E210-40C7-D2AE-DDBD-2E0E5689BB17}"/>
                  </a:ext>
                </a:extLst>
              </p14:cNvPr>
              <p14:cNvContentPartPr/>
              <p14:nvPr/>
            </p14:nvContentPartPr>
            <p14:xfrm>
              <a:off x="8229345" y="4520836"/>
              <a:ext cx="2075040" cy="10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C15E210-40C7-D2AE-DDBD-2E0E5689BB1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75705" y="4412836"/>
                <a:ext cx="21826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2C08716-C4F6-1963-3B0B-688196542928}"/>
                  </a:ext>
                </a:extLst>
              </p14:cNvPr>
              <p14:cNvContentPartPr/>
              <p14:nvPr/>
            </p14:nvContentPartPr>
            <p14:xfrm>
              <a:off x="7746225" y="4712716"/>
              <a:ext cx="421920" cy="34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2C08716-C4F6-1963-3B0B-68819654292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92585" y="4605076"/>
                <a:ext cx="52956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20C6246-7470-0354-8FC8-FAD77017539A}"/>
                  </a:ext>
                </a:extLst>
              </p14:cNvPr>
              <p14:cNvContentPartPr/>
              <p14:nvPr/>
            </p14:nvContentPartPr>
            <p14:xfrm>
              <a:off x="9410505" y="4777156"/>
              <a:ext cx="98604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20C6246-7470-0354-8FC8-FAD77017539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56865" y="4669156"/>
                <a:ext cx="1093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C7C948D-E932-0E31-754D-89E27CAA583E}"/>
                  </a:ext>
                </a:extLst>
              </p14:cNvPr>
              <p14:cNvContentPartPr/>
              <p14:nvPr/>
            </p14:nvContentPartPr>
            <p14:xfrm>
              <a:off x="7756305" y="4921516"/>
              <a:ext cx="77652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C7C948D-E932-0E31-754D-89E27CAA583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702665" y="4813876"/>
                <a:ext cx="88416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0175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B7866-A91F-9679-E495-D3A71D752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16DE83-7745-4B9A-819F-4BF6F7866D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Data-driven evacuation plan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931CB1-DA35-0823-A638-E454F6CE5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Recommendations from your classmates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191E3-2257-149E-4DE1-869F1BAC0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34173C-5A39-2034-8656-D3B86998B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247" y="1420728"/>
            <a:ext cx="7578032" cy="46962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1A5852F-56E8-63FD-836D-96E2A7DC1677}"/>
                  </a:ext>
                </a:extLst>
              </p14:cNvPr>
              <p14:cNvContentPartPr/>
              <p14:nvPr/>
            </p14:nvContentPartPr>
            <p14:xfrm>
              <a:off x="3071985" y="1945396"/>
              <a:ext cx="778320" cy="27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1A5852F-56E8-63FD-836D-96E2A7DC16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7985" y="1837756"/>
                <a:ext cx="88596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177CD11-A811-6279-DFCC-FCBE30387526}"/>
                  </a:ext>
                </a:extLst>
              </p14:cNvPr>
              <p14:cNvContentPartPr/>
              <p14:nvPr/>
            </p14:nvContentPartPr>
            <p14:xfrm>
              <a:off x="2732505" y="2371996"/>
              <a:ext cx="4109400" cy="73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177CD11-A811-6279-DFCC-FCBE303875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78505" y="2264356"/>
                <a:ext cx="421704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3D47B7C-486E-37CB-ACEB-E418A91BECBC}"/>
                  </a:ext>
                </a:extLst>
              </p14:cNvPr>
              <p14:cNvContentPartPr/>
              <p14:nvPr/>
            </p14:nvContentPartPr>
            <p14:xfrm>
              <a:off x="5331705" y="3975436"/>
              <a:ext cx="4436280" cy="32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3D47B7C-486E-37CB-ACEB-E418A91BECB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78065" y="3867796"/>
                <a:ext cx="454392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430E48A-5274-F6C2-BDAA-C1966ED2151C}"/>
                  </a:ext>
                </a:extLst>
              </p14:cNvPr>
              <p14:cNvContentPartPr/>
              <p14:nvPr/>
            </p14:nvContentPartPr>
            <p14:xfrm>
              <a:off x="2804505" y="4181356"/>
              <a:ext cx="76968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430E48A-5274-F6C2-BDAA-C1966ED2151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50865" y="4073716"/>
                <a:ext cx="8773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3669FF0-9F53-6DA7-5666-5543E7A82571}"/>
                  </a:ext>
                </a:extLst>
              </p14:cNvPr>
              <p14:cNvContentPartPr/>
              <p14:nvPr/>
            </p14:nvContentPartPr>
            <p14:xfrm>
              <a:off x="5681265" y="4283596"/>
              <a:ext cx="2926440" cy="11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3669FF0-9F53-6DA7-5666-5543E7A825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27625" y="4175596"/>
                <a:ext cx="303408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5405236-F8FC-A6BF-D4A7-0621A56AA32B}"/>
                  </a:ext>
                </a:extLst>
              </p14:cNvPr>
              <p14:cNvContentPartPr/>
              <p14:nvPr/>
            </p14:nvContentPartPr>
            <p14:xfrm>
              <a:off x="8064825" y="5517316"/>
              <a:ext cx="211860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5405236-F8FC-A6BF-D4A7-0621A56AA32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010825" y="5409316"/>
                <a:ext cx="2226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241496C-BA25-84D0-70B5-DE98D62E7FF0}"/>
                  </a:ext>
                </a:extLst>
              </p14:cNvPr>
              <p14:cNvContentPartPr/>
              <p14:nvPr/>
            </p14:nvContentPartPr>
            <p14:xfrm>
              <a:off x="2835825" y="5722156"/>
              <a:ext cx="5025960" cy="52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241496C-BA25-84D0-70B5-DE98D62E7FF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81825" y="5614516"/>
                <a:ext cx="513360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BFBD97A-07B5-8C1E-07C8-8DA5B3C7E87E}"/>
                  </a:ext>
                </a:extLst>
              </p14:cNvPr>
              <p14:cNvContentPartPr/>
              <p14:nvPr/>
            </p14:nvContentPartPr>
            <p14:xfrm>
              <a:off x="5557785" y="1962316"/>
              <a:ext cx="1798200" cy="41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BFBD97A-07B5-8C1E-07C8-8DA5B3C7E87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504145" y="1854676"/>
                <a:ext cx="190584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BE0B7FE-EF22-DAC8-EB3C-BA9611026F8F}"/>
                  </a:ext>
                </a:extLst>
              </p14:cNvPr>
              <p14:cNvContentPartPr/>
              <p14:nvPr/>
            </p14:nvContentPartPr>
            <p14:xfrm>
              <a:off x="4777305" y="2188396"/>
              <a:ext cx="3312720" cy="105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BE0B7FE-EF22-DAC8-EB3C-BA9611026F8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723305" y="2080756"/>
                <a:ext cx="342036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37439AF-04D3-3E99-4B68-27D9BCFC676E}"/>
                  </a:ext>
                </a:extLst>
              </p14:cNvPr>
              <p14:cNvContentPartPr/>
              <p14:nvPr/>
            </p14:nvContentPartPr>
            <p14:xfrm>
              <a:off x="3492825" y="3676996"/>
              <a:ext cx="1541520" cy="83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37439AF-04D3-3E99-4B68-27D9BCFC676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38825" y="3569356"/>
                <a:ext cx="164916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48F48EB-4BE8-8398-5392-3A7CE54AD0C2}"/>
                  </a:ext>
                </a:extLst>
              </p14:cNvPr>
              <p14:cNvContentPartPr/>
              <p14:nvPr/>
            </p14:nvContentPartPr>
            <p14:xfrm>
              <a:off x="8578905" y="3718756"/>
              <a:ext cx="1595520" cy="10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48F48EB-4BE8-8398-5392-3A7CE54AD0C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524905" y="3611116"/>
                <a:ext cx="17031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343A1EC-4B8F-6D52-D4B6-79B1635511AC}"/>
                  </a:ext>
                </a:extLst>
              </p14:cNvPr>
              <p14:cNvContentPartPr/>
              <p14:nvPr/>
            </p14:nvContentPartPr>
            <p14:xfrm>
              <a:off x="2835825" y="3959236"/>
              <a:ext cx="718560" cy="6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343A1EC-4B8F-6D52-D4B6-79B1635511A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781825" y="3851596"/>
                <a:ext cx="8262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60CACC9-4367-B827-2900-2676D76CA4E9}"/>
                  </a:ext>
                </a:extLst>
              </p14:cNvPr>
              <p14:cNvContentPartPr/>
              <p14:nvPr/>
            </p14:nvContentPartPr>
            <p14:xfrm>
              <a:off x="2866065" y="5342356"/>
              <a:ext cx="262404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60CACC9-4367-B827-2900-2676D76CA4E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812065" y="5234716"/>
                <a:ext cx="273168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8562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06866E-0F55-B7FE-6F12-28AA3D62F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Multilingual Communication &amp; Universal Signage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5FC306-BCF1-2C14-DB6A-B2F1DC6E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Recommendations from your classmates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A4F2B-1491-7433-B553-84CBA083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2ABBFD-DD55-1A01-C18E-CDC25FBDE4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113"/>
          <a:stretch>
            <a:fillRect/>
          </a:stretch>
        </p:blipFill>
        <p:spPr>
          <a:xfrm>
            <a:off x="614039" y="1363850"/>
            <a:ext cx="7217895" cy="24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8F2396-99A7-AEC4-08FF-27B570272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181"/>
          <a:stretch>
            <a:fillRect/>
          </a:stretch>
        </p:blipFill>
        <p:spPr>
          <a:xfrm>
            <a:off x="4369327" y="3429000"/>
            <a:ext cx="6821754" cy="31102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E1B8B3C-0DEC-40DA-353D-E26C441CE1ED}"/>
                  </a:ext>
                </a:extLst>
              </p14:cNvPr>
              <p14:cNvContentPartPr/>
              <p14:nvPr/>
            </p14:nvContentPartPr>
            <p14:xfrm>
              <a:off x="6061785" y="2003356"/>
              <a:ext cx="1493280" cy="21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E1B8B3C-0DEC-40DA-353D-E26C441CE1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08145" y="1895716"/>
                <a:ext cx="16009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5F4CD5D-660D-13D9-A9FA-5CBA67639574}"/>
                  </a:ext>
                </a:extLst>
              </p14:cNvPr>
              <p14:cNvContentPartPr/>
              <p14:nvPr/>
            </p14:nvContentPartPr>
            <p14:xfrm>
              <a:off x="811905" y="2198476"/>
              <a:ext cx="1303560" cy="31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5F4CD5D-660D-13D9-A9FA-5CBA676395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7905" y="2090476"/>
                <a:ext cx="14112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49F00AF-F8A8-6E95-280A-4D24CB0AEF4C}"/>
                  </a:ext>
                </a:extLst>
              </p14:cNvPr>
              <p14:cNvContentPartPr/>
              <p14:nvPr/>
            </p14:nvContentPartPr>
            <p14:xfrm>
              <a:off x="5167905" y="2146636"/>
              <a:ext cx="2263680" cy="21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49F00AF-F8A8-6E95-280A-4D24CB0AEF4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14265" y="2038636"/>
                <a:ext cx="23713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8C89D03-706F-B762-21CC-E33CA4CDE89B}"/>
                  </a:ext>
                </a:extLst>
              </p14:cNvPr>
              <p14:cNvContentPartPr/>
              <p14:nvPr/>
            </p14:nvContentPartPr>
            <p14:xfrm>
              <a:off x="863025" y="2362636"/>
              <a:ext cx="875520" cy="10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8C89D03-706F-B762-21CC-E33CA4CDE8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9385" y="2254996"/>
                <a:ext cx="9831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8A94B4D-F965-0F68-EB04-8BCCC35BBC44}"/>
                  </a:ext>
                </a:extLst>
              </p14:cNvPr>
              <p14:cNvContentPartPr/>
              <p14:nvPr/>
            </p14:nvContentPartPr>
            <p14:xfrm>
              <a:off x="3421185" y="3204676"/>
              <a:ext cx="2578680" cy="21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8A94B4D-F965-0F68-EB04-8BCCC35BBC4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67545" y="3096676"/>
                <a:ext cx="2686320" cy="23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0919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B86B8-D5E7-5AB6-DB83-9AEB7292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52C0E6-4DB8-A677-373D-AC30DA2C94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Handling large family, Lifeboat and Resource Efficiency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2A0E00-F66F-D6C7-A0F5-C8EBF78AB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Recommendations from your classmates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784D2-EFF4-AFFF-14C4-F2BEE709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60D5A5-1B0F-EF47-1FBB-0C810B4E71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6"/>
          <a:stretch>
            <a:fillRect/>
          </a:stretch>
        </p:blipFill>
        <p:spPr>
          <a:xfrm>
            <a:off x="457200" y="1439956"/>
            <a:ext cx="7048552" cy="30350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399FA7-B14D-607F-A39C-C2F5597DC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84" y="4474994"/>
            <a:ext cx="6743749" cy="23241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5299AA1-4874-B712-C964-0E729F369E8D}"/>
                  </a:ext>
                </a:extLst>
              </p14:cNvPr>
              <p14:cNvContentPartPr/>
              <p14:nvPr/>
            </p14:nvContentPartPr>
            <p14:xfrm>
              <a:off x="1315185" y="1941076"/>
              <a:ext cx="5708160" cy="104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5299AA1-4874-B712-C964-0E729F369E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1185" y="1833436"/>
                <a:ext cx="581580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5E3C0E6-2CA5-957B-883A-27CC0E023EA8}"/>
                  </a:ext>
                </a:extLst>
              </p14:cNvPr>
              <p14:cNvContentPartPr/>
              <p14:nvPr/>
            </p14:nvContentPartPr>
            <p14:xfrm>
              <a:off x="1356225" y="2147356"/>
              <a:ext cx="194724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5E3C0E6-2CA5-957B-883A-27CC0E023E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02585" y="2039356"/>
                <a:ext cx="20548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0758605-6638-63A8-D85E-F13E80542D23}"/>
                  </a:ext>
                </a:extLst>
              </p14:cNvPr>
              <p14:cNvContentPartPr/>
              <p14:nvPr/>
            </p14:nvContentPartPr>
            <p14:xfrm>
              <a:off x="4541145" y="2948716"/>
              <a:ext cx="1736280" cy="40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0758605-6638-63A8-D85E-F13E80542D2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87145" y="2840716"/>
                <a:ext cx="18439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CD20EC1-250C-CCB7-DA15-7628E6D93342}"/>
                  </a:ext>
                </a:extLst>
              </p14:cNvPr>
              <p14:cNvContentPartPr/>
              <p14:nvPr/>
            </p14:nvContentPartPr>
            <p14:xfrm>
              <a:off x="3307785" y="3121516"/>
              <a:ext cx="2373120" cy="63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CD20EC1-250C-CCB7-DA15-7628E6D933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54145" y="3013876"/>
                <a:ext cx="248076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6947196-481C-E070-55D8-512DE4644747}"/>
                  </a:ext>
                </a:extLst>
              </p14:cNvPr>
              <p14:cNvContentPartPr/>
              <p14:nvPr/>
            </p14:nvContentPartPr>
            <p14:xfrm>
              <a:off x="6040905" y="3585556"/>
              <a:ext cx="79092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6947196-481C-E070-55D8-512DE464474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86905" y="3477916"/>
                <a:ext cx="8985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AF2E793-1482-4501-DB84-F0B2C00EC168}"/>
                  </a:ext>
                </a:extLst>
              </p14:cNvPr>
              <p14:cNvContentPartPr/>
              <p14:nvPr/>
            </p14:nvContentPartPr>
            <p14:xfrm>
              <a:off x="1386465" y="3748276"/>
              <a:ext cx="4175640" cy="33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AF2E793-1482-4501-DB84-F0B2C00EC16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32825" y="3640636"/>
                <a:ext cx="428328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64648CF-5E85-D0D7-D474-118AD296514C}"/>
                  </a:ext>
                </a:extLst>
              </p14:cNvPr>
              <p14:cNvContentPartPr/>
              <p14:nvPr/>
            </p14:nvContentPartPr>
            <p14:xfrm>
              <a:off x="9647385" y="4828276"/>
              <a:ext cx="178992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64648CF-5E85-D0D7-D474-118AD296514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593745" y="4720636"/>
                <a:ext cx="18975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A8E6E75-DF81-BE66-F758-9EEDF84AA57A}"/>
                  </a:ext>
                </a:extLst>
              </p14:cNvPr>
              <p14:cNvContentPartPr/>
              <p14:nvPr/>
            </p14:nvContentPartPr>
            <p14:xfrm>
              <a:off x="5486505" y="5043916"/>
              <a:ext cx="5569560" cy="117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A8E6E75-DF81-BE66-F758-9EEDF84AA57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32505" y="4936276"/>
                <a:ext cx="567720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1960741-9580-2AAC-E486-4F9E9EF42CE0}"/>
                  </a:ext>
                </a:extLst>
              </p14:cNvPr>
              <p14:cNvContentPartPr/>
              <p14:nvPr/>
            </p14:nvContentPartPr>
            <p14:xfrm>
              <a:off x="5517465" y="5224996"/>
              <a:ext cx="1749960" cy="15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1960741-9580-2AAC-E486-4F9E9EF42CE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63465" y="5117356"/>
                <a:ext cx="1857600" cy="23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4552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69F92-DFA6-E224-38E7-01E7A435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24A15-4B28-2D92-8004-F9A4E644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Hands-on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90D70-22F3-C13E-1F70-D9828A94ED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Clusters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BD7E4-67A1-05F3-643F-0831E256D2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5B33B-797E-C92B-BD11-77DF58C9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15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94C814-28CB-B76C-84AC-2790C8B7F5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is clustering?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65CB7F-E50A-FE9F-23B0-3EFF9A01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 Analytics: Unsupervised ML on Structured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90023-9632-CA38-89CB-CCEAD87F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7D0D6F4-7D25-7674-1052-DA6B5C2EAF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1980192"/>
              </p:ext>
            </p:extLst>
          </p:nvPr>
        </p:nvGraphicFramePr>
        <p:xfrm>
          <a:off x="793750" y="1778000"/>
          <a:ext cx="10452100" cy="387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0292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542525-535C-A4B5-AFF4-D08BC8A58F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How does it work?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CCE0A5-3DDC-A90B-8AEF-8FF8B0B75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linkClick r:id="rId3"/>
              </a:rPr>
              <a:t>Spotify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93B75-1691-92A2-A418-5F95A52EE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6425A-C7B7-55D2-4626-C1EFBDA0DA7E}"/>
              </a:ext>
            </a:extLst>
          </p:cNvPr>
          <p:cNvSpPr txBox="1"/>
          <p:nvPr/>
        </p:nvSpPr>
        <p:spPr>
          <a:xfrm>
            <a:off x="695325" y="1477020"/>
            <a:ext cx="34671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1. Collaborative Filtering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A7BAEC-DF7D-0110-9F33-70F6A805E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026493"/>
            <a:ext cx="5058481" cy="38772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1A13EB-CF68-5016-1E38-17B6CBE33EF6}"/>
              </a:ext>
            </a:extLst>
          </p:cNvPr>
          <p:cNvSpPr txBox="1"/>
          <p:nvPr/>
        </p:nvSpPr>
        <p:spPr>
          <a:xfrm>
            <a:off x="4185677" y="1727844"/>
            <a:ext cx="1862464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Mapping tracks appearing in the same playlist as “similar”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B4D67C-70CB-F994-49E1-290C30165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150" y="3196548"/>
            <a:ext cx="6558528" cy="31906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3A4212-06C2-0286-2DF6-21B835CADB40}"/>
              </a:ext>
            </a:extLst>
          </p:cNvPr>
          <p:cNvSpPr txBox="1"/>
          <p:nvPr/>
        </p:nvSpPr>
        <p:spPr>
          <a:xfrm>
            <a:off x="6374889" y="627084"/>
            <a:ext cx="494081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2. Content-Based Filtering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/>
              <a:t>Using metadata of the tracks as audio features like “liveness”, “loudness”, “danceability”, etc.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/>
              <a:t>Track description </a:t>
            </a:r>
          </a:p>
        </p:txBody>
      </p:sp>
    </p:spTree>
    <p:extLst>
      <p:ext uri="{BB962C8B-B14F-4D97-AF65-F5344CB8AC3E}">
        <p14:creationId xmlns:p14="http://schemas.microsoft.com/office/powerpoint/2010/main" val="262476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9921F6-5D78-F00C-AB4B-4A0F13655C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Translating each token into a numerical representation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CCA2FC-84F7-DECE-9ED5-DADB752B5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Quick Detour: Embeddings and beyond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C468A-9D97-0835-829E-E546F96F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" name="Picture 5" descr="Apples and pomegranates">
            <a:extLst>
              <a:ext uri="{FF2B5EF4-FFF2-40B4-BE49-F238E27FC236}">
                <a16:creationId xmlns:a16="http://schemas.microsoft.com/office/drawing/2014/main" id="{01324ACF-8488-A7E5-A574-3E429A47BB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396" y="2870817"/>
            <a:ext cx="5585324" cy="3473460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79A4F2-8B0F-BE95-E1BD-869331EC0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86" y="1477385"/>
            <a:ext cx="8390804" cy="446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500E81-59A6-0B69-C830-D11121F1F6F9}"/>
              </a:ext>
            </a:extLst>
          </p:cNvPr>
          <p:cNvSpPr txBox="1"/>
          <p:nvPr/>
        </p:nvSpPr>
        <p:spPr>
          <a:xfrm>
            <a:off x="8858889" y="513723"/>
            <a:ext cx="3075935" cy="1211818"/>
          </a:xfrm>
          <a:prstGeom prst="wedgeEllipseCallout">
            <a:avLst>
              <a:gd name="adj1" fmla="val -51320"/>
              <a:gd name="adj2" fmla="val 7348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CA" sz="2500" dirty="0"/>
              <a:t>What if we add </a:t>
            </a:r>
            <a:r>
              <a:rPr lang="en-CA" sz="2500" b="1" dirty="0"/>
              <a:t>“Orange”</a:t>
            </a:r>
            <a:r>
              <a:rPr lang="en-CA" sz="2500" dirty="0"/>
              <a:t>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1568F45-12B3-56B1-3828-A7E5B544995C}"/>
                  </a:ext>
                </a:extLst>
              </p14:cNvPr>
              <p14:cNvContentPartPr/>
              <p14:nvPr/>
            </p14:nvContentPartPr>
            <p14:xfrm>
              <a:off x="6043824" y="2075256"/>
              <a:ext cx="2451240" cy="92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1568F45-12B3-56B1-3828-A7E5B54499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89824" y="1967256"/>
                <a:ext cx="255888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F69DDE8-C604-9EA3-A758-3209126626E6}"/>
                  </a:ext>
                </a:extLst>
              </p14:cNvPr>
              <p14:cNvContentPartPr/>
              <p14:nvPr/>
            </p14:nvContentPartPr>
            <p14:xfrm>
              <a:off x="3327984" y="2906496"/>
              <a:ext cx="349920" cy="387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F69DDE8-C604-9EA3-A758-3209126626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74344" y="2798856"/>
                <a:ext cx="457560" cy="60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254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trips of candy">
            <a:extLst>
              <a:ext uri="{FF2B5EF4-FFF2-40B4-BE49-F238E27FC236}">
                <a16:creationId xmlns:a16="http://schemas.microsoft.com/office/drawing/2014/main" id="{B0BF26E3-721F-9DC2-9A06-2AB7D834F9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44" r="1" b="23545"/>
          <a:stretch>
            <a:fillRect/>
          </a:stretch>
        </p:blipFill>
        <p:spPr>
          <a:xfrm>
            <a:off x="468086" y="1543324"/>
            <a:ext cx="11266714" cy="4454706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7885EF-A723-BF81-8538-D660F9114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CA" sz="3400"/>
              <a:t>Where would you put the “Cow”?</a:t>
            </a:r>
            <a:endParaRPr lang="en-US" sz="340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26D71AC-259D-44C2-F7B8-4D075212D5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dirty="0"/>
              <a:t>A, B or C?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E43FE-0F3D-227B-9D0E-89217DBECC1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D29EE1B-7996-F76A-C12E-B608E0540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433" y="1027966"/>
            <a:ext cx="5300691" cy="4748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8C21DC-8550-51BF-5A3A-1B913565B65E}"/>
              </a:ext>
            </a:extLst>
          </p:cNvPr>
          <p:cNvSpPr txBox="1"/>
          <p:nvPr/>
        </p:nvSpPr>
        <p:spPr>
          <a:xfrm>
            <a:off x="5986434" y="5859546"/>
            <a:ext cx="5891242" cy="86177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sz="2500" b="1" dirty="0"/>
              <a:t>Age of the animals (x-axis):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sz="2500" dirty="0"/>
              <a:t>A puppy to a calf is like a dog to a cow.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C284C2-7398-8B35-A63F-EDDA0C27FD8D}"/>
              </a:ext>
            </a:extLst>
          </p:cNvPr>
          <p:cNvSpPr txBox="1"/>
          <p:nvPr/>
        </p:nvSpPr>
        <p:spPr>
          <a:xfrm>
            <a:off x="2705102" y="3912851"/>
            <a:ext cx="3095623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en-CA" sz="2500" b="1" dirty="0"/>
              <a:t>Species of the animals (y-axis):</a:t>
            </a:r>
          </a:p>
          <a:p>
            <a:pPr marL="285750" indent="-285750" algn="r">
              <a:buFont typeface="Wingdings" panose="05000000000000000000" pitchFamily="2" charset="2"/>
              <a:buChar char="Ø"/>
            </a:pPr>
            <a:r>
              <a:rPr lang="en-CA" sz="2500" dirty="0"/>
              <a:t>A puppy to a dog is like a calf to a cow.</a:t>
            </a:r>
          </a:p>
        </p:txBody>
      </p:sp>
    </p:spTree>
    <p:extLst>
      <p:ext uri="{BB962C8B-B14F-4D97-AF65-F5344CB8AC3E}">
        <p14:creationId xmlns:p14="http://schemas.microsoft.com/office/powerpoint/2010/main" val="43715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97FD54-7D83-5DDA-2FC7-2C8D35EE09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Intra-cluster distance vs. Inter-cluster distance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EC85DA-AA5F-7997-DF2A-2CEB50F3D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technicalities on Distance Measure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55523-50EA-B4C2-E85D-4B9F6DB22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1EB001-963B-77A0-EE9B-34D5FDFDD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08" y="1543323"/>
            <a:ext cx="4971903" cy="4360386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AB312B7-C362-AF64-9088-DD54BF2344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7816380"/>
              </p:ext>
            </p:extLst>
          </p:nvPr>
        </p:nvGraphicFramePr>
        <p:xfrm>
          <a:off x="5794625" y="1736333"/>
          <a:ext cx="6072027" cy="4919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22736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B4C67-3EE3-F5F5-B35D-82DADFA5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787E92-A81E-7B7D-4C72-D6F3B7C747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Intra-cluster distance vs. Inter-cluster distance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8BCD7D-8253-F264-C089-1662127BC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technicalities on Distance Measure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6F085-28E4-DADA-FACB-588D876C3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EB0A45-2D57-C4A9-2F19-485AAF32E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65" y="1543323"/>
            <a:ext cx="4971903" cy="4360386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05C31F2-24CF-79AB-530C-C780BAD275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2019579"/>
              </p:ext>
            </p:extLst>
          </p:nvPr>
        </p:nvGraphicFramePr>
        <p:xfrm>
          <a:off x="5393934" y="1543323"/>
          <a:ext cx="6616556" cy="5112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82313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75F220-3CCA-962D-7651-3857142EEF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Within-Cluster Sum of Squares (WCSS) or inertia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4840BE-5DBB-9B6C-13E9-9ADE38099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Determine how many clusters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135E7-3FDA-018D-785D-A821AA061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4148E-0974-9CD2-6D2A-FB3FA113D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3323"/>
            <a:ext cx="3503850" cy="2254831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A019DBB-7311-D8D7-F06C-3AAAE3769F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9517009"/>
              </p:ext>
            </p:extLst>
          </p:nvPr>
        </p:nvGraphicFramePr>
        <p:xfrm>
          <a:off x="4145622" y="1369508"/>
          <a:ext cx="7834045" cy="5286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5246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DA280-CDE1-3ADE-6398-67902C07E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387016-4D6D-C147-41A4-A15F4F5F24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753BF0-13DF-3AA3-D3EC-A65C2D05E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Code Demo – Clustering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AD4CB-8A56-8902-E3AA-0579BEF1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9" name="Picture 2" descr="What is Google Colab?. Introduction to Google Colab. | by Hrishikesh Mane |  Medium">
            <a:extLst>
              <a:ext uri="{FF2B5EF4-FFF2-40B4-BE49-F238E27FC236}">
                <a16:creationId xmlns:a16="http://schemas.microsoft.com/office/drawing/2014/main" id="{BF3AA156-C3AF-5757-58DF-0517F10E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531" y="1382815"/>
            <a:ext cx="6763699" cy="298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F4CECD-DD43-BECE-6720-6EBE70897A5A}"/>
              </a:ext>
            </a:extLst>
          </p:cNvPr>
          <p:cNvSpPr txBox="1"/>
          <p:nvPr/>
        </p:nvSpPr>
        <p:spPr>
          <a:xfrm>
            <a:off x="1186174" y="4128579"/>
            <a:ext cx="9875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https://colab.research.google.com/drive/11iCt6AuBdJhItqveKeydNap8wQBIWbO9?usp=sharing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8564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E009D9-7454-2468-5C73-35E96C8CA0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23F76A-F195-02C3-69D9-CA0551AF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8B4EB-38C7-FE65-59C7-61862731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59259-0A8F-0246-81FB-9BBB9AD2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22" y="213483"/>
            <a:ext cx="5000625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79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258B-55A4-3689-6734-C1A2FCAD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wrap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09704-0E4E-C383-CD7D-EFE8CB5EB5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 descr="A person and dog sitting at a table&#10;&#10;Description automatically generated">
            <a:extLst>
              <a:ext uri="{FF2B5EF4-FFF2-40B4-BE49-F238E27FC236}">
                <a16:creationId xmlns:a16="http://schemas.microsoft.com/office/drawing/2014/main" id="{3BE0D9EC-9CA8-750F-0D41-2D09E426DA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417" y="2047264"/>
            <a:ext cx="3072653" cy="409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612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0C77-8405-91B9-4563-2FD38A41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DEFB5-F4CB-6B04-AECE-4B51F0EB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Assignment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56227-CE90-7C6B-219F-C5426CF657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Crafting and articulating that Compelling 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CC5FD-9E45-2579-8A46-22D2F1576C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9451C-4AA2-D144-D176-B7318880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660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BC46A3-7AE7-964C-828D-DF9765961D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https://www.kaggle.com/datasets/shivamb/netflix-shows</a:t>
            </a:r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E1A514-E927-1A44-2F94-83CB0F70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7BF6F-B24C-6A46-7AE7-E3B867D6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CA20A-1010-ABA3-A469-42DD9FAA2B65}"/>
              </a:ext>
            </a:extLst>
          </p:cNvPr>
          <p:cNvSpPr txBox="1"/>
          <p:nvPr/>
        </p:nvSpPr>
        <p:spPr>
          <a:xfrm>
            <a:off x="655655" y="1692369"/>
            <a:ext cx="629780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i="0" dirty="0">
                <a:effectLst/>
              </a:rPr>
              <a:t>About this Dataset:</a:t>
            </a:r>
            <a:r>
              <a:rPr lang="en-US" sz="2500" b="0" dirty="0">
                <a:effectLst/>
              </a:rPr>
              <a:t> </a:t>
            </a:r>
            <a:r>
              <a:rPr lang="en-US" sz="2500" b="0" u="none" strike="noStrike" dirty="0"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Netflix</a:t>
            </a:r>
            <a:r>
              <a:rPr lang="en-US" sz="2500" b="0" dirty="0">
                <a:effectLst/>
              </a:rPr>
              <a:t> is one of the most popular media and video streaming platforms. They have over 8000 movies or </a:t>
            </a:r>
            <a:r>
              <a:rPr lang="en-US" sz="2500" dirty="0"/>
              <a:t>TV shows available on their platform. As of mid-2021, they have over 200 million subscribers</a:t>
            </a:r>
            <a:r>
              <a:rPr lang="en-US" sz="2500" b="0" dirty="0">
                <a:effectLst/>
              </a:rPr>
              <a:t> globally. </a:t>
            </a:r>
          </a:p>
          <a:p>
            <a:r>
              <a:rPr lang="en-US" sz="2500" b="0" dirty="0">
                <a:effectLst/>
              </a:rPr>
              <a:t>This tabular dataset consists of listings of all the </a:t>
            </a:r>
            <a:r>
              <a:rPr lang="en-US" sz="2500" b="1" dirty="0">
                <a:effectLst/>
              </a:rPr>
              <a:t>movies and </a:t>
            </a:r>
            <a:r>
              <a:rPr lang="en-US" sz="2500" b="1" dirty="0"/>
              <a:t>TV shows </a:t>
            </a:r>
            <a:r>
              <a:rPr lang="en-US" sz="2500" dirty="0"/>
              <a:t>available on Netflix, along with details such as </a:t>
            </a:r>
            <a:r>
              <a:rPr lang="en-US" sz="2500" b="1" dirty="0">
                <a:effectLst/>
              </a:rPr>
              <a:t>cast, directors, ratings, release year, duration</a:t>
            </a:r>
            <a:r>
              <a:rPr lang="en-US" sz="2500" b="0" dirty="0">
                <a:effectLst/>
              </a:rPr>
              <a:t>, etc.</a:t>
            </a:r>
            <a:endParaRPr lang="en-US" sz="2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26C436-E558-E532-3EFE-9F929CD9E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927" y="1342808"/>
            <a:ext cx="4629757" cy="463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821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C644EF-C358-2125-FBB5-D1E446819B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Counter the threat of GenAI-generated movies: a study of Rajiv Chilaka vs. Martin Scorsese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25190-606F-C381-ACD1-BFE539609A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3200" dirty="0"/>
              <a:t>You have been hired by a cool animation startup in LA to draw insights from the works of </a:t>
            </a:r>
            <a:r>
              <a:rPr lang="en-US" sz="3200" b="1" dirty="0"/>
              <a:t>Rajiv Chilaka and Martin Scorsese </a:t>
            </a:r>
            <a:r>
              <a:rPr lang="en-US" sz="3200" dirty="0"/>
              <a:t>based on the data available in this dataset.</a:t>
            </a:r>
          </a:p>
          <a:p>
            <a:pPr algn="ctr"/>
            <a:r>
              <a:rPr lang="en-US" sz="3200" dirty="0"/>
              <a:t>You will then use these insights to recommend strategies for them to </a:t>
            </a:r>
            <a:r>
              <a:rPr lang="en-US" sz="3200" b="1" dirty="0"/>
              <a:t>counter the threat of GenAI-generated movies</a:t>
            </a:r>
            <a:r>
              <a:rPr lang="en-US" sz="32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EB7AF0-7A34-2E16-F4C3-4F4F3900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9CFDC-4830-521E-D755-29F60228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4433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1A502F-E6CF-273F-4914-F46B876450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Highest number of directed movies in the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E10E8-42AB-ACA2-160A-89CDD82804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33391" y="1543324"/>
            <a:ext cx="6290521" cy="4454706"/>
          </a:xfrm>
        </p:spPr>
        <p:txBody>
          <a:bodyPr/>
          <a:lstStyle/>
          <a:p>
            <a:r>
              <a:rPr lang="en-US" sz="3000" dirty="0"/>
              <a:t>Rajiv Chilaka is an Indian animation filmmaker known for his work on shows like “Chhota Bheem” and “</a:t>
            </a:r>
            <a:r>
              <a:rPr lang="en-US" sz="3000" dirty="0" err="1"/>
              <a:t>KikoRiki</a:t>
            </a:r>
            <a:r>
              <a:rPr lang="en-US" sz="3000" dirty="0"/>
              <a:t>”.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4D3039-0AAB-2112-B73E-53C3DB85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Rajiv Chilaka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9AF66-6499-C5AC-2AC1-1D46C4A2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3450CF-C700-1A38-7175-76979C8C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543323"/>
            <a:ext cx="4304886" cy="43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54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2396-F2F5-103A-4F1A-119AC98A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3894A7-B12B-4B6D-EAE0-CB3E71CE9F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 know… the guy who directed Goodfellas, The Departed, The Irishman, etc.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8482D-21E2-23DD-8827-98509EB9CE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33391" y="1543324"/>
            <a:ext cx="6290521" cy="4454706"/>
          </a:xfrm>
        </p:spPr>
        <p:txBody>
          <a:bodyPr/>
          <a:lstStyle/>
          <a:p>
            <a:r>
              <a:rPr lang="en-US" sz="3000" dirty="0"/>
              <a:t>Martin Scorsese is an American film director known for his gritty, intense films like “Goodfellas”, “The Departed”, and “The Irishman”.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CB2D3B-8A47-B96A-4183-CE6F9F3B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Martin Scorsese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951A6-030D-BFAB-FE83-ED0789A3A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1026" name="Picture 2" descr="Best Martin Scorsese Films &amp; Movies, Ranked">
            <a:extLst>
              <a:ext uri="{FF2B5EF4-FFF2-40B4-BE49-F238E27FC236}">
                <a16:creationId xmlns:a16="http://schemas.microsoft.com/office/drawing/2014/main" id="{120BA329-BC01-79C6-8A26-A0A6441B47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" r="60057"/>
          <a:stretch>
            <a:fillRect/>
          </a:stretch>
        </p:blipFill>
        <p:spPr bwMode="auto">
          <a:xfrm>
            <a:off x="996043" y="1655581"/>
            <a:ext cx="2988129" cy="428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7065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E424E4-12C3-BC89-BEF2-F4DE2722B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Executive Summary &amp; Supporting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71404-F768-D2DF-787E-D01D3671B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943" y="1687285"/>
            <a:ext cx="9579427" cy="3995059"/>
          </a:xfrm>
        </p:spPr>
        <p:txBody>
          <a:bodyPr/>
          <a:lstStyle/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A one-page executive summary detailing the analysis, insights, and recommendations. 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One killer figure.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Additional supporting analysis can be included as an appendix.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7FE1F2-6E1D-7C25-A9A5-85078999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Deliverables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99897-155D-DC2D-29F9-5BAB27C9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125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380412-05C8-8CF0-3EEE-C5AF6E9FF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How well can you craft and articulate the story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FD8BAA-4487-E637-6ACC-8499BE3D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Grading Criteria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B6402-D2B1-9AE5-7C2D-33EC82F3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CB4CFF6-6ED3-3597-3472-AABDF6E5C8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087080"/>
              </p:ext>
            </p:extLst>
          </p:nvPr>
        </p:nvGraphicFramePr>
        <p:xfrm>
          <a:off x="468086" y="1431687"/>
          <a:ext cx="10951028" cy="4747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8247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62B28148-5096-D851-4BB9-4B444DB09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4A532C-6249-6D45-8D97-8F30D86898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03" t="4876" r="9653"/>
          <a:stretch>
            <a:fillRect/>
          </a:stretch>
        </p:blipFill>
        <p:spPr>
          <a:xfrm>
            <a:off x="468086" y="1757362"/>
            <a:ext cx="5413169" cy="417630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57DC4-D0FA-66DB-252E-74701D39CD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65" t="7881" r="10325" b="3"/>
          <a:stretch>
            <a:fillRect/>
          </a:stretch>
        </p:blipFill>
        <p:spPr>
          <a:xfrm>
            <a:off x="6309157" y="1757362"/>
            <a:ext cx="5425643" cy="4044323"/>
          </a:xfrm>
          <a:prstGeom prst="rect">
            <a:avLst/>
          </a:prstGeom>
          <a:noFill/>
        </p:spPr>
      </p:pic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0C4E2F0-0EDE-B905-12DA-6C188C9F9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dirty="0"/>
              <a:t>Who are these guys working with?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7CC38-7A74-8771-BA8F-8C3FE41A29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99939-7B57-4082-2099-17BBA0F79963}"/>
              </a:ext>
            </a:extLst>
          </p:cNvPr>
          <p:cNvSpPr txBox="1"/>
          <p:nvPr/>
        </p:nvSpPr>
        <p:spPr>
          <a:xfrm>
            <a:off x="6057900" y="973717"/>
            <a:ext cx="48441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More on this next week</a:t>
            </a:r>
          </a:p>
        </p:txBody>
      </p:sp>
    </p:spTree>
    <p:extLst>
      <p:ext uri="{BB962C8B-B14F-4D97-AF65-F5344CB8AC3E}">
        <p14:creationId xmlns:p14="http://schemas.microsoft.com/office/powerpoint/2010/main" val="155869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 Learning Curve cartoon - Marketoonist | Tom Fishburne">
            <a:extLst>
              <a:ext uri="{FF2B5EF4-FFF2-40B4-BE49-F238E27FC236}">
                <a16:creationId xmlns:a16="http://schemas.microsoft.com/office/drawing/2014/main" id="{E5CA02CE-1C9F-ABF8-E3E8-B74ABAAC7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650" y="306880"/>
            <a:ext cx="11950700" cy="624424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7B9B2E8D-E474-F4F3-705C-FA0B25A269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4663" y="6290433"/>
            <a:ext cx="110013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132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A914-6FA4-030D-2D55-AFE9F4C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6CA6-8BBE-7957-D6BE-17557129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D8AEA-398B-95B8-7DDE-C51CD1DE84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CA6B6-9EF3-1C0A-B651-C40FEB7952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03F94-CD0C-8DBC-BB7E-9F42D374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767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A871-D59E-64D1-78BB-84394FC1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E8231A-34E2-D92E-413A-E728FF5EA6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21516-8C88-BCA8-B091-98135D7CBC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Context</a:t>
            </a:r>
          </a:p>
          <a:p>
            <a:pPr algn="ctr"/>
            <a:r>
              <a:rPr lang="en-US" sz="5000" dirty="0"/>
              <a:t>You are pitching a business case to a group of senior technology executives at your company, but a call came in, and the </a:t>
            </a:r>
            <a:r>
              <a:rPr lang="en-US" sz="5000" b="1" dirty="0"/>
              <a:t>CTO will have to leave the meeting in 5 minutes</a:t>
            </a:r>
            <a:r>
              <a:rPr lang="en-US" sz="50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906EA7-423B-076A-6930-484C9C3C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53ED1-485C-32EB-3D7E-C1598D73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065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9815-FFAB-D1D3-4199-E2943D93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62A4F5-AFDF-B597-5C97-DDC14B818D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8CF5E-61D6-4DA4-E7A8-B3403817A1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Challenge</a:t>
            </a:r>
          </a:p>
          <a:p>
            <a:pPr algn="ctr"/>
            <a:r>
              <a:rPr lang="en-US" sz="5000" dirty="0"/>
              <a:t>You have</a:t>
            </a:r>
            <a:r>
              <a:rPr lang="en-US" sz="5000" b="1" dirty="0"/>
              <a:t> 5 minutes </a:t>
            </a:r>
            <a:r>
              <a:rPr lang="en-US" sz="5000" dirty="0"/>
              <a:t>to summarize your key findings, assumptions, and/or projections to convince your CTO that </a:t>
            </a:r>
            <a:r>
              <a:rPr lang="en-US" sz="5000" b="1" dirty="0"/>
              <a:t>YOUR project </a:t>
            </a:r>
            <a:r>
              <a:rPr lang="en-US" sz="5000" dirty="0"/>
              <a:t>is worth funding. </a:t>
            </a:r>
            <a:endParaRPr lang="en-US" sz="5000" b="1" dirty="0"/>
          </a:p>
          <a:p>
            <a:pPr algn="ctr"/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9C78A0-5624-0A97-E046-E7D86026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DE243-3DD0-AD9E-C937-F84431F62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1075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BF64E3-FE41-84B9-A36B-3F9970E929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Professor from Harvard Business School </a:t>
            </a:r>
            <a:r>
              <a:rPr lang="en-US" dirty="0">
                <a:hlinkClick r:id="rId2"/>
              </a:rPr>
              <a:t>https://www.hbs.edu/faculty/Pages/profile.aspx?facId=320524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2D9A1E-DBC0-CB95-21B1-8AEC1A6E5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64" y="1630017"/>
            <a:ext cx="5980172" cy="398757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A0AC98-A518-C652-56F0-F019876A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Ryan Buell’s famous “Killer Figure”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BEB3E-413F-7B38-4F56-C17C78D4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6C27A-58E1-322F-C2F0-4A62C3DDDA91}"/>
              </a:ext>
            </a:extLst>
          </p:cNvPr>
          <p:cNvSpPr txBox="1"/>
          <p:nvPr/>
        </p:nvSpPr>
        <p:spPr>
          <a:xfrm>
            <a:off x="6844352" y="2175215"/>
            <a:ext cx="42376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“You should be able to summarize your entire presentation using </a:t>
            </a:r>
            <a:r>
              <a:rPr lang="en-US" sz="3000" b="1" dirty="0"/>
              <a:t>ONE KILLER FIGURE</a:t>
            </a:r>
            <a:r>
              <a:rPr lang="en-US" sz="30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48983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6D45-40C4-304A-E336-3196DEF1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6BA787-41D6-167F-8003-F9B94E7A6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66C13-264E-C9DB-8E89-4BF6C726AE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Your Tasks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Identify a domain that is interesting to your team.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Find a dataset in that domain (common places to look: </a:t>
            </a:r>
            <a:r>
              <a:rPr lang="en-US" sz="3000" dirty="0" err="1"/>
              <a:t>HuggingFace</a:t>
            </a:r>
            <a:r>
              <a:rPr lang="en-US" sz="3000" dirty="0"/>
              <a:t>, Kaggle, UCI, Papers with Code)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Craft a project idea based on the data you are using (more on the next slide)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Create one killer figure that clearly tells your story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5-minute in-class presentation using the killer figure</a:t>
            </a:r>
          </a:p>
          <a:p>
            <a:pPr marL="914400" indent="-914400">
              <a:buFont typeface="+mj-lt"/>
              <a:buAutoNum type="arabicPeriod"/>
            </a:pPr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0C86E8-BFD6-46EE-452B-09D61AC0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24D19-130E-6BE1-ED85-43D3F03F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2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5BCF-C4ED-8D26-CE8E-068E1277B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64A04F-EDA4-97D5-A153-8238B629A3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4A690-4018-95BC-081A-8755CD03CA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Project Objectives</a:t>
            </a:r>
          </a:p>
          <a:p>
            <a:pPr lvl="1"/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Crafting a compelling story with data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Clearly articulate that story with </a:t>
            </a:r>
            <a:r>
              <a:rPr lang="en-US" sz="3600" b="1" dirty="0"/>
              <a:t>one</a:t>
            </a:r>
            <a:r>
              <a:rPr lang="en-US" sz="3600" dirty="0"/>
              <a:t> killer figure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Be creative and have fun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99413F-3A99-F385-4DBB-43C37F8B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FFC5-006B-8CFD-2001-60ABE93CA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5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648A2-354F-F9C9-03BE-308AE063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AE0DB9-0F85-C3AA-6E87-963560DBCA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20667-CE66-1E15-57E2-B98A4920B5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Crafting Your Idea</a:t>
            </a:r>
          </a:p>
          <a:p>
            <a:pPr marL="1200150" lvl="1" indent="-742950">
              <a:buFont typeface="+mj-lt"/>
              <a:buAutoNum type="arabicPeriod"/>
            </a:pPr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problems are you trying to solve?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questions are you trying to answer?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kind of data will you need?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397857-4DF1-6BBD-AFCC-1F6DBF9F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6DE15-B5A6-CCF7-A9B4-A3A35C2D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190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B837-1E08-24E2-67DC-E77751FF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8663C-6ACA-F01B-5013-D2E61E815A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25F465-644D-C612-E5E8-DEF1EA77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19868-6EDC-64F3-4882-74B7611D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E6F64-EE0F-7249-D3F5-EBA688777172}"/>
              </a:ext>
            </a:extLst>
          </p:cNvPr>
          <p:cNvSpPr txBox="1"/>
          <p:nvPr/>
        </p:nvSpPr>
        <p:spPr>
          <a:xfrm>
            <a:off x="457200" y="1446018"/>
            <a:ext cx="35142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Punchline:</a:t>
            </a:r>
          </a:p>
          <a:p>
            <a:r>
              <a:rPr lang="en-US" sz="3000" dirty="0"/>
              <a:t>The first-class children have only a slightly higher survival percentage (50%) than the third-class children (46.7%)!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3ABE56-5875-3E7E-9520-C240897A4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700" y="954291"/>
            <a:ext cx="79343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603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6A0AB-8515-E66C-F429-A8F3EEF62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AF823D-B752-D648-9B49-9784524F0C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E57EB2-DAB4-1C29-D2A6-0FAF9579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290E3-D515-A709-9485-C75BFA4E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B27BF-309A-EDB4-4220-25FC372EE487}"/>
              </a:ext>
            </a:extLst>
          </p:cNvPr>
          <p:cNvSpPr txBox="1"/>
          <p:nvPr/>
        </p:nvSpPr>
        <p:spPr>
          <a:xfrm>
            <a:off x="457200" y="1446018"/>
            <a:ext cx="102767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The first-class children pay, on average $151, which is 6 times higher than third-class children, who pay, on average $23. And yet, the company failed to ensure their safety.</a:t>
            </a:r>
          </a:p>
          <a:p>
            <a:endParaRPr lang="en-US" sz="3000" dirty="0"/>
          </a:p>
          <a:p>
            <a:r>
              <a:rPr lang="en-US" sz="3000" dirty="0"/>
              <a:t>Business proposal to  </a:t>
            </a:r>
          </a:p>
          <a:p>
            <a:pPr marL="514350" indent="-514350">
              <a:buAutoNum type="arabicPeriod"/>
            </a:pPr>
            <a:r>
              <a:rPr lang="en-US" sz="3000" dirty="0"/>
              <a:t>Improve the overall survival percentage for all children.</a:t>
            </a:r>
          </a:p>
        </p:txBody>
      </p:sp>
    </p:spTree>
    <p:extLst>
      <p:ext uri="{BB962C8B-B14F-4D97-AF65-F5344CB8AC3E}">
        <p14:creationId xmlns:p14="http://schemas.microsoft.com/office/powerpoint/2010/main" val="38261560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B1B2-E83F-13BD-4073-1EF81365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9A492B-2AE6-9394-3807-CEFF1908B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12E7F-C49A-D7A4-7AA7-8B1D30640E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3429000"/>
            <a:ext cx="11266713" cy="2569029"/>
          </a:xfrm>
        </p:spPr>
        <p:txBody>
          <a:bodyPr/>
          <a:lstStyle/>
          <a:p>
            <a:pPr algn="ctr"/>
            <a:r>
              <a:rPr lang="en-US" sz="5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Consulting Firms Make Complex Topics Simple</a:t>
            </a:r>
            <a:r>
              <a:rPr lang="en-US" sz="5000" dirty="0"/>
              <a:t> </a:t>
            </a:r>
          </a:p>
          <a:p>
            <a:pPr algn="ctr"/>
            <a:r>
              <a:rPr lang="en-US" sz="5000" dirty="0"/>
              <a:t>Analyst Academy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771D09-FC4B-6977-8000-FEB8AD71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81D3D-FBF7-3684-7259-3AEA715E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5985B-B20A-2B45-A802-1619D78E1BCA}"/>
              </a:ext>
            </a:extLst>
          </p:cNvPr>
          <p:cNvSpPr txBox="1"/>
          <p:nvPr/>
        </p:nvSpPr>
        <p:spPr>
          <a:xfrm>
            <a:off x="1581435" y="1589250"/>
            <a:ext cx="8354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500" dirty="0"/>
              <a:t>Watch this video for inspiration (as needed)</a:t>
            </a:r>
          </a:p>
        </p:txBody>
      </p:sp>
    </p:spTree>
    <p:extLst>
      <p:ext uri="{BB962C8B-B14F-4D97-AF65-F5344CB8AC3E}">
        <p14:creationId xmlns:p14="http://schemas.microsoft.com/office/powerpoint/2010/main" val="15707200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5879B8-7AC4-B8AA-C45A-82528683D7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Some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224E8-01C9-791A-8FC0-73E23A88B5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 err="1"/>
              <a:t>Huggingface</a:t>
            </a:r>
            <a:r>
              <a:rPr lang="en-US" sz="2500" dirty="0"/>
              <a:t>: </a:t>
            </a:r>
            <a:r>
              <a:rPr lang="en-US" sz="2500" dirty="0">
                <a:hlinkClick r:id="rId2"/>
              </a:rPr>
              <a:t>https://huggingface.co/docs/datasets/en/index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Kaggle</a:t>
            </a:r>
            <a:r>
              <a:rPr lang="en-US" sz="2500" dirty="0"/>
              <a:t>: </a:t>
            </a:r>
            <a:r>
              <a:rPr lang="en-US" sz="2500" dirty="0">
                <a:hlinkClick r:id="rId3"/>
              </a:rPr>
              <a:t>https://www.kaggle.com/datasets</a:t>
            </a:r>
            <a:r>
              <a:rPr lang="en-US" sz="2500" dirty="0"/>
              <a:t> (Here you will also easily find code/notebooks from others, but be careful when using someone else's code - it might take more time to debug than write your own) 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UCI</a:t>
            </a:r>
            <a:r>
              <a:rPr lang="en-US" sz="2500" dirty="0"/>
              <a:t>: </a:t>
            </a:r>
            <a:r>
              <a:rPr lang="en-US" sz="2500" dirty="0">
                <a:hlinkClick r:id="rId4"/>
              </a:rPr>
              <a:t>https://archive.ics.uci.edu/datasets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Papers with code</a:t>
            </a:r>
            <a:r>
              <a:rPr lang="en-US" sz="2500" dirty="0"/>
              <a:t>: </a:t>
            </a:r>
            <a:r>
              <a:rPr lang="en-US" sz="2500" dirty="0">
                <a:hlinkClick r:id="rId5"/>
              </a:rPr>
              <a:t>https://paperswithcode.com/datasets</a:t>
            </a:r>
            <a:r>
              <a:rPr lang="en-US" sz="2500" dirty="0"/>
              <a:t> (this one is great if you want to read the research that's been done on the particular dataset)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811BC-5BA2-81C6-1EEB-C630129F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Data 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B28C8-C8B1-749A-DBE8-739C4ABB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722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5C87-61BA-F90B-5419-6DA1FB34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ood human figure">
            <a:extLst>
              <a:ext uri="{FF2B5EF4-FFF2-40B4-BE49-F238E27FC236}">
                <a16:creationId xmlns:a16="http://schemas.microsoft.com/office/drawing/2014/main" id="{9E5C0A58-9486-DB4A-2C81-A2AAD36F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CCB4B7E-CBB1-C8FC-161A-A6A6D7E8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051" y="822723"/>
            <a:ext cx="7712773" cy="1401419"/>
          </a:xfrm>
        </p:spPr>
        <p:txBody>
          <a:bodyPr anchor="ctr">
            <a:normAutofit/>
          </a:bodyPr>
          <a:lstStyle/>
          <a:p>
            <a:r>
              <a:rPr lang="en-US" dirty="0"/>
              <a:t>Questions?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159085-98DE-4758-CF7F-4AE365172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972" y="6085510"/>
            <a:ext cx="11266714" cy="44926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CF0895E6-1D03-C96C-7398-7C40FB8E47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4663" y="6290433"/>
            <a:ext cx="110013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625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7C3462-72CF-1989-9C42-D34D0CC1EB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454099-DF82-7DD5-269B-5A61AF65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Game on… Final round!!!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39742-6D25-BE28-9B60-B8005276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CFC16C-F108-0BD0-9F4B-2BFEABEE7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37" y="1433705"/>
            <a:ext cx="2385063" cy="7618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672EFE-27DB-8042-E2E6-5202B9C7F066}"/>
              </a:ext>
            </a:extLst>
          </p:cNvPr>
          <p:cNvSpPr txBox="1"/>
          <p:nvPr/>
        </p:nvSpPr>
        <p:spPr>
          <a:xfrm>
            <a:off x="925065" y="2441448"/>
            <a:ext cx="7697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Go to </a:t>
            </a:r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https://kahoot.it/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or open the Kahoot mobile app and tap </a:t>
            </a:r>
            <a:r>
              <a:rPr lang="en-US" b="1" dirty="0"/>
              <a:t>Join</a:t>
            </a:r>
          </a:p>
          <a:p>
            <a:pPr marL="342900" indent="-342900">
              <a:buAutoNum type="arabicPeriod"/>
            </a:pPr>
            <a:r>
              <a:rPr lang="en-US" b="1" dirty="0"/>
              <a:t>Enter </a:t>
            </a:r>
            <a:r>
              <a:rPr lang="en-US" dirty="0"/>
              <a:t>the game </a:t>
            </a:r>
            <a:r>
              <a:rPr lang="en-US" b="1" dirty="0"/>
              <a:t>PIN</a:t>
            </a:r>
          </a:p>
          <a:p>
            <a:pPr marL="342900" indent="-342900">
              <a:buAutoNum type="arabicPeriod"/>
            </a:pPr>
            <a:r>
              <a:rPr lang="en-US" b="1" dirty="0"/>
              <a:t>Enter your name and join</a:t>
            </a:r>
          </a:p>
          <a:p>
            <a:pPr marL="342900" indent="-342900">
              <a:buAutoNum type="arabicPeriod"/>
            </a:pPr>
            <a:endParaRPr lang="en-US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34710E-D457-8B2C-B167-C339A3E34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306" y="2976745"/>
            <a:ext cx="7009654" cy="337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921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7F8518-0786-4241-9955-5A8DAADF5A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schemas.openxmlformats.org/package/2006/metadata/core-properties"/>
    <ds:schemaRef ds:uri="d6656b4d-3fa0-4709-acfb-d5e813445d1e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37af3f4b-4b66-46f9-8456-831d9bc3e73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MGMT_lecture_RobE</Template>
  <TotalTime>5568</TotalTime>
  <Words>2052</Words>
  <Application>Microsoft Macintosh PowerPoint</Application>
  <PresentationFormat>Widescreen</PresentationFormat>
  <Paragraphs>341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1" baseType="lpstr">
      <vt:lpstr>Wingdings</vt:lpstr>
      <vt:lpstr>Franklin Gothic Medium</vt:lpstr>
      <vt:lpstr>Franklin Gothic Medium Cond</vt:lpstr>
      <vt:lpstr>Franklin Gothic Book</vt:lpstr>
      <vt:lpstr>Acumin Pro Semibold</vt:lpstr>
      <vt:lpstr>Acumin Pro</vt:lpstr>
      <vt:lpstr>Acumin Pro Condensed Semibold</vt:lpstr>
      <vt:lpstr>Arial</vt:lpstr>
      <vt:lpstr>Acumin Pro Medium</vt:lpstr>
      <vt:lpstr>Calibri</vt:lpstr>
      <vt:lpstr>Office Theme</vt:lpstr>
      <vt:lpstr>MGMT590 - Visual Analytics</vt:lpstr>
      <vt:lpstr>Today’s Agenda</vt:lpstr>
      <vt:lpstr>Special Graph “Show and tell”</vt:lpstr>
      <vt:lpstr>Assignment 1</vt:lpstr>
      <vt:lpstr>Data Engineering</vt:lpstr>
      <vt:lpstr>Data Engineering</vt:lpstr>
      <vt:lpstr>Data Engineering</vt:lpstr>
      <vt:lpstr>Data Engineering</vt:lpstr>
      <vt:lpstr>Data Engineering</vt:lpstr>
      <vt:lpstr>Data Engineering</vt:lpstr>
      <vt:lpstr>Data Engineering</vt:lpstr>
      <vt:lpstr>Analytics and Data Engineering</vt:lpstr>
      <vt:lpstr>Insights from your classmates</vt:lpstr>
      <vt:lpstr>Insights from your classmates</vt:lpstr>
      <vt:lpstr>Recommendations from your classmates</vt:lpstr>
      <vt:lpstr>Recommendations from your classmates</vt:lpstr>
      <vt:lpstr>Recommendations from your classmates</vt:lpstr>
      <vt:lpstr>Hands-on Practice</vt:lpstr>
      <vt:lpstr>Visual Analytics: Unsupervised ML on Structured Data</vt:lpstr>
      <vt:lpstr>Spotify</vt:lpstr>
      <vt:lpstr>Quick Detour: Embeddings and beyond</vt:lpstr>
      <vt:lpstr>Where would you put the “Cow”?</vt:lpstr>
      <vt:lpstr>Some technicalities on Distance Measure</vt:lpstr>
      <vt:lpstr>Some technicalities on Distance Measure</vt:lpstr>
      <vt:lpstr>Determine how many clusters</vt:lpstr>
      <vt:lpstr>Code Demo – Clustering</vt:lpstr>
      <vt:lpstr>Questions? </vt:lpstr>
      <vt:lpstr>That’s a wrap</vt:lpstr>
      <vt:lpstr>Assignment 2</vt:lpstr>
      <vt:lpstr>Dataset</vt:lpstr>
      <vt:lpstr>Context</vt:lpstr>
      <vt:lpstr>Rajiv Chilaka</vt:lpstr>
      <vt:lpstr>Martin Scorsese</vt:lpstr>
      <vt:lpstr>Deliverables</vt:lpstr>
      <vt:lpstr>Grading Criteria</vt:lpstr>
      <vt:lpstr>Network analysis</vt:lpstr>
      <vt:lpstr>PowerPoint Presentation</vt:lpstr>
      <vt:lpstr>Team Project</vt:lpstr>
      <vt:lpstr>Team Project Description</vt:lpstr>
      <vt:lpstr>Team Project Description</vt:lpstr>
      <vt:lpstr>Ryan Buell’s famous “Killer Figure”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Common Data Sources</vt:lpstr>
      <vt:lpstr>Questions?</vt:lpstr>
      <vt:lpstr>Game on… Final round!!!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Cecilia Ying</dc:creator>
  <cp:lastModifiedBy>Ramana prabhu Sana</cp:lastModifiedBy>
  <cp:revision>268</cp:revision>
  <dcterms:created xsi:type="dcterms:W3CDTF">2025-05-19T00:14:27Z</dcterms:created>
  <dcterms:modified xsi:type="dcterms:W3CDTF">2025-09-29T15:33:55Z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  <property fmtid="{D5CDD505-2E9C-101B-9397-08002B2CF9AE}" pid="4" name="MSIP_Label_f7606f69-b0ae-4874-be30-7d43a3c7be10_Enabled">
    <vt:lpwstr>true</vt:lpwstr>
  </property>
  <property fmtid="{D5CDD505-2E9C-101B-9397-08002B2CF9AE}" pid="5" name="MSIP_Label_f7606f69-b0ae-4874-be30-7d43a3c7be10_SetDate">
    <vt:lpwstr>2025-05-19T00:14:54Z</vt:lpwstr>
  </property>
  <property fmtid="{D5CDD505-2E9C-101B-9397-08002B2CF9AE}" pid="6" name="MSIP_Label_f7606f69-b0ae-4874-be30-7d43a3c7be10_Method">
    <vt:lpwstr>Standard</vt:lpwstr>
  </property>
  <property fmtid="{D5CDD505-2E9C-101B-9397-08002B2CF9AE}" pid="7" name="MSIP_Label_f7606f69-b0ae-4874-be30-7d43a3c7be10_Name">
    <vt:lpwstr>defa4170-0d19-0005-0001-bc88714345d2</vt:lpwstr>
  </property>
  <property fmtid="{D5CDD505-2E9C-101B-9397-08002B2CF9AE}" pid="8" name="MSIP_Label_f7606f69-b0ae-4874-be30-7d43a3c7be10_SiteId">
    <vt:lpwstr>4130bd39-7c53-419c-b1e5-8758d6d63f21</vt:lpwstr>
  </property>
  <property fmtid="{D5CDD505-2E9C-101B-9397-08002B2CF9AE}" pid="9" name="MSIP_Label_f7606f69-b0ae-4874-be30-7d43a3c7be10_ActionId">
    <vt:lpwstr>999e95f5-5fe3-43c1-9d56-8c2627af7790</vt:lpwstr>
  </property>
  <property fmtid="{D5CDD505-2E9C-101B-9397-08002B2CF9AE}" pid="10" name="MSIP_Label_f7606f69-b0ae-4874-be30-7d43a3c7be10_ContentBits">
    <vt:lpwstr>0</vt:lpwstr>
  </property>
  <property fmtid="{D5CDD505-2E9C-101B-9397-08002B2CF9AE}" pid="11" name="MSIP_Label_f7606f69-b0ae-4874-be30-7d43a3c7be10_Tag">
    <vt:lpwstr>10, 3, 0, 1</vt:lpwstr>
  </property>
</Properties>
</file>