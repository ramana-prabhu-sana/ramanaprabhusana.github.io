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3.xml" ContentType="application/vnd.openxmlformats-officedocument.presentationml.notesSlide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notesSlides/notesSlide4.xml" ContentType="application/vnd.openxmlformats-officedocument.presentationml.notesSlide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notesSlides/notesSlide5.xml" ContentType="application/vnd.openxmlformats-officedocument.presentationml.notesSlide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4"/>
  </p:sldMasterIdLst>
  <p:notesMasterIdLst>
    <p:notesMasterId r:id="rId57"/>
  </p:notesMasterIdLst>
  <p:sldIdLst>
    <p:sldId id="267" r:id="rId5"/>
    <p:sldId id="452" r:id="rId6"/>
    <p:sldId id="453" r:id="rId7"/>
    <p:sldId id="539" r:id="rId8"/>
    <p:sldId id="547" r:id="rId9"/>
    <p:sldId id="548" r:id="rId10"/>
    <p:sldId id="549" r:id="rId11"/>
    <p:sldId id="550" r:id="rId12"/>
    <p:sldId id="561" r:id="rId13"/>
    <p:sldId id="563" r:id="rId14"/>
    <p:sldId id="562" r:id="rId15"/>
    <p:sldId id="564" r:id="rId16"/>
    <p:sldId id="565" r:id="rId17"/>
    <p:sldId id="280" r:id="rId18"/>
    <p:sldId id="533" r:id="rId19"/>
    <p:sldId id="534" r:id="rId20"/>
    <p:sldId id="527" r:id="rId21"/>
    <p:sldId id="523" r:id="rId22"/>
    <p:sldId id="526" r:id="rId23"/>
    <p:sldId id="551" r:id="rId24"/>
    <p:sldId id="552" r:id="rId25"/>
    <p:sldId id="555" r:id="rId26"/>
    <p:sldId id="553" r:id="rId27"/>
    <p:sldId id="554" r:id="rId28"/>
    <p:sldId id="556" r:id="rId29"/>
    <p:sldId id="557" r:id="rId30"/>
    <p:sldId id="558" r:id="rId31"/>
    <p:sldId id="559" r:id="rId32"/>
    <p:sldId id="560" r:id="rId33"/>
    <p:sldId id="269" r:id="rId34"/>
    <p:sldId id="509" r:id="rId35"/>
    <p:sldId id="510" r:id="rId36"/>
    <p:sldId id="511" r:id="rId37"/>
    <p:sldId id="512" r:id="rId38"/>
    <p:sldId id="513" r:id="rId39"/>
    <p:sldId id="515" r:id="rId40"/>
    <p:sldId id="516" r:id="rId41"/>
    <p:sldId id="517" r:id="rId42"/>
    <p:sldId id="514" r:id="rId43"/>
    <p:sldId id="304" r:id="rId44"/>
    <p:sldId id="456" r:id="rId45"/>
    <p:sldId id="468" r:id="rId46"/>
    <p:sldId id="457" r:id="rId47"/>
    <p:sldId id="470" r:id="rId48"/>
    <p:sldId id="476" r:id="rId49"/>
    <p:sldId id="472" r:id="rId50"/>
    <p:sldId id="480" r:id="rId51"/>
    <p:sldId id="481" r:id="rId52"/>
    <p:sldId id="477" r:id="rId53"/>
    <p:sldId id="471" r:id="rId54"/>
    <p:sldId id="329" r:id="rId55"/>
    <p:sldId id="459" r:id="rId56"/>
  </p:sldIdLst>
  <p:sldSz cx="12192000" cy="6858000"/>
  <p:notesSz cx="6858000" cy="9144000"/>
  <p:embeddedFontLst>
    <p:embeddedFont>
      <p:font typeface="Acumin Pro" panose="020B0604020202020204" charset="0"/>
      <p:regular r:id="rId58"/>
      <p:bold r:id="rId59"/>
      <p:italic r:id="rId60"/>
      <p:boldItalic r:id="rId61"/>
    </p:embeddedFont>
    <p:embeddedFont>
      <p:font typeface="Acumin Pro Condensed Semibold" panose="020B0604020202020204" charset="0"/>
      <p:regular r:id="rId62"/>
      <p:bold r:id="rId63"/>
      <p:italic r:id="rId64"/>
      <p:boldItalic r:id="rId65"/>
    </p:embeddedFont>
    <p:embeddedFont>
      <p:font typeface="Acumin Pro Medium" panose="020B0604020202020204" charset="0"/>
      <p:regular r:id="rId66"/>
      <p:italic r:id="rId67"/>
    </p:embeddedFont>
    <p:embeddedFont>
      <p:font typeface="Acumin Pro Semibold" panose="020B0604020202020204" charset="0"/>
      <p:regular r:id="rId68"/>
      <p:bold r:id="rId69"/>
      <p:italic r:id="rId70"/>
      <p:boldItalic r:id="rId71"/>
    </p:embeddedFont>
    <p:embeddedFont>
      <p:font typeface="Franklin Gothic Book" panose="020B0503020102020204" pitchFamily="34" charset="0"/>
      <p:regular r:id="rId72"/>
      <p:italic r:id="rId73"/>
    </p:embeddedFont>
    <p:embeddedFont>
      <p:font typeface="Franklin Gothic Medium" panose="020B0603020102020204" pitchFamily="34" charset="0"/>
      <p:regular r:id="rId74"/>
      <p:italic r:id="rId75"/>
    </p:embeddedFont>
    <p:embeddedFont>
      <p:font typeface="Franklin Gothic Medium Cond" panose="020B0606030402020204" pitchFamily="34" charset="0"/>
      <p:regular r:id="rId7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BF9D4ED-34DD-459C-B077-609AE9A63272}">
          <p14:sldIdLst>
            <p14:sldId id="267"/>
            <p14:sldId id="452"/>
            <p14:sldId id="453"/>
          </p14:sldIdLst>
        </p14:section>
        <p14:section name="Colab Network Graphs" id="{07FB8197-2C5C-49DF-B697-1793C8286BBF}">
          <p14:sldIdLst>
            <p14:sldId id="539"/>
            <p14:sldId id="547"/>
            <p14:sldId id="548"/>
            <p14:sldId id="549"/>
            <p14:sldId id="550"/>
            <p14:sldId id="561"/>
            <p14:sldId id="563"/>
            <p14:sldId id="562"/>
            <p14:sldId id="564"/>
            <p14:sldId id="565"/>
            <p14:sldId id="280"/>
          </p14:sldIdLst>
        </p14:section>
        <p14:section name="PowerBI" id="{546A5902-02EB-469B-BE87-4087218A5D1D}">
          <p14:sldIdLst>
            <p14:sldId id="533"/>
            <p14:sldId id="534"/>
            <p14:sldId id="527"/>
            <p14:sldId id="523"/>
            <p14:sldId id="526"/>
            <p14:sldId id="551"/>
            <p14:sldId id="552"/>
            <p14:sldId id="555"/>
            <p14:sldId id="553"/>
            <p14:sldId id="554"/>
            <p14:sldId id="556"/>
            <p14:sldId id="557"/>
            <p14:sldId id="558"/>
            <p14:sldId id="559"/>
            <p14:sldId id="560"/>
            <p14:sldId id="269"/>
          </p14:sldIdLst>
        </p14:section>
        <p14:section name="Ass2" id="{D9AB4AB8-1F17-4027-A091-0933B2698E25}">
          <p14:sldIdLst>
            <p14:sldId id="509"/>
            <p14:sldId id="510"/>
            <p14:sldId id="511"/>
            <p14:sldId id="512"/>
            <p14:sldId id="513"/>
            <p14:sldId id="515"/>
            <p14:sldId id="516"/>
            <p14:sldId id="517"/>
            <p14:sldId id="514"/>
          </p14:sldIdLst>
        </p14:section>
        <p14:section name="Group Project" id="{0190CA0E-E2AA-4B9E-94AE-3250C830C7E3}">
          <p14:sldIdLst>
            <p14:sldId id="304"/>
            <p14:sldId id="456"/>
            <p14:sldId id="468"/>
            <p14:sldId id="457"/>
            <p14:sldId id="470"/>
            <p14:sldId id="476"/>
            <p14:sldId id="472"/>
            <p14:sldId id="480"/>
            <p14:sldId id="481"/>
            <p14:sldId id="477"/>
            <p14:sldId id="471"/>
            <p14:sldId id="329"/>
            <p14:sldId id="4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D99F"/>
    <a:srgbClr val="CFB991"/>
    <a:srgbClr val="DDB9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2" autoAdjust="0"/>
    <p:restoredTop sz="80808" autoAdjust="0"/>
  </p:normalViewPr>
  <p:slideViewPr>
    <p:cSldViewPr snapToGrid="0">
      <p:cViewPr varScale="1">
        <p:scale>
          <a:sx n="99" d="100"/>
          <a:sy n="99" d="100"/>
        </p:scale>
        <p:origin x="108" y="132"/>
      </p:cViewPr>
      <p:guideLst>
        <p:guide orient="horz" pos="1080"/>
        <p:guide pos="3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font" Target="fonts/font6.fntdata"/><Relationship Id="rId68" Type="http://schemas.openxmlformats.org/officeDocument/2006/relationships/font" Target="fonts/font11.fntdata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font" Target="fonts/font1.fntdata"/><Relationship Id="rId74" Type="http://schemas.openxmlformats.org/officeDocument/2006/relationships/font" Target="fonts/font17.fntdata"/><Relationship Id="rId79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font" Target="fonts/font4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font" Target="fonts/font7.fntdata"/><Relationship Id="rId69" Type="http://schemas.openxmlformats.org/officeDocument/2006/relationships/font" Target="fonts/font12.fntdata"/><Relationship Id="rId77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font" Target="fonts/font15.fntdata"/><Relationship Id="rId80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2.fntdata"/><Relationship Id="rId67" Type="http://schemas.openxmlformats.org/officeDocument/2006/relationships/font" Target="fonts/font10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font" Target="fonts/font5.fntdata"/><Relationship Id="rId70" Type="http://schemas.openxmlformats.org/officeDocument/2006/relationships/font" Target="fonts/font13.fntdata"/><Relationship Id="rId75" Type="http://schemas.openxmlformats.org/officeDocument/2006/relationships/font" Target="fonts/font18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font" Target="fonts/font3.fntdata"/><Relationship Id="rId65" Type="http://schemas.openxmlformats.org/officeDocument/2006/relationships/font" Target="fonts/font8.fntdata"/><Relationship Id="rId73" Type="http://schemas.openxmlformats.org/officeDocument/2006/relationships/font" Target="fonts/font16.fntdata"/><Relationship Id="rId78" Type="http://schemas.openxmlformats.org/officeDocument/2006/relationships/viewProps" Target="viewProps.xml"/><Relationship Id="rId8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font" Target="fonts/font19.fntdata"/><Relationship Id="rId7" Type="http://schemas.openxmlformats.org/officeDocument/2006/relationships/slide" Target="slides/slide3.xml"/><Relationship Id="rId71" Type="http://schemas.openxmlformats.org/officeDocument/2006/relationships/font" Target="fonts/font14.fntdata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font" Target="fonts/font9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BEEE8C-F460-4EC6-948B-42F76DFC0B69}" type="doc">
      <dgm:prSet loTypeId="urn:diagrams.loki3.com/BracketList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8E55FC4C-5634-411A-BA44-E1881393EDEF}">
      <dgm:prSet phldrT="[Text]"/>
      <dgm:spPr/>
      <dgm:t>
        <a:bodyPr/>
        <a:lstStyle/>
        <a:p>
          <a:r>
            <a:rPr lang="en-US" dirty="0"/>
            <a:t>Crafting the Compelling Story (50%)</a:t>
          </a:r>
        </a:p>
      </dgm:t>
    </dgm:pt>
    <dgm:pt modelId="{DBC89A29-5B07-42B8-B7E0-F748040ECCCF}" type="parTrans" cxnId="{FB688E3F-48DE-4E92-9113-9F910A1C6E36}">
      <dgm:prSet/>
      <dgm:spPr/>
      <dgm:t>
        <a:bodyPr/>
        <a:lstStyle/>
        <a:p>
          <a:endParaRPr lang="en-US"/>
        </a:p>
      </dgm:t>
    </dgm:pt>
    <dgm:pt modelId="{DB3BD554-8DE8-456E-857E-00974F4E86A8}" type="sibTrans" cxnId="{FB688E3F-48DE-4E92-9113-9F910A1C6E36}">
      <dgm:prSet/>
      <dgm:spPr/>
      <dgm:t>
        <a:bodyPr/>
        <a:lstStyle/>
        <a:p>
          <a:endParaRPr lang="en-US"/>
        </a:p>
      </dgm:t>
    </dgm:pt>
    <dgm:pt modelId="{AA72A656-C32B-4BC0-85ED-03603935A70D}">
      <dgm:prSet phldrT="[Text]"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dirty="0"/>
            <a:t>Depth and relevance of insights drawn from the data analysis</a:t>
          </a:r>
        </a:p>
      </dgm:t>
    </dgm:pt>
    <dgm:pt modelId="{39D79BB8-5D9E-43E1-BF6E-026867E09AAF}" type="parTrans" cxnId="{D2ACA50B-2B61-4893-937D-6DE42C60B3B8}">
      <dgm:prSet/>
      <dgm:spPr/>
      <dgm:t>
        <a:bodyPr/>
        <a:lstStyle/>
        <a:p>
          <a:endParaRPr lang="en-US"/>
        </a:p>
      </dgm:t>
    </dgm:pt>
    <dgm:pt modelId="{F72B3D69-5A02-4BF3-9745-7A9985DC855D}" type="sibTrans" cxnId="{D2ACA50B-2B61-4893-937D-6DE42C60B3B8}">
      <dgm:prSet/>
      <dgm:spPr/>
      <dgm:t>
        <a:bodyPr/>
        <a:lstStyle/>
        <a:p>
          <a:endParaRPr lang="en-US"/>
        </a:p>
      </dgm:t>
    </dgm:pt>
    <dgm:pt modelId="{485137B7-57A5-4A2D-BE93-B11D8422C2B3}">
      <dgm:prSet phldrT="[Text]"/>
      <dgm:spPr/>
      <dgm:t>
        <a:bodyPr/>
        <a:lstStyle/>
        <a:p>
          <a:r>
            <a:rPr lang="en-US" dirty="0"/>
            <a:t>Articulating the Compelling Story (50%)</a:t>
          </a:r>
        </a:p>
      </dgm:t>
    </dgm:pt>
    <dgm:pt modelId="{CC27110B-6BBC-4107-B2E4-B050AEBBF183}" type="parTrans" cxnId="{9BDF7E95-370C-409F-8BFF-85F4C6A81C63}">
      <dgm:prSet/>
      <dgm:spPr/>
      <dgm:t>
        <a:bodyPr/>
        <a:lstStyle/>
        <a:p>
          <a:endParaRPr lang="en-US"/>
        </a:p>
      </dgm:t>
    </dgm:pt>
    <dgm:pt modelId="{F86A5FD2-FA68-4E0D-B3DA-BAB273DD7995}" type="sibTrans" cxnId="{9BDF7E95-370C-409F-8BFF-85F4C6A81C63}">
      <dgm:prSet/>
      <dgm:spPr/>
      <dgm:t>
        <a:bodyPr/>
        <a:lstStyle/>
        <a:p>
          <a:endParaRPr lang="en-US"/>
        </a:p>
      </dgm:t>
    </dgm:pt>
    <dgm:pt modelId="{E140779B-5534-4D1F-A4BC-48C5A337E786}">
      <dgm:prSet phldrT="[Text]"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dirty="0"/>
            <a:t>Clarity, coherence, and organization of the executive summary</a:t>
          </a:r>
        </a:p>
      </dgm:t>
    </dgm:pt>
    <dgm:pt modelId="{EABD9B38-D890-413F-90EF-39248C8A0F29}" type="parTrans" cxnId="{B40C7F0E-3F68-460C-9A59-A67FBBAE85D4}">
      <dgm:prSet/>
      <dgm:spPr/>
      <dgm:t>
        <a:bodyPr/>
        <a:lstStyle/>
        <a:p>
          <a:endParaRPr lang="en-US"/>
        </a:p>
      </dgm:t>
    </dgm:pt>
    <dgm:pt modelId="{7EA8082F-7993-4AD6-A692-D92E9D0980F3}" type="sibTrans" cxnId="{B40C7F0E-3F68-460C-9A59-A67FBBAE85D4}">
      <dgm:prSet/>
      <dgm:spPr/>
      <dgm:t>
        <a:bodyPr/>
        <a:lstStyle/>
        <a:p>
          <a:endParaRPr lang="en-US"/>
        </a:p>
      </dgm:t>
    </dgm:pt>
    <dgm:pt modelId="{86847064-EA1A-45BB-AFD7-56E23E2783E3}">
      <dgm:prSet phldrT="[Text]"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dirty="0"/>
            <a:t>Effectiveness of recommendations for countering GenAI threats</a:t>
          </a:r>
        </a:p>
      </dgm:t>
    </dgm:pt>
    <dgm:pt modelId="{C4EAF8C5-1F6B-4210-A1FE-6239CBAB6CCF}" type="parTrans" cxnId="{95318B59-180E-48B4-B80F-0E5909415A6B}">
      <dgm:prSet/>
      <dgm:spPr/>
      <dgm:t>
        <a:bodyPr/>
        <a:lstStyle/>
        <a:p>
          <a:endParaRPr lang="en-US"/>
        </a:p>
      </dgm:t>
    </dgm:pt>
    <dgm:pt modelId="{70EE8977-FE33-4BA9-BB48-57A6961A4248}" type="sibTrans" cxnId="{95318B59-180E-48B4-B80F-0E5909415A6B}">
      <dgm:prSet/>
      <dgm:spPr/>
      <dgm:t>
        <a:bodyPr/>
        <a:lstStyle/>
        <a:p>
          <a:endParaRPr lang="en-US"/>
        </a:p>
      </dgm:t>
    </dgm:pt>
    <dgm:pt modelId="{2DBF707B-247D-4D1B-9CE5-8EDF19E60B2D}">
      <dgm:prSet phldrT="[Text]"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dirty="0"/>
            <a:t>Originality and creativity of the approach</a:t>
          </a:r>
        </a:p>
      </dgm:t>
    </dgm:pt>
    <dgm:pt modelId="{AB6B28EA-DB23-4CC1-9C8B-B9E0477967B0}" type="parTrans" cxnId="{1515A8E1-3345-45E9-A473-54FC5D290A94}">
      <dgm:prSet/>
      <dgm:spPr/>
      <dgm:t>
        <a:bodyPr/>
        <a:lstStyle/>
        <a:p>
          <a:endParaRPr lang="en-US"/>
        </a:p>
      </dgm:t>
    </dgm:pt>
    <dgm:pt modelId="{47042F0B-3FF3-4729-A1EB-26843C4A5279}" type="sibTrans" cxnId="{1515A8E1-3345-45E9-A473-54FC5D290A94}">
      <dgm:prSet/>
      <dgm:spPr/>
      <dgm:t>
        <a:bodyPr/>
        <a:lstStyle/>
        <a:p>
          <a:endParaRPr lang="en-US"/>
        </a:p>
      </dgm:t>
    </dgm:pt>
    <dgm:pt modelId="{E299730D-3461-4A7D-8571-575EA259D66C}">
      <dgm:prSet phldrT="[Text]"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dirty="0"/>
            <a:t>Ability to identify and leverage key relationships, trends and patterns in the data</a:t>
          </a:r>
        </a:p>
      </dgm:t>
    </dgm:pt>
    <dgm:pt modelId="{D7806ACF-2E09-4425-8C56-1AD747EF3EAB}" type="parTrans" cxnId="{BA1B2FF8-5134-4CB1-A47C-7D998AB49A96}">
      <dgm:prSet/>
      <dgm:spPr/>
      <dgm:t>
        <a:bodyPr/>
        <a:lstStyle/>
        <a:p>
          <a:endParaRPr lang="en-US"/>
        </a:p>
      </dgm:t>
    </dgm:pt>
    <dgm:pt modelId="{6834A353-C398-4B21-9192-3433D9218AFE}" type="sibTrans" cxnId="{BA1B2FF8-5134-4CB1-A47C-7D998AB49A96}">
      <dgm:prSet/>
      <dgm:spPr/>
      <dgm:t>
        <a:bodyPr/>
        <a:lstStyle/>
        <a:p>
          <a:endParaRPr lang="en-US"/>
        </a:p>
      </dgm:t>
    </dgm:pt>
    <dgm:pt modelId="{CEF2AF6E-5101-4181-BE77-2296F66B83F1}">
      <dgm:prSet phldrT="[Text]"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dirty="0"/>
            <a:t>Use of effective visualizations to support findings and recommendations</a:t>
          </a:r>
        </a:p>
      </dgm:t>
    </dgm:pt>
    <dgm:pt modelId="{A8790C5A-7235-40A6-BCEF-E34748985B08}" type="parTrans" cxnId="{8BFAD232-61B0-47C3-BBB1-058B56B77A03}">
      <dgm:prSet/>
      <dgm:spPr/>
      <dgm:t>
        <a:bodyPr/>
        <a:lstStyle/>
        <a:p>
          <a:endParaRPr lang="en-US"/>
        </a:p>
      </dgm:t>
    </dgm:pt>
    <dgm:pt modelId="{93C38D59-F21E-4FDB-AD52-6B69ACFD6AFB}" type="sibTrans" cxnId="{8BFAD232-61B0-47C3-BBB1-058B56B77A03}">
      <dgm:prSet/>
      <dgm:spPr/>
      <dgm:t>
        <a:bodyPr/>
        <a:lstStyle/>
        <a:p>
          <a:endParaRPr lang="en-US"/>
        </a:p>
      </dgm:t>
    </dgm:pt>
    <dgm:pt modelId="{F55DAAD3-0C0E-45AD-AF7D-8EF24ABE8407}">
      <dgm:prSet phldrT="[Text]"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dirty="0"/>
            <a:t>Ability to communicate complex ideas and insights in a clear and concise manner</a:t>
          </a:r>
        </a:p>
      </dgm:t>
    </dgm:pt>
    <dgm:pt modelId="{5D88466D-4B78-4CFC-945B-53A9AA65D2DB}" type="parTrans" cxnId="{D6B1FF86-0296-4BA3-AFB8-C836C95FE3C5}">
      <dgm:prSet/>
      <dgm:spPr/>
      <dgm:t>
        <a:bodyPr/>
        <a:lstStyle/>
        <a:p>
          <a:endParaRPr lang="en-US"/>
        </a:p>
      </dgm:t>
    </dgm:pt>
    <dgm:pt modelId="{A27DFC4B-A2AD-4B19-AFC1-C6707E90CD51}" type="sibTrans" cxnId="{D6B1FF86-0296-4BA3-AFB8-C836C95FE3C5}">
      <dgm:prSet/>
      <dgm:spPr/>
      <dgm:t>
        <a:bodyPr/>
        <a:lstStyle/>
        <a:p>
          <a:endParaRPr lang="en-US"/>
        </a:p>
      </dgm:t>
    </dgm:pt>
    <dgm:pt modelId="{680EC471-FA92-4B00-93AA-1E1C9C4A82E6}" type="pres">
      <dgm:prSet presAssocID="{6DBEEE8C-F460-4EC6-948B-42F76DFC0B69}" presName="Name0" presStyleCnt="0">
        <dgm:presLayoutVars>
          <dgm:dir/>
          <dgm:animLvl val="lvl"/>
          <dgm:resizeHandles val="exact"/>
        </dgm:presLayoutVars>
      </dgm:prSet>
      <dgm:spPr/>
    </dgm:pt>
    <dgm:pt modelId="{941E8AB1-2C94-43E0-9C22-FDA17C0574C8}" type="pres">
      <dgm:prSet presAssocID="{8E55FC4C-5634-411A-BA44-E1881393EDEF}" presName="linNode" presStyleCnt="0"/>
      <dgm:spPr/>
    </dgm:pt>
    <dgm:pt modelId="{FBF6E5E8-E81E-4B60-805B-2FCCD741304C}" type="pres">
      <dgm:prSet presAssocID="{8E55FC4C-5634-411A-BA44-E1881393EDEF}" presName="parTx" presStyleLbl="revTx" presStyleIdx="0" presStyleCnt="2">
        <dgm:presLayoutVars>
          <dgm:chMax val="1"/>
          <dgm:bulletEnabled val="1"/>
        </dgm:presLayoutVars>
      </dgm:prSet>
      <dgm:spPr/>
    </dgm:pt>
    <dgm:pt modelId="{7ED151F3-7AE3-4BCE-A19C-9F0A5F9D9773}" type="pres">
      <dgm:prSet presAssocID="{8E55FC4C-5634-411A-BA44-E1881393EDEF}" presName="bracket" presStyleLbl="parChTrans1D1" presStyleIdx="0" presStyleCnt="2"/>
      <dgm:spPr/>
    </dgm:pt>
    <dgm:pt modelId="{E758D229-0FFF-444D-B80F-1916A491AA07}" type="pres">
      <dgm:prSet presAssocID="{8E55FC4C-5634-411A-BA44-E1881393EDEF}" presName="spH" presStyleCnt="0"/>
      <dgm:spPr/>
    </dgm:pt>
    <dgm:pt modelId="{C8CAE565-8C0C-4C27-ADFA-8AE07D3FAC4E}" type="pres">
      <dgm:prSet presAssocID="{8E55FC4C-5634-411A-BA44-E1881393EDEF}" presName="desTx" presStyleLbl="node1" presStyleIdx="0" presStyleCnt="2" custScaleX="131290">
        <dgm:presLayoutVars>
          <dgm:bulletEnabled val="1"/>
        </dgm:presLayoutVars>
      </dgm:prSet>
      <dgm:spPr/>
    </dgm:pt>
    <dgm:pt modelId="{35EB3566-33A7-4C92-9EC2-3C8364A7D1D3}" type="pres">
      <dgm:prSet presAssocID="{DB3BD554-8DE8-456E-857E-00974F4E86A8}" presName="spV" presStyleCnt="0"/>
      <dgm:spPr/>
    </dgm:pt>
    <dgm:pt modelId="{BE3BE316-EDDD-4F4B-8020-F4D96881509A}" type="pres">
      <dgm:prSet presAssocID="{485137B7-57A5-4A2D-BE93-B11D8422C2B3}" presName="linNode" presStyleCnt="0"/>
      <dgm:spPr/>
    </dgm:pt>
    <dgm:pt modelId="{05F093D8-3863-4634-8DAE-B74F8899AC2F}" type="pres">
      <dgm:prSet presAssocID="{485137B7-57A5-4A2D-BE93-B11D8422C2B3}" presName="parTx" presStyleLbl="revTx" presStyleIdx="1" presStyleCnt="2">
        <dgm:presLayoutVars>
          <dgm:chMax val="1"/>
          <dgm:bulletEnabled val="1"/>
        </dgm:presLayoutVars>
      </dgm:prSet>
      <dgm:spPr/>
    </dgm:pt>
    <dgm:pt modelId="{7BEF4F51-DD8D-470E-8568-A9E145D04396}" type="pres">
      <dgm:prSet presAssocID="{485137B7-57A5-4A2D-BE93-B11D8422C2B3}" presName="bracket" presStyleLbl="parChTrans1D1" presStyleIdx="1" presStyleCnt="2"/>
      <dgm:spPr/>
    </dgm:pt>
    <dgm:pt modelId="{C06FE857-84B1-480D-A779-77AE8E619587}" type="pres">
      <dgm:prSet presAssocID="{485137B7-57A5-4A2D-BE93-B11D8422C2B3}" presName="spH" presStyleCnt="0"/>
      <dgm:spPr/>
    </dgm:pt>
    <dgm:pt modelId="{F2A15066-A464-4434-BEE1-EE98D4AA2F69}" type="pres">
      <dgm:prSet presAssocID="{485137B7-57A5-4A2D-BE93-B11D8422C2B3}" presName="desTx" presStyleLbl="node1" presStyleIdx="1" presStyleCnt="2" custScaleX="131290">
        <dgm:presLayoutVars>
          <dgm:bulletEnabled val="1"/>
        </dgm:presLayoutVars>
      </dgm:prSet>
      <dgm:spPr/>
    </dgm:pt>
  </dgm:ptLst>
  <dgm:cxnLst>
    <dgm:cxn modelId="{08C87402-410E-4B41-B80C-8181D435C53D}" type="presOf" srcId="{8E55FC4C-5634-411A-BA44-E1881393EDEF}" destId="{FBF6E5E8-E81E-4B60-805B-2FCCD741304C}" srcOrd="0" destOrd="0" presId="urn:diagrams.loki3.com/BracketList"/>
    <dgm:cxn modelId="{D2ACA50B-2B61-4893-937D-6DE42C60B3B8}" srcId="{8E55FC4C-5634-411A-BA44-E1881393EDEF}" destId="{AA72A656-C32B-4BC0-85ED-03603935A70D}" srcOrd="0" destOrd="0" parTransId="{39D79BB8-5D9E-43E1-BF6E-026867E09AAF}" sibTransId="{F72B3D69-5A02-4BF3-9745-7A9985DC855D}"/>
    <dgm:cxn modelId="{B40C7F0E-3F68-460C-9A59-A67FBBAE85D4}" srcId="{485137B7-57A5-4A2D-BE93-B11D8422C2B3}" destId="{E140779B-5534-4D1F-A4BC-48C5A337E786}" srcOrd="0" destOrd="0" parTransId="{EABD9B38-D890-413F-90EF-39248C8A0F29}" sibTransId="{7EA8082F-7993-4AD6-A692-D92E9D0980F3}"/>
    <dgm:cxn modelId="{BDED1913-E754-4674-859A-1595E939B68C}" type="presOf" srcId="{6DBEEE8C-F460-4EC6-948B-42F76DFC0B69}" destId="{680EC471-FA92-4B00-93AA-1E1C9C4A82E6}" srcOrd="0" destOrd="0" presId="urn:diagrams.loki3.com/BracketList"/>
    <dgm:cxn modelId="{BF2F8414-DC28-4132-BEA5-1C80BC95E3A5}" type="presOf" srcId="{E140779B-5534-4D1F-A4BC-48C5A337E786}" destId="{F2A15066-A464-4434-BEE1-EE98D4AA2F69}" srcOrd="0" destOrd="0" presId="urn:diagrams.loki3.com/BracketList"/>
    <dgm:cxn modelId="{0AE5431B-9ACF-4E18-A1AF-E3DB1551EEDD}" type="presOf" srcId="{F55DAAD3-0C0E-45AD-AF7D-8EF24ABE8407}" destId="{F2A15066-A464-4434-BEE1-EE98D4AA2F69}" srcOrd="0" destOrd="2" presId="urn:diagrams.loki3.com/BracketList"/>
    <dgm:cxn modelId="{8BFAD232-61B0-47C3-BBB1-058B56B77A03}" srcId="{485137B7-57A5-4A2D-BE93-B11D8422C2B3}" destId="{CEF2AF6E-5101-4181-BE77-2296F66B83F1}" srcOrd="1" destOrd="0" parTransId="{A8790C5A-7235-40A6-BCEF-E34748985B08}" sibTransId="{93C38D59-F21E-4FDB-AD52-6B69ACFD6AFB}"/>
    <dgm:cxn modelId="{C46D653A-1855-4A8F-AE6A-F1BABC7A8F2B}" type="presOf" srcId="{485137B7-57A5-4A2D-BE93-B11D8422C2B3}" destId="{05F093D8-3863-4634-8DAE-B74F8899AC2F}" srcOrd="0" destOrd="0" presId="urn:diagrams.loki3.com/BracketList"/>
    <dgm:cxn modelId="{FB688E3F-48DE-4E92-9113-9F910A1C6E36}" srcId="{6DBEEE8C-F460-4EC6-948B-42F76DFC0B69}" destId="{8E55FC4C-5634-411A-BA44-E1881393EDEF}" srcOrd="0" destOrd="0" parTransId="{DBC89A29-5B07-42B8-B7E0-F748040ECCCF}" sibTransId="{DB3BD554-8DE8-456E-857E-00974F4E86A8}"/>
    <dgm:cxn modelId="{983FE741-21EA-43BC-9E0D-7AE961A0E09B}" type="presOf" srcId="{86847064-EA1A-45BB-AFD7-56E23E2783E3}" destId="{C8CAE565-8C0C-4C27-ADFA-8AE07D3FAC4E}" srcOrd="0" destOrd="1" presId="urn:diagrams.loki3.com/BracketList"/>
    <dgm:cxn modelId="{50130643-F0CA-4F9B-BA93-EC94FD95718B}" type="presOf" srcId="{AA72A656-C32B-4BC0-85ED-03603935A70D}" destId="{C8CAE565-8C0C-4C27-ADFA-8AE07D3FAC4E}" srcOrd="0" destOrd="0" presId="urn:diagrams.loki3.com/BracketList"/>
    <dgm:cxn modelId="{6623B36A-0FBA-4662-BD98-57148777FBBE}" type="presOf" srcId="{CEF2AF6E-5101-4181-BE77-2296F66B83F1}" destId="{F2A15066-A464-4434-BEE1-EE98D4AA2F69}" srcOrd="0" destOrd="1" presId="urn:diagrams.loki3.com/BracketList"/>
    <dgm:cxn modelId="{9CAE7B73-B455-4A21-9898-9745DACEFB92}" type="presOf" srcId="{E299730D-3461-4A7D-8571-575EA259D66C}" destId="{C8CAE565-8C0C-4C27-ADFA-8AE07D3FAC4E}" srcOrd="0" destOrd="3" presId="urn:diagrams.loki3.com/BracketList"/>
    <dgm:cxn modelId="{95318B59-180E-48B4-B80F-0E5909415A6B}" srcId="{8E55FC4C-5634-411A-BA44-E1881393EDEF}" destId="{86847064-EA1A-45BB-AFD7-56E23E2783E3}" srcOrd="1" destOrd="0" parTransId="{C4EAF8C5-1F6B-4210-A1FE-6239CBAB6CCF}" sibTransId="{70EE8977-FE33-4BA9-BB48-57A6961A4248}"/>
    <dgm:cxn modelId="{D6B1FF86-0296-4BA3-AFB8-C836C95FE3C5}" srcId="{485137B7-57A5-4A2D-BE93-B11D8422C2B3}" destId="{F55DAAD3-0C0E-45AD-AF7D-8EF24ABE8407}" srcOrd="2" destOrd="0" parTransId="{5D88466D-4B78-4CFC-945B-53A9AA65D2DB}" sibTransId="{A27DFC4B-A2AD-4B19-AFC1-C6707E90CD51}"/>
    <dgm:cxn modelId="{9BDF7E95-370C-409F-8BFF-85F4C6A81C63}" srcId="{6DBEEE8C-F460-4EC6-948B-42F76DFC0B69}" destId="{485137B7-57A5-4A2D-BE93-B11D8422C2B3}" srcOrd="1" destOrd="0" parTransId="{CC27110B-6BBC-4107-B2E4-B050AEBBF183}" sibTransId="{F86A5FD2-FA68-4E0D-B3DA-BAB273DD7995}"/>
    <dgm:cxn modelId="{5B1578DF-D1AD-428B-AF6A-61AC0A35479F}" type="presOf" srcId="{2DBF707B-247D-4D1B-9CE5-8EDF19E60B2D}" destId="{C8CAE565-8C0C-4C27-ADFA-8AE07D3FAC4E}" srcOrd="0" destOrd="2" presId="urn:diagrams.loki3.com/BracketList"/>
    <dgm:cxn modelId="{1515A8E1-3345-45E9-A473-54FC5D290A94}" srcId="{8E55FC4C-5634-411A-BA44-E1881393EDEF}" destId="{2DBF707B-247D-4D1B-9CE5-8EDF19E60B2D}" srcOrd="2" destOrd="0" parTransId="{AB6B28EA-DB23-4CC1-9C8B-B9E0477967B0}" sibTransId="{47042F0B-3FF3-4729-A1EB-26843C4A5279}"/>
    <dgm:cxn modelId="{BA1B2FF8-5134-4CB1-A47C-7D998AB49A96}" srcId="{8E55FC4C-5634-411A-BA44-E1881393EDEF}" destId="{E299730D-3461-4A7D-8571-575EA259D66C}" srcOrd="3" destOrd="0" parTransId="{D7806ACF-2E09-4425-8C56-1AD747EF3EAB}" sibTransId="{6834A353-C398-4B21-9192-3433D9218AFE}"/>
    <dgm:cxn modelId="{5FE74D68-B54C-49E8-89D1-6F6028D81729}" type="presParOf" srcId="{680EC471-FA92-4B00-93AA-1E1C9C4A82E6}" destId="{941E8AB1-2C94-43E0-9C22-FDA17C0574C8}" srcOrd="0" destOrd="0" presId="urn:diagrams.loki3.com/BracketList"/>
    <dgm:cxn modelId="{39ADB287-5A80-40FF-A049-E83A0FD2E07F}" type="presParOf" srcId="{941E8AB1-2C94-43E0-9C22-FDA17C0574C8}" destId="{FBF6E5E8-E81E-4B60-805B-2FCCD741304C}" srcOrd="0" destOrd="0" presId="urn:diagrams.loki3.com/BracketList"/>
    <dgm:cxn modelId="{E81EAA69-5732-4719-9B2C-72D74EF2D794}" type="presParOf" srcId="{941E8AB1-2C94-43E0-9C22-FDA17C0574C8}" destId="{7ED151F3-7AE3-4BCE-A19C-9F0A5F9D9773}" srcOrd="1" destOrd="0" presId="urn:diagrams.loki3.com/BracketList"/>
    <dgm:cxn modelId="{A2299E1A-DA76-4AC2-A70E-CAA7AF2D604A}" type="presParOf" srcId="{941E8AB1-2C94-43E0-9C22-FDA17C0574C8}" destId="{E758D229-0FFF-444D-B80F-1916A491AA07}" srcOrd="2" destOrd="0" presId="urn:diagrams.loki3.com/BracketList"/>
    <dgm:cxn modelId="{215E7D41-2B8B-461F-8B76-E2AC077E24D4}" type="presParOf" srcId="{941E8AB1-2C94-43E0-9C22-FDA17C0574C8}" destId="{C8CAE565-8C0C-4C27-ADFA-8AE07D3FAC4E}" srcOrd="3" destOrd="0" presId="urn:diagrams.loki3.com/BracketList"/>
    <dgm:cxn modelId="{3E984741-A58D-46AE-A744-FFF45B897DF9}" type="presParOf" srcId="{680EC471-FA92-4B00-93AA-1E1C9C4A82E6}" destId="{35EB3566-33A7-4C92-9EC2-3C8364A7D1D3}" srcOrd="1" destOrd="0" presId="urn:diagrams.loki3.com/BracketList"/>
    <dgm:cxn modelId="{A95C62DD-C4ED-4B8A-A5BE-E7EFFFE323E8}" type="presParOf" srcId="{680EC471-FA92-4B00-93AA-1E1C9C4A82E6}" destId="{BE3BE316-EDDD-4F4B-8020-F4D96881509A}" srcOrd="2" destOrd="0" presId="urn:diagrams.loki3.com/BracketList"/>
    <dgm:cxn modelId="{23E651E4-30FC-4395-A01F-7111B19E6D0D}" type="presParOf" srcId="{BE3BE316-EDDD-4F4B-8020-F4D96881509A}" destId="{05F093D8-3863-4634-8DAE-B74F8899AC2F}" srcOrd="0" destOrd="0" presId="urn:diagrams.loki3.com/BracketList"/>
    <dgm:cxn modelId="{3B8B8DC3-5E9A-4EDA-B721-502270B0045C}" type="presParOf" srcId="{BE3BE316-EDDD-4F4B-8020-F4D96881509A}" destId="{7BEF4F51-DD8D-470E-8568-A9E145D04396}" srcOrd="1" destOrd="0" presId="urn:diagrams.loki3.com/BracketList"/>
    <dgm:cxn modelId="{D2B487B1-D461-4129-B469-2CD2F6B2AA0E}" type="presParOf" srcId="{BE3BE316-EDDD-4F4B-8020-F4D96881509A}" destId="{C06FE857-84B1-480D-A779-77AE8E619587}" srcOrd="2" destOrd="0" presId="urn:diagrams.loki3.com/BracketList"/>
    <dgm:cxn modelId="{5867D710-BAE3-4881-BF03-5B01D9EA613D}" type="presParOf" srcId="{BE3BE316-EDDD-4F4B-8020-F4D96881509A}" destId="{F2A15066-A464-4434-BEE1-EE98D4AA2F69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F6E5E8-E81E-4B60-805B-2FCCD741304C}">
      <dsp:nvSpPr>
        <dsp:cNvPr id="0" name=""/>
        <dsp:cNvSpPr/>
      </dsp:nvSpPr>
      <dsp:spPr>
        <a:xfrm>
          <a:off x="2248" y="923261"/>
          <a:ext cx="2256510" cy="1024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58420" rIns="163576" bIns="58420" numCol="1" spcCol="1270" anchor="ctr" anchorCtr="0">
          <a:noAutofit/>
        </a:bodyPr>
        <a:lstStyle/>
        <a:p>
          <a:pPr marL="0" lvl="0" indent="0" algn="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Crafting the Compelling Story (50%)</a:t>
          </a:r>
        </a:p>
      </dsp:txBody>
      <dsp:txXfrm>
        <a:off x="2248" y="923261"/>
        <a:ext cx="2256510" cy="1024650"/>
      </dsp:txXfrm>
    </dsp:sp>
    <dsp:sp modelId="{7ED151F3-7AE3-4BCE-A19C-9F0A5F9D9773}">
      <dsp:nvSpPr>
        <dsp:cNvPr id="0" name=""/>
        <dsp:cNvSpPr/>
      </dsp:nvSpPr>
      <dsp:spPr>
        <a:xfrm>
          <a:off x="2258758" y="378915"/>
          <a:ext cx="451302" cy="211334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CAE565-8C0C-4C27-ADFA-8AE07D3FAC4E}">
      <dsp:nvSpPr>
        <dsp:cNvPr id="0" name=""/>
        <dsp:cNvSpPr/>
      </dsp:nvSpPr>
      <dsp:spPr>
        <a:xfrm>
          <a:off x="2890581" y="378915"/>
          <a:ext cx="8058198" cy="211334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2300" kern="1200" dirty="0"/>
            <a:t>Depth and relevance of insights drawn from the data analysis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2300" kern="1200" dirty="0"/>
            <a:t>Effectiveness of recommendations for countering GenAI threats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2300" kern="1200" dirty="0"/>
            <a:t>Originality and creativity of the approach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2300" kern="1200" dirty="0"/>
            <a:t>Ability to identify and leverage key relationships, trends and patterns in the data</a:t>
          </a:r>
        </a:p>
      </dsp:txBody>
      <dsp:txXfrm>
        <a:off x="2890581" y="378915"/>
        <a:ext cx="8058198" cy="2113340"/>
      </dsp:txXfrm>
    </dsp:sp>
    <dsp:sp modelId="{05F093D8-3863-4634-8DAE-B74F8899AC2F}">
      <dsp:nvSpPr>
        <dsp:cNvPr id="0" name=""/>
        <dsp:cNvSpPr/>
      </dsp:nvSpPr>
      <dsp:spPr>
        <a:xfrm>
          <a:off x="2248" y="2959300"/>
          <a:ext cx="2256510" cy="1024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58420" rIns="163576" bIns="58420" numCol="1" spcCol="1270" anchor="ctr" anchorCtr="0">
          <a:noAutofit/>
        </a:bodyPr>
        <a:lstStyle/>
        <a:p>
          <a:pPr marL="0" lvl="0" indent="0" algn="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Articulating the Compelling Story (50%)</a:t>
          </a:r>
        </a:p>
      </dsp:txBody>
      <dsp:txXfrm>
        <a:off x="2248" y="2959300"/>
        <a:ext cx="2256510" cy="1024650"/>
      </dsp:txXfrm>
    </dsp:sp>
    <dsp:sp modelId="{7BEF4F51-DD8D-470E-8568-A9E145D04396}">
      <dsp:nvSpPr>
        <dsp:cNvPr id="0" name=""/>
        <dsp:cNvSpPr/>
      </dsp:nvSpPr>
      <dsp:spPr>
        <a:xfrm>
          <a:off x="2258758" y="2575056"/>
          <a:ext cx="451302" cy="1793137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A15066-A464-4434-BEE1-EE98D4AA2F69}">
      <dsp:nvSpPr>
        <dsp:cNvPr id="0" name=""/>
        <dsp:cNvSpPr/>
      </dsp:nvSpPr>
      <dsp:spPr>
        <a:xfrm>
          <a:off x="2890581" y="2575056"/>
          <a:ext cx="8058198" cy="179313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2300" kern="1200" dirty="0"/>
            <a:t>Clarity, coherence, and organization of the executive summary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2300" kern="1200" dirty="0"/>
            <a:t>Use of effective visualizations to support findings and recommendations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2300" kern="1200" dirty="0"/>
            <a:t>Ability to communicate complex ideas and insights in a clear and concise manner</a:t>
          </a:r>
        </a:p>
      </dsp:txBody>
      <dsp:txXfrm>
        <a:off x="2890581" y="2575056"/>
        <a:ext cx="8058198" cy="17931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02:48:54.072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2744 480 24575,'0'0'0,"-14"0"0,-12 0 0,-14-8 0,-5 0 0,-18 0 0,-9 2 0,-14 1 0,-11 2 0,-17 2 0,1 0 0,-19 1 0,-9 16 0,-9 0 0,-13 1 0,13 4 0,7-4 0,25-3 0,8 12 0,12 4 0,2-3 0,-11 3 0,-4 10 0,4-6 0,5 2 0,14-8 0,15 1 0,13 0 0,18 3 0,7 2 0,12 9 0,9 11 0,6 0 0,5 0 0,3-4 0,2 6 0,-1-4 0,1-2 0,0-4 0,-1 6 0,7-3 0,-2-39 0,-2 0 0,0-1 0,1-1 0,7 11 0,36 51 0,-28-55 0,-2 1 0,30 20 0,63 44 0,31-6 0,30 2 0,25 7 0,11 1 0,-3-14 0,-17-18 0,-27-25 0,-18-15 0,-16-11 0,-16-5 0,2-3 0,0-7 0,0 1 0,-6-6 0,1 2 0,0 2 0,-5 5 0,2 4 0,-7 2 0,27 3 0,3 0 0,-4-14 0,-1 0 0,-19 0 0,-2-6 0,-16 4 0,-6-4 0,3-12 0,-10-5 0,9-4 0,-9-16 0,-8-9 0,0-15 0,-7-13 0,3-9 0,-13-16 0,-5-12 0,-12-18 0,-9 7 0,-10 4 0,-5 15 0,-6 13 0,-4 92 0,1-1 0,-9-31 0,-14-29 0,16 65 0,1 1 0,0 1 0,-17-19 0,-37-39 0,34 49 0,-41-28 0,39 32 0,-43-21 0,-57-11 0,-12 15 0,-11 11 0,-12 10 0,-20 8 0,-15 5 0,-15 2 0,5 16 0,10 2 0,-3 6 0,18 14 0,9-5 0,18-4 0,14-1 0,20 1 0,8-6 0,21-6 0,17 2 0,71-16 0,-1 0 0,0-1 0,0 1 0,1 1 0,-9 5 0,11-7 0,1 0 0,0 1 0,0 0 0,0 0 0,0 0 0,1 0 0,-4 6 0,4-7 0,0 2 0,0-1 0,1 1 0,0 0 0,0-1 0,-2 9 0,-4 20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02:50:28.145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2851.36963"/>
      <inkml:brushProperty name="anchorY" value="1324.56226"/>
      <inkml:brushProperty name="scaleFactor" value="0.5"/>
    </inkml:brush>
  </inkml:definitions>
  <inkml:trace contextRef="#ctx0" brushRef="#br0">824 130 24575,'0'0'0,"-13"7"0,-29 3 0,-29-2 0,-22 6 0,0-1 0,7-2 0,10-3 0,21 13 0,10-2 0,15 7 0,-4 3 0,8 4 0,-1 3 0,5 2 0,-1 2 0,5 7 0,4 1 0,5 0 0,-4-2 0,2-2 0,2-1 0,3-2 0,2 6 0,2 0 0,1 0 0,1-1 0,0-3 0,1-1 0,-1-2 0,1 7 0,-1 1 0,4-46 0,-2 2 0,-1 1 0,1-1 0,-1-1 0,1 1 0,0 0 0,1 0 0,3 5 0,0-3 0,-1 0 0,0 0 0,1-1 0,13 9 0,-1-5 0,-1 0 0,27 9 0,63 25 0,39 1 0,18-7 0,16-9 0,3 6 0,12-6 0,-11-7 0,-7-14 0,-7-14 0,1-12 0,-4-18 0,5-6 0,-18-13 0,5 8 0,-18 2 0,-16 2 0,-16 4 0,-22-8 0,-1 9 0,-14 1 0,-11 1 0,-8 9 0,-14-1 0,-6-1 0,-10-1 0,-8-3 0,-6-9 0,-6-2 0,-2-2 0,-2 1 0,0-6 0,-1-6 0,-15 1 0,-23-13 0,25 58 0,2-1 0,0 1 0,-26-18 0,-85-49 0,-33-1 0,-15 13 0,-8 8 0,2 17 0,-4 14 0,20 11 0,29 10 0,14 5 0,9 11 0,19 2 0,76-6 0,0-1 0,0 1 0,-15 7 0,-38 13 0,10-2 0,0-6 0,4-5 0,5 3 0,-4-4 0,2-1 0,-5-4 0,9 6 0,4-2 0,11 6 0,10 6 0,8-1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02:50:30.661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1502.58313"/>
      <inkml:brushProperty name="anchorY" value="-61.74526"/>
      <inkml:brushProperty name="scaleFactor" value="0.5"/>
    </inkml:brush>
  </inkml:definitions>
  <inkml:trace contextRef="#ctx0" brushRef="#br0">0 1291 24575,'0'0'0,"27"-7"0,48-2 0,60 1 0,34 1 0,27 2 0,19 2 0,-18 2 0,-17 0 0,-36 1 0,-34 0 0,-29 0 0,-21 1 0,-7-1 0,-8 0 0,-3 0 0,5 0 0,14 0 0,8 0 0,31 0 0,19 0 0,18 0 0,4 0 0,-8 0 0,-5 0 0,2-7 0,13-1 0,-10 0 0,-2 1 0,-13 3 0,-20-7 0,-3 1 0,-16 1 0,-4-13 0,5 1 0,7 2 0,1 5 0,16-4 0,22 4 0,-9 3 0,-6 4 0,-17 2 0,-9-4 0,-14 0 0,-13 1 0,0 2 0,-7 2 0,4-6 0,-3 1 0,-2 0 0,-4-5 0,-2 1 0,-11-13 0,-8-6 0,-10-5 0,-7-3 0,-5-9 0,-3-9 0,-1 1 0,-8 2 0,1 39 0,3 4 0,-1-1 0,-9-13 0,3 16 0,2-1 0,-1 0 0,0 1 0,-17-12 0,-91-54 0,-41-2 0,-26 4 0,-8 0 0,2 16 0,-1 15 0,7 16 0,-7 11 0,7 10 0,14 4 0,8-3 0,13 0 0,20 0 0,9 1 0,23 1 0,11 1 0,1 1 0,12 1 0,-6 0 0,1 8 0,7 0 0,1 0 0,1-1 0,6-3 0,-9-1 0,-1-1 0,-11-1 0,-2 14 0,-7 1 0,8 0 0,3-3 0,4 4 0,9-3 0,9-3 0,2-4 0,-10 6 0,-12-2 0,4-2 0,-1-2 0,7-3 0,10-1 0,0-2 0,6 7 0,5-1 0,5 1 0,3 13 0,2 0 0,2 5 0,-7-3 0,7 3 0,2 3 0,8 3 0,8 2 0,8 3 0,6 9 0,4 1 0,3 0 0,1 0 0,0 5 0,1-2 0,-1 7 0,0-2 0,0-3 0,-1-3 0,15-4 0,-11-42 0,-2 1 0,1 0 0,0 0 0,1 0 0,-1 0 0,0-1 0,7 5 0,53 32 0,-36-31 0,46 14 0,53 9 0,19-8 0,20 10 0,5-7 0,-5-4 0,-34 0 0,-28-5 0,-33-5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02:52:34.490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3435.7998"/>
      <inkml:brushProperty name="anchorY" value="-3014.36377"/>
      <inkml:brushProperty name="scaleFactor" value="0.5"/>
    </inkml:brush>
  </inkml:definitions>
  <inkml:trace contextRef="#ctx0" brushRef="#br0">2078 6 24575,'0'0'0,"-5"0"0,-14 0 0,-22-6 0,-42 6 0,-21 0 0,-15 1 0,-9 0 0,5 1 0,6 5 0,15 11 0,7 7 0,6 4 0,-3 9 0,1 1 0,11-1 0,13-1 0,19 4 0,11-2 0,13-2 0,-2-2 0,7-1 0,5-3 0,-1-6 0,4-2 0,3 6 0,-4-4 0,3 0 0,2 1 0,-4-5 0,1 1 0,-3 0 0,1 2 0,-4 1 0,-3 8 0,-9 2 0,-4 0 0,4 0 0,1-8 0,-1-6 0,1-8 0,-1-12 0,0-4 0,-7-2 0,5-7 0,1 1 0,7-11 0,-1 3 0,7-4 0,-2 4 0,5 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02:52:35.830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87.99931"/>
      <inkml:brushProperty name="anchorY" value="-2528.22583"/>
      <inkml:brushProperty name="scaleFactor" value="0.5"/>
    </inkml:brush>
  </inkml:definitions>
  <inkml:trace contextRef="#ctx0" brushRef="#br0">269 1 24575,'0'0'0,"0"5"0,0 8 0,0 5 0,0 5 0,0 3 0,0 3 0,-6 1 0,-6 7 0,-7 0 0,-4-6 0,3-2 0,-9-2 0,5 1 0,-2-1 0,6 1 0,5 6 0,0-5 0,3 0 0,-2-1 0,2 1 0,-3-7 0,9-5 0,8-16 0,-2 0 0,1 0 0,-1 0 0,0 0 0,1 0 0,-1 0 0,1 0 0,0 0 0,-1 0 0,1 0 0,0 0 0,-1-1 0,1 1 0,0 0 0,0 0 0,-1-1 0,2 1 0,39 29 0,26 9 0,39 15 0,11 0 0,-3 4 0,-14-5 0,-8-11 0,-17-6 0,-3-5 0,-12-3 0,-10-1 0,-8-6 0,-13 6 0,-3-5 0,-9 1 0,-6-5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02:53:47.769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4846.09424"/>
      <inkml:brushProperty name="anchorY" value="-7787.65625"/>
      <inkml:brushProperty name="scaleFactor" value="0.5"/>
    </inkml:brush>
  </inkml:definitions>
  <inkml:trace contextRef="#ctx0" brushRef="#br0">1 183 24575,'0'0'0,"0"-5"0,0-8 0,6-5 0,6-5 0,12 2 0,28-8 0,23 5 0,19 4 0,25 6 0,16 5 0,4 4 0,-12 4 0,-10 0 0,-22 2 0,-21 0 0,-18 0 0,-7 0 0,-10 0 0,-4-1 0,-10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02:53:49.171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7389.29639"/>
      <inkml:brushProperty name="anchorY" value="-8880.2832"/>
      <inkml:brushProperty name="scaleFactor" value="0.5"/>
    </inkml:brush>
  </inkml:definitions>
  <inkml:trace contextRef="#ctx0" brushRef="#br0">101 0 24575,'0'0'0,"0"10"0,6 10 0,12 4 0,30 4 0,23 8 0,21-4 0,9-7 0,-9-1 0,-19-1 0,-22 2 0,-18 0 0,-30-22 0,-1 0 0,0 0 0,0 0 0,-1 0 0,1 0 0,-1 0 0,0 0 0,2 6 0,4 25 0,-7 6 0,-3 1 0,-1-2 0,0-2 0,1 9 0,-5-1 0,-5-2 0,-24 9 0,-4-3 0,-16-3 0,1-5 0,-8 3 0,4-4 0,7-9 0,6-8 0,7-2 0,5-7 0,3 1 0,-3-3 0,0-4 0,1-2 0,6 3 0,8-2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02:53:51.332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6018.82666"/>
      <inkml:brushProperty name="anchorY" value="-8658.59766"/>
      <inkml:brushProperty name="scaleFactor" value="0.5"/>
    </inkml:brush>
  </inkml:definitions>
  <inkml:trace contextRef="#ctx0" brushRef="#br0">682 249 24575,'0'0'0,"-5"5"0,-8 1 0,-5 6 0,-11-1 0,-9 4 0,-3-1 0,0 2 0,2 4 0,2-3 0,9 3 0,2 2 0,-5 13 0,0 4 0,0 12 0,-1 1 0,0 2 0,2-3 0,5 0 0,-5-4 0,7 1 0,-2-4 0,6-4 0,5-3 0,-1 2 0,4 4 0,3-1 0,3 10 0,2 4 0,2-3 0,1-5 0,0 1 0,1-5 0,-1-4 0,1-3 0,-1-4 0,0-2 0,6-1 0,24 11 0,18 0 0,28 11 0,32 17 0,13-2 0,16 0 0,1-7 0,-7-8 0,-21-13 0,-18-14 0,-14-10 0,-11-8 0,-13-4 0,3-10 0,-8-8 0,1-11 0,-4 1 0,1-4 0,-4 0 0,-3 0 0,-4 5 0,-3 1 0,-1-1 0,-8-1 0,-1 5 0,-6-8 0,6 6 0,-3-8 0,2-1 0,1-13 0,2 0 0,-4 0 0,-4 3 0,-6-3 0,1-3 0,-3 3 0,-2-15 0,-2 2 0,-2-8 0,-2-6 0,-1-6 0,0 0 0,0-9 0,-1-2 0,1 9 0,-1 0 0,1 6 0,0 10 0,0-2 0,0 9 0,0 7 0,-6 7 0,-6 5 0,-6 10 0,-16 9 0,-11-4 0,-14 4 0,-17-1 0,-21 3 0,0 5 0,9-3 0,2 3 0,15 3 0,6 2 0,11 3 0,-3-4 0,6 0 0,6 1 0,5 2 0,-1 1 0,2 1 0,3-11 0,2 1 0,2 0 0,1 2 0,1-3 0,0 3 0,7 13 0,-6 3 0,6 8 0,4 6 0,7 5 0,4 3 0,4 1 0,3 2 0,1 5 0,1-5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02:55:00.238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14656.74121"/>
      <inkml:brushProperty name="anchorY" value="-6842.52979"/>
      <inkml:brushProperty name="scaleFactor" value="0.5"/>
    </inkml:brush>
  </inkml:definitions>
  <inkml:trace contextRef="#ctx0" brushRef="#br0">1 2603 24575,'0'0'0,"0"-5"0,0-13 0,0-6 0,0-5 0,0-3 0,0-1 0,0 1 0,0 0 0,6 1 0,6-5 0,12-1 0,17-10 0,-23 35 0,-1 1 0,22-13 0,67-27 0,45-9 0,29-2 0,43-2 0,24-5 0,29 0 0,21 1-1006,33 2 1293,-2 3-430,-24 7 143,-55 13 0,-56 2 0,-51 5 0,-46 3 0,-21 8 0,-16 1 0,10-5 0,11-1 0,18-7 1006,11-1-1294,8-5 432,-2 7-144,-5 2 0,-11 2 0,5-3 0,-9 0 0,-3 6 0,-3-4 0,-7 0 0,11 1 0,0-6 0,-4 1 0,-1-6 0,5 2 0,-1 2 0,1 8 0,-7-3 0,11 1 0,0-4 0,5 0 0,6 0 0,9-4 0,-13 7 0,0 2 0,-4-3 0,1 0 0,4-4 0,9 5 0,-8 2 0,9 2 0,-11-5 0,7 1 0,-10 5 0,-9 7 0,-6 2 0,-8 5 0,-6 5 0,-12 4 0,-10 3 0,-14 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02:55:02.235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23485.44922"/>
      <inkml:brushProperty name="anchorY" value="-5509.79395"/>
      <inkml:brushProperty name="scaleFactor" value="0.5"/>
    </inkml:brush>
  </inkml:definitions>
  <inkml:trace contextRef="#ctx0" brushRef="#br0">1 1 24575,'0'0'0,"0"5"0,0 8 0,6-1 0,11-1 0,7 3 0,5-2 0,3 4 0,0 2 0,1-1 0,-1-4 0,5-4 0,-6 3 0,-1-3 0,-1-1 0,-7 8 0,0 0 0,6 3 0,14-2 0,13-4 0,19-4 0,4-3 0,0-3 0,-14 4 0,-17 5 0,-16 5 0,-14 5 0,-14-2 0,-8 3 0,-8-6 0,-7-3 0,1 6 0,-9-2 0,-2 2 0,-14 3 0,-12 2 0,-1 2 0,4 7 0,5 1 0,5-5 0,6-1 0,10-2 0,-3 0 0,0-5 0,1 0 0,-1-5 0,0 0 0,0 9 0,6 2 0,1-3 0,5 0 0,6-5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02:55:35.776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26182.1582"/>
      <inkml:brushProperty name="anchorY" value="-8967.29004"/>
      <inkml:brushProperty name="scaleFactor" value="0.5"/>
    </inkml:brush>
  </inkml:definitions>
  <inkml:trace contextRef="#ctx0" brushRef="#br0">239 359 24575,'0'0'0,"0"5"0,0 7 0,0 6 0,0 5 0,-5 4 0,-1 8 0,0 1 0,1 1 0,-5-2 0,2 0 0,-5-3 0,1-1 0,-3 0 0,1 4 0,-2-5 0,2-1 0,-2-1 0,2 0 0,4 0 0,2 1 0,-8-1 0,2 7 0,1 7 0,3-1 0,3 0 0,4-3 0,1 3 0,1-1 0,7-3 0,6-8 0,13-2 0,28 10 0,22-5 0,31-6 0,14-7 0,9-7 0,-4-5 0,-2-4 0,5-3 0,-2-1 0,-2 0 0,23-1 0,22 1 0,5 0 0,-5 1 0,2-1 0,-30 1 0,-23 0 0,-23 0 0,-18 0 0,-5 0 0,-7-6 0,2 0 0,-2 0 0,17-11 0,11 1 0,4-4 0,8 3 0,0 3 0,-15-1 0,-9 3 0,-16 2 0,-12 4 0,-5 3 0,-7 1 0,-5-10 0,3 0 0,-2-5 0,4 1 0,-2 4 0,0-3 0,-4 3 0,-1 3 0,10-4 0,-1 3 0,4-3 0,-1 1 0,-4-3 0,8 2 0,15 2 0,-1-8 0,-6 2 0,0 3 0,-8-3 0,-5 4 0,-7 3 0,-9-3 0,2 3 0,4 2 0,-5-4 0,0 3 0,4-5 0,12 3 0,1-5 0,-1 3 0,2 3 0,-9-9 0,2 2 0,-4 2 0,-1-1 0,-3 2 0,-2-2 0,0 3 0,-2-3 0,-6-3 0,6 3 0,-5-3 0,-6-2 0,-6-9 0,-4-2 0,-4-2 0,-3 0 0,-1 1 0,-1 1 0,-6 1 0,0 0 0,-5 7 0,-12-6 0,-16 1 0,-15-2 0,-8-5 0,-22-1 0,-24 7 0,-12 6 0,-7-3 0,-7 6 0,0 4 0,9 0 0,15 5 0,-2 3 0,2 3 0,-1-9 0,-8 1 0,-2 2 0,11 2 0,18 9 0,8 4 0,10 1 0,-10 0 0,4-1 0,10 0 0,-2-1 0,11-7 0,8 6 0,10-1 0,6-5 0,-7 6 0,3 0 0,-5 1 0,-8 6 0,-16 0 0,-9-1 0,5-1 0,-3-2 0,10-1 0,4-2 0,-3-6 0,9-2 0,1-11 0,1 0 0,5 2 0,1 4 0,5 3 0,-8 4 0,-2 2 0,-8 2 0,-3 1 0,-17 1 0,-12 6 0,-5 0 0,4 5 0,-9 0 0,14 4 0,7-3 0,4 10 0,13-3 0,10 3 0,17 1 0,8-3 0,11-5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02:55:37.558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27672.04492"/>
      <inkml:brushProperty name="anchorY" value="-10073.23145"/>
      <inkml:brushProperty name="scaleFactor" value="0.5"/>
    </inkml:brush>
  </inkml:definitions>
  <inkml:trace contextRef="#ctx0" brushRef="#br0">0 0 24575,'0'0'0,"0"5"0,6 8 0,6 5 0,1 5 0,3-2 0,-1 2 0,-3 1 0,2-4 0,-2 1 0,2 7 0,-1 2 0,-4 2 0,-2 0 0,-3 1 0,10-2 0,-1 0 0,-1 6 0,-2 4 0,-4 1 0,-1-1 0,3-3 0,-1 3 0,-1-2 0,-2-2 0,-1-2 0,-1-2 0,-1-1 0,-1-2 0,0-6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02:55:40.151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29179.95703"/>
      <inkml:brushProperty name="anchorY" value="-12197.97754"/>
      <inkml:brushProperty name="scaleFactor" value="0.5"/>
    </inkml:brush>
  </inkml:definitions>
  <inkml:trace contextRef="#ctx0" brushRef="#br0">0 488 24575,'0'0'0,"5"0"0,2 6 0,5 0 0,5 0 0,-1 5 0,3-2 0,-4 6 0,4-3 0,-4 4 0,2 4 0,8-4 0,-2 10 0,2-4 0,1 2 0,2-5 0,-28-21 0,1 2 0,0 0 0,0 1 0,0-1 0,1 0 0,-1 0 0,0 0 0,0 1 0,1-1 0,-1-1 0,0 1 0,0 0 0,0 0 0,1 0 0,-1-1 0,0 1 0,2-1 0,14-14 0,-5-9 0,-6-7 0,3 4 0,-2-1 0,-1-5 0,3-1 0,6 0 0,-2 0 0,11 2 0,-4 0 0,4 1 0,1 1 0,2-5 0,1-1 0,-5 1 0,0 1 0,1 1 0,-5 1 0,7 7 0,-4 1 0,-5-5 0,-4 4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3:57:06.179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566 131 24575,'0'0'0,"0"14"0,-6 5 0,-5 2 0,-11 4 0,-4 1 0,-4 12 0,-1 1 0,1 10 0,-6 4 0,-8 8 0,-1 6 0,2 6 0,3-7 0,-6-3 0,9-9 0,7-3 0,5-3 0,7-4 0,1-6 0,5-4 0,4 7 0,3-2 0,2-1 0,2 8 0,2-2 0,-1-3 0,1 1 0,0-2 0,-1 1 0,0-3 0,1 4 0,-1-4 0,5 9 0,6-3 0,0 3 0,3-9 0,10 6 0,3-8 0,-2-4 0,5-2 0,10 3 0,-4-2 0,0 1 0,-4-8 0,9-5 0,-1-3 0,-2 2 0,-2 1 0,-4-3 0,9 2 0,-1 7 0,-2-3 0,-2-4 0,-9 1 0,-2-5 0,9-4 0,0-4 0,0-2 0,-1-3 0,4 0 0,4-2 0,4 0 0,-2 1 0,-3-1 0,7-10 0,8-6 0,-3 0 0,-4 2 0,0-12 0,-6-2 0,7-3 0,-4 1 0,-9 0 0,6 1 0,-3-4 0,-2 0 0,-3 1 0,-3 2 0,-2 1 0,-1 1 0,-7 2 0,-5-11 0,4-10 0,2-1 0,-4 3 0,-3-1 0,-5 4 0,-4-1 0,3-1 0,-2 3 0,-1 3 0,-2 4 0,-2-2 0,0-3 0,-2-9 0,0 2 0,0 2 0,-6 10 0,0 4 0,-5 5 0,0 1 0,-3 7 0,-3-1 0,2-6 0,-14-1 0,-2-2 0,-12-12 0,-12-5 0,-9-21 0,-3 1 0,-5-16 0,8 6 0,-8 9 0,-1-10 0,6 9 0,0 8 0,9 0 0,8 13 0,13 12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3:57:08.090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1625.48804"/>
      <inkml:brushProperty name="anchorY" value="-1139.91833"/>
      <inkml:brushProperty name="scaleFactor" value="0.5"/>
    </inkml:brush>
  </inkml:definitions>
  <inkml:trace contextRef="#ctx0" brushRef="#br0">27 1 24575,'0'0'0,"-9"0"0,-9 0 0,34 0 0,34 0 0,37 0 0,41 0 0,7 0 0,14 0 0,-4 5 0,-12 6 0,-25 1 0,-25-2 0,-21-2 0,-18-3 0,-6-2 0,-6-1 0,-3-1 0,-3-2 0,0 1 0,-1 0 0,0-1 0,6 1 0,0 0 0,1-1 0,-1 1 0,-1 0 0,-1 0 0,-1 0 0,0 11 0,-7 5 0,5 1 0,-4 3 0,-1-4 0,2-3 0,-5-4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3:57:09.288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4580.19189"/>
      <inkml:brushProperty name="anchorY" value="-2566.2937"/>
      <inkml:brushProperty name="scaleFactor" value="0.5"/>
    </inkml:brush>
  </inkml:definitions>
  <inkml:trace contextRef="#ctx0" brushRef="#br0">277 1 24575,'0'0'0,"13"9"0,22 9 0,4 15 0,7 3 0,5 13 0,-4 0 0,-3-3 0,0-5 0,-4-5 0,-4 2 0,-3-3 0,-3-2 0,-2-7 0,-6-3 0,-7 0 0,0-6 0,-4 1 0,-4 1 0,-2 2 0,-3 7 0,-6-4 0,-7 2 0,-16-1 0,-5 1 0,-20 10 0,-6 1 0,-8 6 0,-7 3 0,6 4 0,-1-4 0,8 2 0,9-10 0,8 1 0,-3 1 0,4-2 0,3-3 0,5 3 0,7-2 0,4-7 0,6-8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3:57:40.477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12033.18652"/>
      <inkml:brushProperty name="anchorY" value="-6531.26563"/>
      <inkml:brushProperty name="scaleFactor" value="0.5"/>
    </inkml:brush>
  </inkml:definitions>
  <inkml:trace contextRef="#ctx0" brushRef="#br0">1 81 24575,'0'0'0,"4"-5"0,45-12 0,27 0 0,53 2 0,14 2 0,27 5 0,-4 2 0,3 9 0,2 7 0,-27 1 0,-30 5 0,-30 4 0,-24-3 0,-18 7 0,-1 2 0,-6 2 0,3 11 0,2 1 0,16 4 0,13 20 0,20 8 0,0-3 0,1 3 0,-1 1 0,-12 3 0,6 7 0,0 1 0,0 1 0,-10-11 0,-13-2 0,0-5 0,-15 0 0,-7 2 0,-2-3 0,-8-2 0,-8-3 0,-7-8 0,-6 2 0,-4-1 0,-3-5 0,-1-5 0,-16-1 0,-7-4 0,-4-4 0,-3-3 0,0-8 0,-4-7 0,-11-7 0,-10-5 0,-9-3 0,-2-2 0,-5-1 0,9-5 0,7-12 0,9 0 0,9 2 0,0 3 0,4-1 0,3-2 0,1-3 0,7-3 0,2 3 0,5-1 0,5-1 0,5-7 0,2-1 0,19-7 0,22-11 0,24-4 0,13 6 0,9 5 0,-6 4 0,-6 11 0,10-3 0,-10 6 0,7 6 0,5 6 0,3 4 0,-11 3 0,-6 3 0,-12 0 0,1 1 0,-9 0 0,-1 6 0,5-1 0,22 16 0,24 4 0,38 21 0,13 1 0,1 5 0,-10-3 0,-11 0 0,-4-5 0,-22-5 0,-18-10 0,-8 6 0,-5-7 0,-12-6 0,-5-2 0,-9 4 0,-2-4 0,-5-3 0,-4-6 0,-5-5 0,-1-3 0,-3-3 0,0-1 0,4 0 0,0-1 0,0 0 0,0 0 0,-1 0 0,-2 1 0,0 0 0,5 0 0,-6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3:57:41.758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18524.24609"/>
      <inkml:brushProperty name="anchorY" value="-9672.63086"/>
      <inkml:brushProperty name="scaleFactor" value="0.5"/>
    </inkml:brush>
  </inkml:definitions>
  <inkml:trace contextRef="#ctx0" brushRef="#br0">33 0 24575,'0'0'0,"0"5"0,5 12 0,12 10 0,10 5 0,5 12 0,2 7 0,0-7 0,-1 1 0,-8-4 0,4-10 0,-6-4 0,0-7 0,0-7 0,0-6 0,1-3 0,-4 2 0,0-1 0,1 4 0,-4 5 0,6-1 0,-8 3 0,-10 8 0,-10 4 0,-9-4 0,-12 0 0,-9 0 0,-3 1 0,-1 11 0,3 1 0,2 0 0,2-1 0,-2-4 0,-5 10 0,1-2 0,-3 4 0,1 8 0,8-2 0,9-10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4:13:48.004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29780.74414"/>
      <inkml:brushProperty name="anchorY" value="-25965.57031"/>
      <inkml:brushProperty name="scaleFactor" value="0.5"/>
    </inkml:brush>
  </inkml:definitions>
  <inkml:trace contextRef="#ctx0" brushRef="#br0">0 0 24575,'0'0'0,"6"0"0,23 0 0,8 0 0,4 0 0,3 7 0,-1 0 0,13 7 0,-1-1 0,-3 6 0,-3-3 0,-5-2 0,11 2 0,-3-3 0,-1-2 0,10 10 0,-3 5 0,-4-2 0,-4-4 0,-6-5 0,-18-6 0,-10-3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4:13:48.962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31973.81445"/>
      <inkml:brushProperty name="anchorY" value="-27485.80664"/>
      <inkml:brushProperty name="scaleFactor" value="0.5"/>
    </inkml:brush>
  </inkml:definitions>
  <inkml:trace contextRef="#ctx0" brushRef="#br0">1 1 24575,'0'0'0,"0"6"0,7 9 0,0 14 0,14 6 0,6 11 0,0 2 0,-5 6 0,-6-1 0,-6-3 0,-4-4 0,-3-5 0,-3-1 0,0-3 0,-16-9 0,0-14 0,-6-15 0,2-7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4:13:50.110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33315.6875"/>
      <inkml:brushProperty name="anchorY" value="-29288.7168"/>
      <inkml:brushProperty name="scaleFactor" value="0.5"/>
    </inkml:brush>
  </inkml:definitions>
  <inkml:trace contextRef="#ctx0" brushRef="#br0">1 111 24575,'0'0'0,"11"0"0,13 0 0,12 0 0,4 0 0,4 0 0,6 0 0,-1-7 0,-1 0 0,-4-7 0,-3 1 0,-9-12 0,-3 1 0,-7 4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4:02:17.393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17221.59961"/>
      <inkml:brushProperty name="anchorY" value="-9468.73047"/>
      <inkml:brushProperty name="scaleFactor" value="0.5"/>
    </inkml:brush>
  </inkml:definitions>
  <inkml:trace contextRef="#ctx0" brushRef="#br0">3347 419 24575,'0'0'0,"-4"-4"0,-13-13 0,-10 0 0,-11-4 0,-12 3 0,-6 4 0,3 4 0,-12 4 0,-5 3 0,-10 2 0,-4 1 0,-7 1 0,-6 0 0,-15 0 0,2-1 0,-13 1 0,1 9 0,-4 7 0,-8 0 0,-8 13 0,-33 8 0,-2 8 0,-2-1 0,1 13 0,5-8 0,20-5 0,15-5 0,29-11 0,21 6 0,22-7 0,18-1 0,12 10 0,2 5 0,4 10 0,2 10 0,7 2 0,-6 1 0,6-3 0,0-7 0,4-2 0,5 13 0,4 0 0,3 7 0,4-8 0,0-9 0,2 2 0,5 50 0,11 12 0,17 15 0,4-3 0,2-15 0,9-12 0,3-11 0,3-18 0,17-6 0,6-2 0,-1 0 0,13-8 0,6 3 0,1-14 0,3-1 0,12-8 0,30 1 0,2-10 0,36 3 0,5-7 0,3-8 0,-31-6 0,-27-6 0,-13-3 0,-10-3 0,-4-2 0,-8 0 0,-15-1 0,-16 1 0,-8 0 0,-1-10 0,-8-6 0,-4 0 0,42-13 0,2 2 0,-3-1 0,5-11 0,-1 1 0,3-10 0,-2-9 0,0-8 0,7-12 0,-11 12 0,-9-3 0,-2-6 0,-7-2 0,0-2 0,2-8 0,-13 0 0,3-5 0,-14 0 0,-13-3 0,-5-8 0,-10-4 0,-6 3 0,-6 0 0,-3-1 0,-2 6 0,-2-1 0,1 0 0,-11-8 0,-1 10 0,-4-7 0,-14 0 0,-9-7 0,-1 16 0,0 15 0,8 19 0,-44-35 0,1 16 0,2 12 0,4 19 0,5 18 0,10 14 0,4 10 0,8 7 0,5 3 0,11 7 0,-8 0 0,2 0 0,1-2 0,0-2 0,7 3 0,2-1 0,6-1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4:02:20.520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18537.1543"/>
      <inkml:brushProperty name="anchorY" value="-10382.66016"/>
      <inkml:brushProperty name="scaleFactor" value="0.5"/>
    </inkml:brush>
  </inkml:definitions>
  <inkml:trace contextRef="#ctx0" brushRef="#br0">0 2454 24575,'0'0'0,"0"-18"0,27-28 0,27-36 0,27-23 0,44-35 0,28-11 0,48-21 0,40 6 0,51-11 0,19 1-3823,-17 24 4910,6 9-1631,0 14 543,32-6 1,0 12 0,14 15 0,37-11 0,24 15 0,2 21 0,8 24 0,-6 22 0,-14 17 0,-14 12 0,-7 8 0,-38 3 0,-45 1 0,-44 1-273,-53 4 351,-28 4-117,-33 5 39,-29-1 0,-7 7 0,-21 2 0,-67-19 0,0-1 0,0 0 0,18 14 0,19 14 2770,-16 0-3562,-8-2 2519,-9-1-2107,-6 2 570,-5 0-190,-3 5 0,-2 4 0,0-2 0,-6 9 0,-16 8 0,-5-3 0,-21 2 0,-1-7 0,-15 5 0,-17 5 0,-2-4 0,8-1 0,1-6 0,11-11 0,11-11 0,16-6 0,7-6 0,0-6 0,7-9 0,23-1 0,-1 1 0,0 0 0,0 1 0,1-1 0,-1 0 0,0 0 0,0 0 0,0 1 0,1-1 0,-1 0 0,1 0 0,-1 0 0,1 0 0,-1 0 0,1-1 0,-1 1 0,1-2 0,0-24 0,10-11 0,8 4 0,16-5 0,4 2 0,2 2 0,-3 3 0,9 7 0,3 1 0,-2-3 0,7-1 0,5 5 0,13-11 0,6 6 0,-6 4 0,-11 2 0,-9 5 0,-10 6 0,-8 4 0,-4 4 0,2 7 0,-2 7 0,6 11 0,9 10 0,-5 10 0,13 16 0,9 16 0,7 18 0,6 11 0,3-10 0,3-2 0,-10-17 0,-5 3 0,0-8 0,-10-10 0,-8-14 0,-2-5 0,-6-11 0,-10 1 0,-3-7 0,-4-1 0,-6-1 0,1 2 0,11 0 0,-3 1 0,-4 7 0,0 1 0,-6 0 0,2-1 0,0 0 0,2-2 0,3-6 0,-5-2 0,8 1 0,-5-6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4:02:22.206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29688.17578"/>
      <inkml:brushProperty name="anchorY" value="-11227.3877"/>
      <inkml:brushProperty name="scaleFactor" value="0.5"/>
    </inkml:brush>
  </inkml:definitions>
  <inkml:trace contextRef="#ctx0" brushRef="#br0">5 1245 24575,'0'0'0,"-4"0"0,8 0 0,13 0 0,5 0 0,17 0 0,17 0 0,13 5 0,13 1 0,11-1 0,2-1 0,-11 0 0,-3 3 0,-9 0 0,-12 0 0,-11-3 0,-9 0 0,-1-2 0,-5-1 0,-8-12 0,-7-11 0,-2-26 0,-6-22 0,7-11 0,-2-1 0,-3-8 0,-4 1 0,3 0 0,13-3 0,-2 2 0,-2 7 0,-4 3 0,-6 7 0,-4 0 0,-4 12 0,-2 9 0,-1 9 0,-1 2 0,0 10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4:02:24.023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32136.86914"/>
      <inkml:brushProperty name="anchorY" value="-11252.67676"/>
      <inkml:brushProperty name="scaleFactor" value="0.5"/>
    </inkml:brush>
  </inkml:definitions>
  <inkml:trace contextRef="#ctx0" brushRef="#br0">875 1 24575,'0'0'0,"-5"9"0,-12 19 0,-15 21 0,-16 25 0,-3 17 0,-9 11 0,-17 34 0,-1-1 0,-4-1 0,0 0 0,10-11 0,11-17 0,6 0 0,10-15 0,7-10 0,11-10 0,8-14 0,3-17 0,6-13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4:02:25.727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29992.14258"/>
      <inkml:brushProperty name="anchorY" value="-11576.59766"/>
      <inkml:brushProperty name="scaleFactor" value="0.5"/>
    </inkml:brush>
  </inkml:definitions>
  <inkml:trace contextRef="#ctx0" brushRef="#br0">1 0 24575,'0'0'0,"4"0"0,8 0 0,4 0 0,5 0 0,-2 16 0,2 1 0,-5 10 0,-4 3 0,2 7 0,7 6 0,3-1 0,-3 8 0,-3-2 0,5 1 0,-4-4 0,1 0 0,7 2 0,-4-4 0,1-4 0,-4 7 0,-1-4 0,1-2 0,1-3 0,-3-4 0,-5 2 0,2-1 0,-12-35 0,-1 3 0,-1 0 0,1 0 0,0-1 0,-1 1 0,1-1 0,0 1 0,0-1 0,0 0 0,0 0 0,4 2 0,0-2 0,-1 0 0,0 0 0,0-1 0,0 1 0,0-1 0,10-1 0,55-13 0,2-9 0,11-7 0,8-8 0,-10 1 0,0 0 0,-3-4 0,-11 9 0,-11 1 0,-10 9 0,-9 2 0,-11 5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4:03:57.204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26622.17383"/>
      <inkml:brushProperty name="anchorY" value="-18471.84375"/>
      <inkml:brushProperty name="scaleFactor" value="0.5"/>
    </inkml:brush>
  </inkml:definitions>
  <inkml:trace contextRef="#ctx0" brushRef="#br0">4644 1 24575,'0'0'0,"0"9"0,-6 14 0,1 20 0,-11 25 0,-5 13 0,-9 13 0,-24 18 0,-2 22 0,-10 3 0,-5 3 0,-27 6 0,-13 26 0,-8 4 0,-3-2 0,-18 19 0,-5-19 0,-1 7 0,-5-21 0,3-11 0,7-19 0,5-17 0,13-24 0,13-11 0,5-12 0,10-13 0,16-15 0,16-8 0,9 0 0,5-7 0,7-6 0,5-6 0,5-5 0,4-4 0,0-1 0,2-7 0,6-7 0,-5-4 0,-7-10 0,5-14 0,0-13 0,-6-5 0,1-9 0,6-10 0,-4-4 0,5-3 0,7-5 0,5-16 0,6 11 0,9 3 0,7 15 0,2 15 0,6 13 0,2 11 0,4 7 0,2 9 0,7-7 0,0-1 0,1 5 0,-1 5 0,-1 7 0,-7-1 0,-1 5 0,-1 2 0,5 3 0,2 2 0,-4 6 0,-1 7 0,0 1 0,0 4 0,-5 8 0,1 9 0,5-3 0,3 1 0,-5 9 0,0-7 0,1-5 0,-5-3 0,0 3 0,-4 1 0,-5 10 0,-3 1 0,2-6 0,-2-3 0,-1 9 0,-2-2 0,3-2 0,0 4 0,-1 8 0,-2-2 0,-1 4 0,-1 5 0,-1 13 0,-1-4 0,-5 9 0,-1-6 0,-16 7 0,-4-9 0,0-4 0,0-3 0,-5 3 0,-1 3 0,-10 0 0,-11 15 0,1-8 0,-12 9 0,-7 0 0,-5 8 0,-4-1 0,-6 1 0,-2 8 0,1 0 0,0-8 0,-2-3 0,-11-3 0,2-2 0,7-1 0,-6 0 0,2 0 0,4-11 0,-3 1 0,-8 10 0,8-8 0,8 3 0,5 0 0,13-15 0,12-14 0,12-10 0,14-8 0,5-3 0,4-6 0,5-1 0,1 6 0,-7 2 0,-3-3 0,3 1 0,4 0 0,6-4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4:03:58.184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20708.53711"/>
      <inkml:brushProperty name="anchorY" value="-22601.90625"/>
      <inkml:brushProperty name="scaleFactor" value="0.5"/>
    </inkml:brush>
  </inkml:definitions>
  <inkml:trace contextRef="#ctx0" brushRef="#br0">294 0 24575,'0'0'0,"0"5"0,-5 6 0,-6 5 0,1 5 0,-5 3 0,1 2 0,-2 12 0,-8 12 0,3 0 0,-2 3 0,-2 17 0,5-5 0,-5 0 0,-2-8 0,5-8 0,0 7 0,10-10 0,11-11 0,1-34 0,1 0 0,-1 0 0,0 0 0,1 0 0,-1 0 0,0 0 0,1 0 0,0 0 0,-1 0 0,1 0 0,-1 0 0,1 0 0,0 0 0,0 0 0,0 0 0,-1 0 0,1-1 0,2 2 0,19 7 0,22-8 0,8-3 0,17-2 0,19 0 0,21 1 0,8 0 0,-6 2 0,9 0 0,3 0 0,0 1 0,-4 0 0,3 0 0,-19-5 0,-19 0 0,-15-5 0,-21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4:03:59.555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23221.65625"/>
      <inkml:brushProperty name="anchorY" value="-24588.57813"/>
      <inkml:brushProperty name="scaleFactor" value="0.5"/>
    </inkml:brush>
  </inkml:definitions>
  <inkml:trace contextRef="#ctx0" brushRef="#br0">0 0 22921,'6631'160'0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4:22:08.799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35116.12109"/>
      <inkml:brushProperty name="anchorY" value="-30272.33008"/>
      <inkml:brushProperty name="scaleFactor" value="0.5"/>
    </inkml:brush>
  </inkml:definitions>
  <inkml:trace contextRef="#ctx0" brushRef="#br0">0 0 24575,'535'0'0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4:22:11.273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36857.17578"/>
      <inkml:brushProperty name="anchorY" value="-31542.33008"/>
      <inkml:brushProperty name="scaleFactor" value="0.5"/>
    </inkml:brush>
  </inkml:definitions>
  <inkml:trace contextRef="#ctx0" brushRef="#br0">17 1 24575,'0'0'0,"-4"0"0,-3 5 0,1 22 0,12 11 0,2 15 0,6 12 0,10 13 0,-2-4 0,-2 7 0,-6 0 0,-4-3 0,-4-12 0,2 0 0,-2-5 0,5 2 0,-2-7 0,-1 4 0,3-13 0,-2-1 0,10 5 0,-3-5 0,4 2 0,-4 1 0,2 1 0,7 22 0,-3 8 0,1 0 0,-4-3 0,0-6 0,-4-11 0,-5-10 0,-3 1 0,2-7 0,-2-4 0,-1-5 0,9-8 0,-1-4 0,-2-1 0,-2 10 0,-4 1 0,-2 2 0,-2-1 0,-1-2 0,-1 4 0,5-12 0,5-13 0,5-6 0,16-11 0,4-9 0,7 0 0,-5-4 0,7-2 0,-1 2 0,-4 5 0,-3 4 0,-8 4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4:22:13.920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38975.91016"/>
      <inkml:brushProperty name="anchorY" value="-34950.91797"/>
      <inkml:brushProperty name="scaleFactor" value="0.5"/>
    </inkml:brush>
  </inkml:definitions>
  <inkml:trace contextRef="#ctx0" brushRef="#br0">57 1 24575,'0'0'0,"0"13"0,0 12 0,0 2 0,0 8 0,0 6 0,0 0 0,0-1 0,-6-4 0,1-2 0,-1 7 0,-4-7 0,1-1 0,1-3 0,3-2 0,1-1 0,2-1 0,1 11 0,1-5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4:22:15.466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37649.57813"/>
      <inkml:brushProperty name="anchorY" value="-34260.64063"/>
      <inkml:brushProperty name="scaleFactor" value="0.5"/>
    </inkml:brush>
  </inkml:definitions>
  <inkml:trace contextRef="#ctx0" brushRef="#br0">1 34 24575,'0'0'0,"9"0"0,4 5 0,3 12 0,4-1 0,3 0 0,-4 1 0,2 3 0,1 2 0,6-4 0,2 2 0,1 0 0,-1 2 0,-5 2 0,-2-5 0,0-4 0,-6 6 0,-4 2 0,-5 1 0,2-3 0,-2 1 0,-2 0 0,-2 1 0,9-9 0,5-16 0,4-16 0,8-13 0,-2-6 0,5-2 0,-1-3 0,1 1 0,-8 3 0,-1 3 0,10 4 0,-5 1 0,0-3 0,-6 1 0,-1 6 0,-6 6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4:22:17.188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39729.65234"/>
      <inkml:brushProperty name="anchorY" value="-35496.62109"/>
      <inkml:brushProperty name="scaleFactor" value="0.5"/>
    </inkml:brush>
  </inkml:definitions>
  <inkml:trace contextRef="#ctx0" brushRef="#br0">0 1309 24575,'0'0'0,"0"-4"0,0-8 0,0-4 0,0-5 0,0-14 0,0-2 0,0-2 0,0-3 0,0-8 0,0 1 0,0 4 0,0 5 0,0-7 0,0 4 0,0 4 0,0 3 0,0 3 0,0-8 0,0 2 0,0 1 0,0 3 0,0-8 0,0 1 0,0-2 0,0 2 0,0 3 0,0-1 0,6 3 0,-1-3 0,0 2 0,5 8 0,-1 3 0,-2-3 0,9 5 0,-1 1 0,-1 1 0,-4-1 0,-3 4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4:31:04.581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736 1 24575,'0'0'0,"14"13"0,21 12 0,-2 7 0,8 4 0,-2-5 0,-6-2 0,-9-2 0,2 10 0,0-5 0,-6-1 0,-4-2 0,-6-1 0,-4-1 0,-3 16 0,-3 0 0,5 10 0,-1 4 0,1-5 0,-2 6 0,0-1 0,-2 1 0,0-7 0,0-1 0,-1-6 0,-1 6 0,-9 0 0,-1 8 0,-5-4 0,-4-6 0,-3 6 0,-7 9 0,-3-3 0,1-11 0,5 3 0,-9-7 0,1-4 0,5-6 0,3 3 0,1-9 0,6-2 0,1-7 0,-1-6 0,-1-6 0,-7-4 0,-2-3 0,-1-1 0,0-1 0,1-11 0,7-6 0,0-4 0,7-4 0,4-7 0,5-6 0,4-1 0,1 2 0,3 2 0,5 4 0,0 1 0,5 3 0,5 5 0,4 7 0,-2-4 0,7 3 0,1-1 0,3 4 0,-6-3 0,1 4 0,-1-2 0,0 2 0,1 4 0,7 3 0,0 2 0,1 2 0,-1 7 0,-1 6 0,-1 11 0,4 16 0,0-2 0,0 6 0,3 3 0,5-2 0,-2 8 0,-1-4 0,-9 2 0,-2 1 0,-3-5 0,-6 1 0,1-4 0,0-4 0,7-4 0,-3 2 0,1 3 0,-5-1 0,-5-2 0,0 9 0,2-3 0,3 9 0,-4-4 0,9-2 0,-4-5 0,-4-5 0,-4-4 0,-4 8 0,-4 0 0,-2-3 0,-2 5 0,0-3 0,-1 3 0,0-3 0,0-2 0,1 3 0,-1-2 0,1 2 0,0 4 0,0 8 0,-5 4 0,-1-4 0,1 7 0,-5-7 0,1-4 0,1 3 0,-3 2 0,-9 6 0,-3 11 0,-5 1 0,5-5 0,-11-5 0,4-8 0,7-3 0,0-6 0,6-1 0,0-4 0,4-3 0,-1-3 0,3 3 0,-3-1 0,-3-2 0,-8-1 0,-8 9 0,3-1 0,0-1 0,-10 3 0,1 3 0,5-2 0,4 2 0,-19 18 0,1 8 0,-10 2 0,4-11 0,-7 0 0,7-9 0,1 4 0,-5-7 0,-4-5 0,9-1 0,2-4 0,-4 7 0,6-2 0,-1-4 0,5-8 0,6-10 0,9-3 0,10-6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4:31:05.863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2005.57849"/>
      <inkml:brushProperty name="anchorY" value="-3798.28564"/>
      <inkml:brushProperty name="scaleFactor" value="0.5"/>
    </inkml:brush>
  </inkml:definitions>
  <inkml:trace contextRef="#ctx0" brushRef="#br0">277 1 24575,'0'0'0,"0"4"0,0 19 0,-5 4 0,-1 4 0,-5 13 0,-10 0 0,1-2 0,-18 50 0,2 15 0,-5 7 0,6-2 0,8-16 0,9-19 0,7-18 0,6-14 0,3-10 0,2-7 0,2 2 0,10-12 0,11-11 0,17-12 0,8-3 0,11-2 0,9-5 0,1 3 0,4 2 0,3-8 0,12 2 0,2 2 0,16 4 0,6 3 0,-3 3 0,-11 3 0,-11 0 0,-18 2 0,-15-1 0,-12 1 0,-8-1 0,-12 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4:35:13.170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1 69 24575,'0'0'0,"4"0"0,8 0 0,4 0 0,15 0 0,5 0 0,1 0 0,4 0 0,10 0 0,-3 0 0,3 0 0,6 0 0,6 0 0,11 0 0,-5 0 0,-2 0 0,-4 0 0,-10 0 0,-2 0 0,3 0 0,-5 0 0,-5 0 0,-5 0 0,-5 0 0,-4 0 0,-2 0 0,10 0 0,-1 0 0,5 0 0,19 0 0,4 0 0,-3 0 0,5 0 0,-9 0 0,-8 0 0,-7 0 0,3 0 0,-4 0 0,-3 0 0,-4 0 0,-3 0 0,8 0 0,-1 0 0,-2 0 0,4 0 0,-3 0 0,3 0 0,-2 0 0,-3 0 0,-3 0 0,-3 0 0,-1 0 0,-1 0 0,3 0 0,1 0 0,0 0 0,4 0 0,-1 0 0,4 0 0,-1 0 0,-2-5 0,-3-1 0,-2-5 0,-2 1 0,-6-9 0,-7 1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4:35:15.136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3931.39038"/>
      <inkml:brushProperty name="anchorY" value="-1200.54773"/>
      <inkml:brushProperty name="scaleFactor" value="0.5"/>
    </inkml:brush>
  </inkml:definitions>
  <inkml:trace contextRef="#ctx0" brushRef="#br0">0 1 24575,'0'0'0,"5"4"0,7 8 0,4 4 0,5 5 0,9 8 0,2 13 0,0 2 0,-5 0 0,-1 1 0,4 2 0,-1-3 0,1-4 0,-1-9 0,43 6 0,16-7 0,11-7 0,2-7 0,3-6 0,-14-5 0,-5-9 0,-16-2 0,-8-6 0,-12-5 0,-3-15 0,-6-3 0,0-1 0,-4 0 0,-2-4 0,-8-2 0,3 1 0,-6 2 0,-6 4 0,-10 8 0,-12 3 0,-8 7 0,-12 6 0,-6 4 0,-7 4 0,0 2 0,1 2 0,1 0 0,4 0 0,2 0 0,1 0 0,2 4 0,-5 6 0,0 6 0,6 3 0,6 5 0,7 1 0,5 6 0,4 2 0,3-1 0,2-1 0,0-2 0,0 0 0,1-2 0,-1 10 0,-1 0 0,11 10 0,0 4 0,5 8 0,46 49 0,53 29 0,51 31 0,49 12 0,52-7 0,32-2 0,48-16-1001,-10-25 1287,3-13-429,-11-22 143,-37-26 0,-47-24 0,-57-19 0,-54-15 0,-45-9 0,-39-11 0,-21-2 0,-13-5 0,-14-5 0,-11-3 0,-8 4 1001,-11-2-1287,-4 4 429,-2 0-143,0 4 0,-9-8 0,7 3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4:35:16.630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9492.15625"/>
      <inkml:brushProperty name="anchorY" value="-4510.30615"/>
      <inkml:brushProperty name="scaleFactor" value="0.5"/>
    </inkml:brush>
  </inkml:definitions>
  <inkml:trace contextRef="#ctx0" brushRef="#br0">158 50 24575,'0'0'0,"0"-4"0,0-8 0,5 1 0,6 2 0,15 1 0,11 3 0,15 12 0,15 8 0,4 0 0,1 10 0,-9-2 0,-15 1 0,-9-5 0,-8-4 0,-9-1 0,2-3 0,-5 2 0,0-2 0,1-3 0,1-3 0,3-1 0,11-3 0,2 6 0,1-2 0,-8 6 0,-2-1 0,-8 3 0,0-1 0,-6 8 0,-4 4 0,-4 2 0,-9-4 0,-7 1 0,-17 0 0,-1 0 0,-7 7 0,-1-4 0,6-1 0,-9 1 0,7-1 0,2 1 0,-9 11 0,0 0 0,2-5 0,2-2 0,-8 8 0,1-5 0,2-7 0,-1 2 0,-9 6 0,3-6 0,-7-1 0,3 0 0,5-7 0,6 1 0,4-1 0,0 2 0,2-4 0,1 6 0,3-4 0,6-4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4:40:34.737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369.62216"/>
      <inkml:brushProperty name="anchorY" value="-5975.32666"/>
      <inkml:brushProperty name="scaleFactor" value="0.5"/>
    </inkml:brush>
  </inkml:definitions>
  <inkml:trace contextRef="#ctx0" brushRef="#br0">3321 216 24575,'0'0'0,"-5"0"0,-7 0 0,-4 0 0,-16-16 0,-67-22 0,-52-1 0,-70 3 0,-25 9 0,-45 7 0,-26 8 0,8 6 0,11 4 0,31-3 0,53 1 0,30 1 0,48 0 0,34 1 0,26 1 0,21 0 0,16 1 0,9 0 0,1 0 0,1 0 0,1 5 0,0 7 0,0 15 0,6 5 0,0 8 0,5 6 0,4-1 0,5 2 0,3-4 0,2-3 0,2 6 0,1 2 0,0 3 0,0 2 0,-1-5 0,1-4 0,-1 5 0,0-5 0,6-8 0,0-5 0,0-4 0,-2-1 0,5-7 0,-1 0 0,3-4 0,5 0 0,19 7 0,20-2 0,30-3 0,31 1 0,11-4 0,25 6 0,11 3 0,15-3 0,3-4 0,-6-4 0,-25-5 0,-6-3 0,-30-3 0,-15-1 0,-17-1 0,-13 0 0,-15 1 0,-5-1 0,-9 0 0,6 1 0,-4 0 0,-4 0 0,3 0 0,2 0 0,-2-6 0,-4 0 0,-2 1 0,-3 0 0,-3-4 0,-2 2 0,5-5 0,0-4 0,0 2 0,-1-3 0,-2-8 0,10-2 0,0 3 0,15 0 0,-7-1 0,-8 1 0,-6-6 0,-5 4 0,-2 5 0,-6 1 0,-1 5 0,-5-1 0,-4-1 0,-4-2 0,-2-3 0,-3-3 0,-1-5 0,-6-2 0,-6 0 0,-5 0 0,-10 1 0,3 2 0,-3 7 0,6-1 0,-1 7 0,6-1 0,5 5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4:50:35.189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9563.08789"/>
      <inkml:brushProperty name="anchorY" value="-5638.50195"/>
      <inkml:brushProperty name="scaleFactor" value="0.5"/>
    </inkml:brush>
  </inkml:definitions>
  <inkml:trace contextRef="#ctx0" brushRef="#br0">0 1 24575,'0'0'0,"5"4"0,17 13 0,5 5 0,5 15 0,1 3 0,5-5 0,-6-2 0,3-3 0,4 3 0,-7-1 0,-2-5 0,-2-8 0,4-6 0,0-6 0,-1 2 0,-1-2 0,-1-2 0,0-2 0,-2-1 0,-5 5 0,-1-1 0,6-1 0,0-1 0,2-1 0,0-1 0,0-1 0,-1-1 0,0 0 0,10 0 0,0-1 0,0 1 0,-3 0 0,9 0 0,-2 0 0,-3 0 0,-2 0 0,-9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4:50:36.781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11975.09082"/>
      <inkml:brushProperty name="anchorY" value="-7310.65479"/>
      <inkml:brushProperty name="scaleFactor" value="0.5"/>
    </inkml:brush>
  </inkml:definitions>
  <inkml:trace contextRef="#ctx0" brushRef="#br0">183 1 24575,'0'0'0,"4"0"0,8 5 0,4 11 0,5 1 0,3 4 0,-3 2 0,-5 2 0,1-4 0,1-5 0,-4 0 0,8-4 0,2-3 0,-3 1 0,1-1 0,-5 3 0,-4 3 0,0-1 0,-3 8 0,3 3 0,-8 2 0,-12 1 0,-9 1 0,-7-1 0,-4 6 0,-12 4 0,-1 0 0,-1-1 0,3 3 0,4-2 0,-9 2 0,3-1 0,1 2 0,3-2 0,8-3 0,4-8 0,6-3 0,6-7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4T14:43:04.03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0 429,'492'-93,"955"-100,-1124 178,-302 11,-1 0,1-2,-1-1,-1 0,1-1,25-16,-19 11,0 1,41-13,-23 15,-7 3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4T14:53:57.94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1 187,'360'13,"-148"-3,426 32,137 3,34-48,-671-3,158-28,109-6,-336 35,0-4,87-21,-9 1,128-26,-140 32,183-10,-49 8,-158 20,-86 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798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9923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4753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442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2005070"/>
            <a:ext cx="7763458" cy="592834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29338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07129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C3163-7E89-C90A-4497-846BA4987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F1C9772-21E9-60AF-EA4D-990518FB845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258" y="5796005"/>
            <a:ext cx="4318000" cy="461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1812045"/>
            <a:ext cx="7763458" cy="719757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17146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48847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C8F108-1702-5F20-3D95-B2102374C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4CFA9E7-7538-3E2F-C153-0158206399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143" y="5829397"/>
            <a:ext cx="4318000" cy="46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671391"/>
            <a:ext cx="11266714" cy="1401419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8972" y="6085510"/>
            <a:ext cx="11266714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12192000" cy="6867525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FC2CE8-E7A7-5DA8-903C-7C61B21A6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ECEF9E-3A6E-C6FF-42DA-EDF0D1D9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4CAD524F-ADFB-FF46-A001-5030604377D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2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85743F-DCAE-A9EE-5293-03DFB306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99B4CAC-1043-AFE7-E5AB-E64101AF155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19984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8086" y="1543324"/>
            <a:ext cx="11266714" cy="445470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54E73-61A3-FF0B-7F4C-17B1D97376A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705AEC-1F4B-D402-6142-24D61C516A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6" y="1543324"/>
            <a:ext cx="5413169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09157" y="1543324"/>
            <a:ext cx="5425643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9EA93-442C-59A0-2250-A5181989CDD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2AE1B83-EE6D-EA0B-DD6A-AF15AFD6A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7" y="1543324"/>
            <a:ext cx="3507565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342217" y="1543323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137" y="1543322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77EB8B-3A4C-F880-133B-94D59A7B36B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A8E3C9-6B0B-C4C1-8036-586EE706297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3" y="3652272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1" y="1543323"/>
            <a:ext cx="546974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275945" y="1543323"/>
            <a:ext cx="5458727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64929" y="3652271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A7288C-38D9-0159-D0E4-B042D466D17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C9FCD37-EAE5-5E1F-F19B-0843EF6AF1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4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2" y="1543323"/>
            <a:ext cx="3534479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336974" y="1543324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25959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8205605" y="1532307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94590" y="3641255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47B2B3-AD22-934B-7901-EF00010BA35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8043993-A23E-2800-6166-87A2E901B88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2" y="457200"/>
            <a:ext cx="4314823" cy="96409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2" y="1570383"/>
            <a:ext cx="4314823" cy="42986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871" y="457200"/>
            <a:ext cx="6662927" cy="54117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6DC60-EE89-734D-242E-5043417AC8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5D3C33-27D3-B844-8764-066A5767D11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99A83-2C12-9A72-A547-B9374C107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470037"/>
            <a:ext cx="4325711" cy="1034775"/>
          </a:xfrm>
        </p:spPr>
        <p:txBody>
          <a:bodyPr anchor="b"/>
          <a:lstStyle>
            <a:lvl1pPr fontAlgn="t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70037"/>
            <a:ext cx="6562498" cy="539101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314" y="1759226"/>
            <a:ext cx="4325711" cy="4086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DC806-6E08-B58A-6B09-ECD209B759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2FD94D-1CE6-402A-C500-6DCE6F9A3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15540"/>
            <a:ext cx="3350434" cy="35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354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3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286962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80C45-204B-0517-4FC2-236945E741B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8E9D75D-EF46-B669-7F0B-847008B9553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8086" y="1543323"/>
            <a:ext cx="5862679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15759" y="1543322"/>
            <a:ext cx="5129927" cy="430757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3486577" y="3795304"/>
            <a:ext cx="2844188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68086" y="3795304"/>
            <a:ext cx="2844188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3C43D-3312-15BB-B055-F99C088EB6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77598CD-72E0-76B5-3E7C-CE820E7B586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5428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57200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325104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8181729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4303332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8181729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413656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43542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4303332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819300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4281560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8193008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924D92CB-DB6C-EEE8-BDA7-E3D7B06436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A2560-8530-94AA-9E7F-F5A56AB4E3D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7AF31650-E388-54F8-9AE5-64910C9556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4" y="1542762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34406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23655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912904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843620" y="3651150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474136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763385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B72767-6954-6B12-1677-BE947CE88EB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C297EAB-60AE-2CA6-7FC1-B2BF3AB1084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521986" y="3884037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1726" y="3395949"/>
            <a:ext cx="521294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6521856" y="5636913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21726" y="5636913"/>
            <a:ext cx="521281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45827-5CB3-E873-7680-6D8C2AAB95D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C87E9216-1A8F-085F-5596-89DFB20E79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9287219" y="3884037"/>
            <a:ext cx="2447580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521986" y="3879120"/>
            <a:ext cx="2528916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71823" y="3395949"/>
            <a:ext cx="5162846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6512818" y="5631997"/>
            <a:ext cx="251233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62654" y="5631997"/>
            <a:ext cx="2488248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9287218" y="5641703"/>
            <a:ext cx="2431941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9337055" y="5641703"/>
            <a:ext cx="2408630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1CBD603-B977-E0E5-7C2E-C0061CD0B72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7F1900C-EBAA-D81A-8063-47664791EA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7938475" y="1315894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4420956" y="1315895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903437" y="1315896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506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943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284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721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803" y="143391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7240" y="4043274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40B5B1B-89D1-9945-6AB1-0D9B2E27009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87907" y="2065260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CAB75A6-8C36-AD93-09A1-D377BF55C686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4605427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BFCE088-E342-EDAD-213D-39C8B8D85057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8122945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52A11A-CEFD-01B7-2324-466BE85E97B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F1D30E38-DCA5-D7B3-D3F6-C20A366C60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7938216" y="1315892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4420697" y="1315893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903178" y="1315894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247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025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544" y="143391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101684" y="2040670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4604880" y="2065258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684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462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6981" y="4043272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8129414" y="2071424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556C0F-0FF4-1816-A9DC-60D03FBFCE5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ED305B7-F98B-EB39-4331-AD7D293F0E8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1008584" y="1660596"/>
            <a:ext cx="1918020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1011339" y="2160555"/>
            <a:ext cx="1915265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3045437" y="1660596"/>
            <a:ext cx="1918020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3048192" y="2160555"/>
            <a:ext cx="1915265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5082290" y="1660596"/>
            <a:ext cx="1918020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5085045" y="2160555"/>
            <a:ext cx="1915265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7119143" y="1660596"/>
            <a:ext cx="1918020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7121898" y="2160555"/>
            <a:ext cx="1915265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9155998" y="1660596"/>
            <a:ext cx="1918020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9158753" y="2160555"/>
            <a:ext cx="1915265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8584" y="1783909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045438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82291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19145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56000" y="1770870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7982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3175312" y="2299864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5212165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7249018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9285873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728143-5B5E-2F91-1A50-ECF61312F188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3566E4A-BC5E-1BD6-D669-AED4803AE4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4"/>
            <a:ext cx="6581614" cy="6882938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-944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3836B8-46F8-6347-6A27-7BDA1D77E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5"/>
            <a:ext cx="6581614" cy="6882938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23C719-BBA8-8B6C-9920-142BDE7BB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ED8702-10BE-D052-6922-2244FAA25D1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258" y="5796005"/>
            <a:ext cx="4318000" cy="461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E3761E7-C1FB-3C92-9D08-465FECF5765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143" y="5829397"/>
            <a:ext cx="4318000" cy="46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86" y="1192696"/>
            <a:ext cx="11266714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DCC5ACE-5747-34C7-00B2-2E4EABE6A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657" r:id="rId13"/>
    <p:sldLayoutId id="2147483706" r:id="rId14"/>
    <p:sldLayoutId id="2147483705" r:id="rId15"/>
    <p:sldLayoutId id="2147483707" r:id="rId16"/>
    <p:sldLayoutId id="2147483713" r:id="rId17"/>
    <p:sldLayoutId id="2147483709" r:id="rId18"/>
    <p:sldLayoutId id="2147483710" r:id="rId19"/>
    <p:sldLayoutId id="2147483653" r:id="rId20"/>
    <p:sldLayoutId id="2147483690" r:id="rId21"/>
    <p:sldLayoutId id="2147483704" r:id="rId22"/>
    <p:sldLayoutId id="2147483692" r:id="rId23"/>
    <p:sldLayoutId id="2147483693" r:id="rId24"/>
    <p:sldLayoutId id="2147483691" r:id="rId25"/>
    <p:sldLayoutId id="2147483703" r:id="rId26"/>
  </p:sldLayoutIdLst>
  <p:hf hdr="0" ftr="0" dt="0"/>
  <p:txStyles>
    <p:titleStyle>
      <a:lvl1pPr algn="l" defTabSz="914400" rtl="0" eaLnBrk="1" fontAlgn="b" latinLnBrk="0" hangingPunct="1">
        <a:lnSpc>
          <a:spcPct val="90000"/>
        </a:lnSpc>
        <a:spcBef>
          <a:spcPct val="0"/>
        </a:spcBef>
        <a:buNone/>
        <a:defRPr lang="en-US" sz="48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0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5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4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customXml" Target="../ink/ink1.xml"/><Relationship Id="rId7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.xml"/><Relationship Id="rId5" Type="http://schemas.openxmlformats.org/officeDocument/2006/relationships/image" Target="../media/image8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13" Type="http://schemas.openxmlformats.org/officeDocument/2006/relationships/image" Target="../media/image26.png"/><Relationship Id="rId18" Type="http://schemas.openxmlformats.org/officeDocument/2006/relationships/image" Target="../media/image29.png"/><Relationship Id="rId3" Type="http://schemas.openxmlformats.org/officeDocument/2006/relationships/customXml" Target="../ink/ink4.xml"/><Relationship Id="rId21" Type="http://schemas.openxmlformats.org/officeDocument/2006/relationships/image" Target="../media/image31.png"/><Relationship Id="rId7" Type="http://schemas.openxmlformats.org/officeDocument/2006/relationships/image" Target="../media/image10.png"/><Relationship Id="rId12" Type="http://schemas.openxmlformats.org/officeDocument/2006/relationships/customXml" Target="../ink/ink8.xml"/><Relationship Id="rId17" Type="http://schemas.openxmlformats.org/officeDocument/2006/relationships/customXml" Target="../ink/ink10.xml"/><Relationship Id="rId25" Type="http://schemas.openxmlformats.org/officeDocument/2006/relationships/image" Target="../media/image33.png"/><Relationship Id="rId2" Type="http://schemas.openxmlformats.org/officeDocument/2006/relationships/image" Target="../media/image9.png"/><Relationship Id="rId16" Type="http://schemas.openxmlformats.org/officeDocument/2006/relationships/image" Target="../media/image28.png"/><Relationship Id="rId20" Type="http://schemas.openxmlformats.org/officeDocument/2006/relationships/customXml" Target="../ink/ink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11" Type="http://schemas.openxmlformats.org/officeDocument/2006/relationships/image" Target="../media/image25.png"/><Relationship Id="rId24" Type="http://schemas.openxmlformats.org/officeDocument/2006/relationships/customXml" Target="../ink/ink13.xml"/><Relationship Id="rId5" Type="http://schemas.openxmlformats.org/officeDocument/2006/relationships/customXml" Target="../ink/ink5.xml"/><Relationship Id="rId15" Type="http://schemas.openxmlformats.org/officeDocument/2006/relationships/customXml" Target="../ink/ink9.xml"/><Relationship Id="rId23" Type="http://schemas.openxmlformats.org/officeDocument/2006/relationships/image" Target="../media/image32.png"/><Relationship Id="rId10" Type="http://schemas.openxmlformats.org/officeDocument/2006/relationships/customXml" Target="../ink/ink7.xml"/><Relationship Id="rId19" Type="http://schemas.openxmlformats.org/officeDocument/2006/relationships/image" Target="../media/image12.png"/><Relationship Id="rId4" Type="http://schemas.openxmlformats.org/officeDocument/2006/relationships/image" Target="../media/image21.png"/><Relationship Id="rId9" Type="http://schemas.openxmlformats.org/officeDocument/2006/relationships/image" Target="../media/image24.png"/><Relationship Id="rId14" Type="http://schemas.openxmlformats.org/officeDocument/2006/relationships/image" Target="../media/image11.png"/><Relationship Id="rId22" Type="http://schemas.openxmlformats.org/officeDocument/2006/relationships/customXml" Target="../ink/ink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kahoot.it/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learn?experience=power-bi" TargetMode="Externa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hyperlink" Target="https://microsoftlearning.github.io/DP-900T00A-Azure-Data-Fundamentals/Instructions/Labs/dp900-pbi-06-lab.html" TargetMode="Externa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training/modules/get-started-with-power-bi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hyperlink" Target="https://learn.microsoft.com/en-us/power-bi/collaborate-share/service-power-bi-powerpoint-add-in-about" TargetMode="Externa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48.png"/><Relationship Id="rId3" Type="http://schemas.openxmlformats.org/officeDocument/2006/relationships/customXml" Target="../ink/ink14.xml"/><Relationship Id="rId7" Type="http://schemas.openxmlformats.org/officeDocument/2006/relationships/customXml" Target="../ink/ink16.xml"/><Relationship Id="rId12" Type="http://schemas.openxmlformats.org/officeDocument/2006/relationships/customXml" Target="../ink/ink18.xm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4.png"/><Relationship Id="rId11" Type="http://schemas.openxmlformats.org/officeDocument/2006/relationships/image" Target="../media/image47.png"/><Relationship Id="rId5" Type="http://schemas.openxmlformats.org/officeDocument/2006/relationships/customXml" Target="../ink/ink15.xml"/><Relationship Id="rId10" Type="http://schemas.openxmlformats.org/officeDocument/2006/relationships/customXml" Target="../ink/ink17.xml"/><Relationship Id="rId4" Type="http://schemas.openxmlformats.org/officeDocument/2006/relationships/image" Target="../media/image43.png"/><Relationship Id="rId9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customXml" Target="../ink/ink19.xml"/><Relationship Id="rId7" Type="http://schemas.openxmlformats.org/officeDocument/2006/relationships/customXml" Target="../ink/ink21.xm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1.png"/><Relationship Id="rId5" Type="http://schemas.openxmlformats.org/officeDocument/2006/relationships/customXml" Target="../ink/ink20.xml"/><Relationship Id="rId4" Type="http://schemas.openxmlformats.org/officeDocument/2006/relationships/image" Target="../media/image5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4.xml"/><Relationship Id="rId13" Type="http://schemas.openxmlformats.org/officeDocument/2006/relationships/image" Target="../media/image58.png"/><Relationship Id="rId18" Type="http://schemas.openxmlformats.org/officeDocument/2006/relationships/image" Target="../media/image61.png"/><Relationship Id="rId3" Type="http://schemas.openxmlformats.org/officeDocument/2006/relationships/image" Target="../media/image53.png"/><Relationship Id="rId7" Type="http://schemas.openxmlformats.org/officeDocument/2006/relationships/image" Target="../media/image55.png"/><Relationship Id="rId12" Type="http://schemas.openxmlformats.org/officeDocument/2006/relationships/customXml" Target="../ink/ink26.xml"/><Relationship Id="rId17" Type="http://schemas.openxmlformats.org/officeDocument/2006/relationships/customXml" Target="../ink/ink28.xml"/><Relationship Id="rId2" Type="http://schemas.openxmlformats.org/officeDocument/2006/relationships/image" Target="../media/image46.png"/><Relationship Id="rId16" Type="http://schemas.openxmlformats.org/officeDocument/2006/relationships/image" Target="../media/image60.png"/><Relationship Id="rId20" Type="http://schemas.openxmlformats.org/officeDocument/2006/relationships/image" Target="../media/image62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3.xml"/><Relationship Id="rId11" Type="http://schemas.openxmlformats.org/officeDocument/2006/relationships/image" Target="../media/image57.png"/><Relationship Id="rId5" Type="http://schemas.openxmlformats.org/officeDocument/2006/relationships/image" Target="../media/image54.png"/><Relationship Id="rId15" Type="http://schemas.openxmlformats.org/officeDocument/2006/relationships/customXml" Target="../ink/ink27.xml"/><Relationship Id="rId10" Type="http://schemas.openxmlformats.org/officeDocument/2006/relationships/customXml" Target="../ink/ink25.xml"/><Relationship Id="rId19" Type="http://schemas.openxmlformats.org/officeDocument/2006/relationships/customXml" Target="../ink/ink29.xml"/><Relationship Id="rId4" Type="http://schemas.openxmlformats.org/officeDocument/2006/relationships/customXml" Target="../ink/ink22.xml"/><Relationship Id="rId9" Type="http://schemas.openxmlformats.org/officeDocument/2006/relationships/image" Target="../media/image56.png"/><Relationship Id="rId14" Type="http://schemas.openxmlformats.org/officeDocument/2006/relationships/image" Target="../media/image5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1.xml"/><Relationship Id="rId13" Type="http://schemas.openxmlformats.org/officeDocument/2006/relationships/image" Target="../media/image71.png"/><Relationship Id="rId3" Type="http://schemas.openxmlformats.org/officeDocument/2006/relationships/image" Target="../media/image65.png"/><Relationship Id="rId7" Type="http://schemas.openxmlformats.org/officeDocument/2006/relationships/image" Target="../media/image68.png"/><Relationship Id="rId12" Type="http://schemas.openxmlformats.org/officeDocument/2006/relationships/customXml" Target="../ink/ink33.xml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73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30.xml"/><Relationship Id="rId11" Type="http://schemas.openxmlformats.org/officeDocument/2006/relationships/image" Target="../media/image70.png"/><Relationship Id="rId5" Type="http://schemas.openxmlformats.org/officeDocument/2006/relationships/image" Target="../media/image67.png"/><Relationship Id="rId15" Type="http://schemas.openxmlformats.org/officeDocument/2006/relationships/image" Target="../media/image72.png"/><Relationship Id="rId10" Type="http://schemas.openxmlformats.org/officeDocument/2006/relationships/customXml" Target="../ink/ink32.xml"/><Relationship Id="rId4" Type="http://schemas.openxmlformats.org/officeDocument/2006/relationships/image" Target="../media/image66.png"/><Relationship Id="rId9" Type="http://schemas.openxmlformats.org/officeDocument/2006/relationships/image" Target="../media/image69.png"/><Relationship Id="rId14" Type="http://schemas.openxmlformats.org/officeDocument/2006/relationships/customXml" Target="../ink/ink34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6.xml"/><Relationship Id="rId3" Type="http://schemas.openxmlformats.org/officeDocument/2006/relationships/image" Target="../media/image74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35.xml"/><Relationship Id="rId5" Type="http://schemas.openxmlformats.org/officeDocument/2006/relationships/image" Target="../media/image75.png"/><Relationship Id="rId4" Type="http://schemas.openxmlformats.org/officeDocument/2006/relationships/image" Target="../media/image73.png"/><Relationship Id="rId9" Type="http://schemas.openxmlformats.org/officeDocument/2006/relationships/image" Target="../media/image7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customXml" Target="../ink/ink39.xml"/><Relationship Id="rId3" Type="http://schemas.openxmlformats.org/officeDocument/2006/relationships/image" Target="../media/image79.png"/><Relationship Id="rId7" Type="http://schemas.openxmlformats.org/officeDocument/2006/relationships/image" Target="../media/image81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38.xml"/><Relationship Id="rId5" Type="http://schemas.openxmlformats.org/officeDocument/2006/relationships/image" Target="../media/image80.png"/><Relationship Id="rId4" Type="http://schemas.openxmlformats.org/officeDocument/2006/relationships/customXml" Target="../ink/ink37.xml"/><Relationship Id="rId9" Type="http://schemas.openxmlformats.org/officeDocument/2006/relationships/image" Target="../media/image8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customXml" Target="../ink/ink41.xml"/><Relationship Id="rId3" Type="http://schemas.openxmlformats.org/officeDocument/2006/relationships/image" Target="../media/image84.png"/><Relationship Id="rId7" Type="http://schemas.openxmlformats.org/officeDocument/2006/relationships/image" Target="../media/image87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6.png"/><Relationship Id="rId11" Type="http://schemas.openxmlformats.org/officeDocument/2006/relationships/image" Target="../media/image89.png"/><Relationship Id="rId5" Type="http://schemas.openxmlformats.org/officeDocument/2006/relationships/customXml" Target="../ink/ink40.xml"/><Relationship Id="rId10" Type="http://schemas.openxmlformats.org/officeDocument/2006/relationships/customXml" Target="../ink/ink42.xml"/><Relationship Id="rId4" Type="http://schemas.openxmlformats.org/officeDocument/2006/relationships/image" Target="../media/image85.png"/><Relationship Id="rId9" Type="http://schemas.openxmlformats.org/officeDocument/2006/relationships/image" Target="../media/image8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customXml" Target="../ink/ink43.xml"/><Relationship Id="rId7" Type="http://schemas.openxmlformats.org/officeDocument/2006/relationships/image" Target="../media/image93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44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jpeg"/><Relationship Id="rId1" Type="http://schemas.openxmlformats.org/officeDocument/2006/relationships/slideLayout" Target="../slideLayouts/slideLayout2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Netflix" TargetMode="External"/><Relationship Id="rId2" Type="http://schemas.openxmlformats.org/officeDocument/2006/relationships/hyperlink" Target="https://www.kaggle.com/datasets/shivamb/netflix-shows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6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jpe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jpe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hyperlink" Target="https://www.hbs.edu/faculty/Pages/profile.aspx?facId=320524" TargetMode="Externa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wSXleyrB530?si=rHi5RKf-PmEOAdwP" TargetMode="Externa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" TargetMode="External"/><Relationship Id="rId2" Type="http://schemas.openxmlformats.org/officeDocument/2006/relationships/hyperlink" Target="https://huggingface.co/docs/datasets/en/index" TargetMode="Externa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paperswithcode.com/datasets" TargetMode="External"/><Relationship Id="rId4" Type="http://schemas.openxmlformats.org/officeDocument/2006/relationships/hyperlink" Target="https://archive.ics.uci.edu/datasets" TargetMode="Externa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MGMT590 - Visual Analytics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Session 8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23257" y="3107129"/>
            <a:ext cx="7763458" cy="980239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Dr. Cecilia Ying</a:t>
            </a:r>
          </a:p>
          <a:p>
            <a:r>
              <a:rPr lang="en-US" dirty="0"/>
              <a:t>Updated: 09/23/2025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6434A09-8791-FE41-F957-F1E2789D5D6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Session 8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BA6625-0E26-7511-D16C-B4B7E3D93E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3000" dirty="0"/>
              <a:t>Special graphs “show and tell”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000" dirty="0"/>
              <a:t>Hands-on Exercise Part 1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3200" dirty="0"/>
              <a:t>More </a:t>
            </a:r>
            <a:r>
              <a:rPr lang="en-US" sz="3200" dirty="0" err="1"/>
              <a:t>Colab</a:t>
            </a:r>
            <a:r>
              <a:rPr lang="en-US" sz="3200" dirty="0"/>
              <a:t> – network graphs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000" dirty="0"/>
              <a:t>Kahoot Game 2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000" dirty="0"/>
              <a:t>Hands-on Exercise Part 2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3200" dirty="0"/>
              <a:t>Power BI 101</a:t>
            </a:r>
            <a:endParaRPr lang="en-US" sz="3000" dirty="0"/>
          </a:p>
          <a:p>
            <a:pPr marL="342900" indent="-342900">
              <a:buFont typeface="+mj-lt"/>
              <a:buAutoNum type="arabicPeriod"/>
            </a:pPr>
            <a:endParaRPr lang="en-US" sz="25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22E897E-C59B-0F32-00DF-A1D3FF773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Today’s Agenda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9AC38-EA84-9E15-A237-F1D91BB33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900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colorful letters&#10;&#10;AI-generated content may be incorrect.">
            <a:extLst>
              <a:ext uri="{FF2B5EF4-FFF2-40B4-BE49-F238E27FC236}">
                <a16:creationId xmlns:a16="http://schemas.microsoft.com/office/drawing/2014/main" id="{862E7F5D-94F0-DC5A-B880-3615130EA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7556" y="1543324"/>
            <a:ext cx="6987774" cy="4454706"/>
          </a:xfrm>
          <a:prstGeom prst="rect">
            <a:avLst/>
          </a:prstGeo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E1965D1-4A8A-E6EF-D5DC-216CFF593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</p:spPr>
        <p:txBody>
          <a:bodyPr anchor="ctr">
            <a:normAutofit/>
          </a:bodyPr>
          <a:lstStyle/>
          <a:p>
            <a:r>
              <a:rPr lang="en-US" sz="3400"/>
              <a:t>Special Graph “Show and tell”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984C327-201C-7129-AB78-ADFD35129B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54291"/>
            <a:ext cx="11277600" cy="365760"/>
          </a:xfrm>
        </p:spPr>
        <p:txBody>
          <a:bodyPr>
            <a:normAutofit/>
          </a:bodyPr>
          <a:lstStyle/>
          <a:p>
            <a:r>
              <a:rPr lang="en-US" sz="200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B81377-2517-0457-2882-576520A02D8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0634663" y="6290433"/>
            <a:ext cx="110013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995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69F92-DFA6-E224-38E7-01E7A4351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24A15-4B28-2D92-8004-F9A4E6447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257" y="1812045"/>
            <a:ext cx="9611406" cy="719757"/>
          </a:xfrm>
        </p:spPr>
        <p:txBody>
          <a:bodyPr/>
          <a:lstStyle/>
          <a:p>
            <a:r>
              <a:rPr lang="en-US" dirty="0"/>
              <a:t>Hands-on Practice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D90D70-22F3-C13E-1F70-D9828A94ED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Google </a:t>
            </a:r>
            <a:r>
              <a:rPr lang="en-US" dirty="0" err="1"/>
              <a:t>Colab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6BD7E4-67A1-05F3-643F-0831E256D2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45B33B-797E-C92B-BD11-77DF58C9A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15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9AC20D5-48AB-E8B3-2B88-C9D4C4F392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How is this made?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3B79A81-CD4B-696D-078C-6DC1367B6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Network graph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1EFBAF-B3A2-1F5D-B210-0B7DA5A75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9E2C2E-CFF6-0EE5-EC8C-ED2102C20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570" y="1490162"/>
            <a:ext cx="8583093" cy="463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728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765980C-8DFA-CEE5-38B7-F638B03B91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Open a new blank </a:t>
            </a:r>
            <a:r>
              <a:rPr lang="en-US" dirty="0" err="1"/>
              <a:t>Colab</a:t>
            </a:r>
            <a:r>
              <a:rPr lang="en-US" dirty="0"/>
              <a:t> Notebook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4940751-F679-BAD1-CE4C-13C416AB1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Preparation: First things first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39C7D3-7322-B7BE-2016-AE13192E4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E7439B-CB58-6B6F-60E2-29EB728BF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819" y="1490344"/>
            <a:ext cx="2448267" cy="462979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E22E168-DB0A-1748-E45A-CE1EBBA6A5B5}"/>
                  </a:ext>
                </a:extLst>
              </p14:cNvPr>
              <p14:cNvContentPartPr/>
              <p14:nvPr/>
            </p14:nvContentPartPr>
            <p14:xfrm>
              <a:off x="728695" y="2148397"/>
              <a:ext cx="1623960" cy="8020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E22E168-DB0A-1748-E45A-CE1EBBA6A5B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2695" y="2112757"/>
                <a:ext cx="1695600" cy="87372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A09D688B-74C4-74AC-27BB-E2AFC5676A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8492" y="1417058"/>
            <a:ext cx="5408944" cy="497558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E218D0B-6FF1-B5F8-53AE-F5E1A544D8DC}"/>
                  </a:ext>
                </a:extLst>
              </p14:cNvPr>
              <p14:cNvContentPartPr/>
              <p14:nvPr/>
            </p14:nvContentPartPr>
            <p14:xfrm>
              <a:off x="4345615" y="4313797"/>
              <a:ext cx="1199520" cy="5475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E218D0B-6FF1-B5F8-53AE-F5E1A544D8D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09975" y="4278157"/>
                <a:ext cx="1271160" cy="61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5511F9B-9512-2FD8-357D-8A559701D80C}"/>
                  </a:ext>
                </a:extLst>
              </p14:cNvPr>
              <p14:cNvContentPartPr/>
              <p14:nvPr/>
            </p14:nvContentPartPr>
            <p14:xfrm>
              <a:off x="6639895" y="5317117"/>
              <a:ext cx="1846080" cy="4744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5511F9B-9512-2FD8-357D-8A559701D80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03895" y="5281477"/>
                <a:ext cx="1917720" cy="54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95318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26196E-CE29-AAA4-FDCB-258567D9841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Rename Notebook &amp; Load Data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5F9FF2-7E84-3B8C-3DAA-C8476A92A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Preparation: Step 2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76F77A-BE7A-C6E3-6E65-9993D431C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672CE0-FEFE-3C31-24FB-BD86A98BB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180" y="1543323"/>
            <a:ext cx="5528574" cy="2015803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0AE0BEF0-6CAA-E730-9FFE-52B3AF8E6408}"/>
              </a:ext>
            </a:extLst>
          </p:cNvPr>
          <p:cNvGrpSpPr/>
          <p:nvPr/>
        </p:nvGrpSpPr>
        <p:grpSpPr>
          <a:xfrm>
            <a:off x="3316429" y="1454300"/>
            <a:ext cx="851760" cy="545760"/>
            <a:chOff x="3316429" y="1454300"/>
            <a:chExt cx="851760" cy="5457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82BC819-48FC-C267-2C4C-8DBA0DF8F17A}"/>
                    </a:ext>
                  </a:extLst>
                </p14:cNvPr>
                <p14:cNvContentPartPr/>
                <p14:nvPr/>
              </p14:nvContentPartPr>
              <p14:xfrm>
                <a:off x="3419749" y="1454300"/>
                <a:ext cx="748440" cy="331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82BC819-48FC-C267-2C4C-8DBA0DF8F17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383749" y="1418300"/>
                  <a:ext cx="82008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808AAD6-03EC-F144-F520-F90FED46123F}"/>
                    </a:ext>
                  </a:extLst>
                </p14:cNvPr>
                <p14:cNvContentPartPr/>
                <p14:nvPr/>
              </p14:nvContentPartPr>
              <p14:xfrm>
                <a:off x="3316429" y="1583900"/>
                <a:ext cx="372240" cy="4161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808AAD6-03EC-F144-F520-F90FED46123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280789" y="1548260"/>
                  <a:ext cx="443880" cy="4878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74B0592E-698E-FB80-7F86-222401B755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5217" y="3122714"/>
            <a:ext cx="3124636" cy="2943636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67D8632C-FDD6-D7E7-CB47-DFE458667789}"/>
              </a:ext>
            </a:extLst>
          </p:cNvPr>
          <p:cNvGrpSpPr/>
          <p:nvPr/>
        </p:nvGrpSpPr>
        <p:grpSpPr>
          <a:xfrm>
            <a:off x="3582829" y="5348060"/>
            <a:ext cx="591480" cy="377640"/>
            <a:chOff x="3582829" y="5348060"/>
            <a:chExt cx="591480" cy="37764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E013E5C-DC24-A4DD-2142-26EAAF518448}"/>
                    </a:ext>
                  </a:extLst>
                </p14:cNvPr>
                <p14:cNvContentPartPr/>
                <p14:nvPr/>
              </p14:nvContentPartPr>
              <p14:xfrm>
                <a:off x="3582829" y="5505740"/>
                <a:ext cx="458640" cy="658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E013E5C-DC24-A4DD-2142-26EAAF51844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547189" y="5469740"/>
                  <a:ext cx="5302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AC7FC77-A441-ACD3-2E01-BA1D0E1E3880}"/>
                    </a:ext>
                  </a:extLst>
                </p14:cNvPr>
                <p14:cNvContentPartPr/>
                <p14:nvPr/>
              </p14:nvContentPartPr>
              <p14:xfrm>
                <a:off x="3918709" y="5348060"/>
                <a:ext cx="255600" cy="3776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AC7FC77-A441-ACD3-2E01-BA1D0E1E388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883069" y="5312060"/>
                  <a:ext cx="327240" cy="44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7E797DB-F93A-3A1F-95D5-02A93664E7E9}"/>
                  </a:ext>
                </a:extLst>
              </p14:cNvPr>
              <p14:cNvContentPartPr/>
              <p14:nvPr/>
            </p14:nvContentPartPr>
            <p14:xfrm>
              <a:off x="4475269" y="3642740"/>
              <a:ext cx="682560" cy="7527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7E797DB-F93A-3A1F-95D5-02A93664E7E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439629" y="3607100"/>
                <a:ext cx="754200" cy="824400"/>
              </a:xfrm>
              <a:prstGeom prst="rect">
                <a:avLst/>
              </a:prstGeom>
            </p:spPr>
          </p:pic>
        </mc:Fallback>
      </mc:AlternateContent>
      <p:pic>
        <p:nvPicPr>
          <p:cNvPr id="21" name="Picture 20">
            <a:extLst>
              <a:ext uri="{FF2B5EF4-FFF2-40B4-BE49-F238E27FC236}">
                <a16:creationId xmlns:a16="http://schemas.microsoft.com/office/drawing/2014/main" id="{3D90D1A0-0FE4-C8D9-A482-76B3C7E6F57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11806" y="1608122"/>
            <a:ext cx="4360363" cy="2337154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F73D401C-D90E-D759-0B86-A85867D1C0A7}"/>
              </a:ext>
            </a:extLst>
          </p:cNvPr>
          <p:cNvGrpSpPr/>
          <p:nvPr/>
        </p:nvGrpSpPr>
        <p:grpSpPr>
          <a:xfrm>
            <a:off x="5975029" y="2530340"/>
            <a:ext cx="2788920" cy="1031760"/>
            <a:chOff x="5975029" y="2530340"/>
            <a:chExt cx="2788920" cy="10317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202DE1B-DB69-241F-C381-499C8CD5C534}"/>
                    </a:ext>
                  </a:extLst>
                </p14:cNvPr>
                <p14:cNvContentPartPr/>
                <p14:nvPr/>
              </p14:nvContentPartPr>
              <p14:xfrm>
                <a:off x="5975029" y="2624660"/>
                <a:ext cx="2721600" cy="9374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202DE1B-DB69-241F-C381-499C8CD5C53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939389" y="2589020"/>
                  <a:ext cx="2793240" cy="10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479A4D6-2241-C695-A703-FDB9004402DA}"/>
                    </a:ext>
                  </a:extLst>
                </p14:cNvPr>
                <p14:cNvContentPartPr/>
                <p14:nvPr/>
              </p14:nvContentPartPr>
              <p14:xfrm>
                <a:off x="8442109" y="2530340"/>
                <a:ext cx="321840" cy="3304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479A4D6-2241-C695-A703-FDB9004402D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406469" y="2494700"/>
                  <a:ext cx="393480" cy="4021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8F9D6562-2669-6B30-EAA2-7FAD72BCECE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64993" y="3853254"/>
            <a:ext cx="4143953" cy="2619741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2CBDC97F-BC35-3833-65AD-DE07871C0A2E}"/>
              </a:ext>
            </a:extLst>
          </p:cNvPr>
          <p:cNvGrpSpPr/>
          <p:nvPr/>
        </p:nvGrpSpPr>
        <p:grpSpPr>
          <a:xfrm>
            <a:off x="8302789" y="4933340"/>
            <a:ext cx="2826360" cy="1013040"/>
            <a:chOff x="8302789" y="4933340"/>
            <a:chExt cx="2826360" cy="101304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4D2E548-26E3-C52E-9DA2-809FD858491C}"/>
                    </a:ext>
                  </a:extLst>
                </p14:cNvPr>
                <p14:cNvContentPartPr/>
                <p14:nvPr/>
              </p14:nvContentPartPr>
              <p14:xfrm>
                <a:off x="8302789" y="5421140"/>
                <a:ext cx="1895400" cy="525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4D2E548-26E3-C52E-9DA2-809FD858491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267149" y="5385140"/>
                  <a:ext cx="1967040" cy="59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7637FF3-9449-6FF8-9EA2-59AAA0D3CD43}"/>
                    </a:ext>
                  </a:extLst>
                </p14:cNvPr>
                <p14:cNvContentPartPr/>
                <p14:nvPr/>
              </p14:nvContentPartPr>
              <p14:xfrm>
                <a:off x="10887589" y="4933340"/>
                <a:ext cx="86040" cy="3081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7637FF3-9449-6FF8-9EA2-59AAA0D3CD4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851589" y="4897340"/>
                  <a:ext cx="15768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37EAEA0-3C07-6F80-0452-7D4358439B6D}"/>
                    </a:ext>
                  </a:extLst>
                </p14:cNvPr>
                <p14:cNvContentPartPr/>
                <p14:nvPr/>
              </p14:nvContentPartPr>
              <p14:xfrm>
                <a:off x="10877149" y="5087420"/>
                <a:ext cx="252000" cy="250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37EAEA0-3C07-6F80-0452-7D4358439B6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841149" y="5051420"/>
                  <a:ext cx="323640" cy="322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26506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D3FBC3-D963-B418-C3E0-25E6E336C6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Here’s how it should look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D456F18-2C70-8A43-89C2-0DD1D5CB8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1: Loading the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1F3573-6CC7-642B-282A-E212CE92E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927764-B122-F4A0-5B27-1DD99CC69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13" y="1747245"/>
            <a:ext cx="10803989" cy="393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792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386DCA3-476D-2565-60CB-49E04C44F5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What is relevant?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186A09-799B-AC03-2D6A-3E9CE45C9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2: Inspect the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B9CDBC-B28D-3F4E-7A01-FB5E118B9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7F9CB4-5FBC-BF71-AF28-785645918CEB}"/>
              </a:ext>
            </a:extLst>
          </p:cNvPr>
          <p:cNvSpPr txBox="1"/>
          <p:nvPr/>
        </p:nvSpPr>
        <p:spPr>
          <a:xfrm>
            <a:off x="712269" y="1674796"/>
            <a:ext cx="43409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we are interested in the network of who is working with whom, then ‘cast’ and ‘director’ would be the two features we are interested in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3799E4-37A8-DEA8-1C24-DCF851D33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269" y="2975738"/>
            <a:ext cx="6460731" cy="29985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9C04FF8-3DB6-7D76-77B9-986F60F74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7944" y="2255125"/>
            <a:ext cx="9716856" cy="364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688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A01E2-BC6B-0322-6E86-083CD74AD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EE227AF-79F2-1BE8-7396-117C00233E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What is relevant?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A94E185-D1FD-6FE5-FE8B-4E0BDD8A4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2.1: Trim the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A6BB51-F1A5-F16F-F89A-63E013DE6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40C562-1B92-26FD-9837-4130C7D1F75F}"/>
              </a:ext>
            </a:extLst>
          </p:cNvPr>
          <p:cNvSpPr txBox="1"/>
          <p:nvPr/>
        </p:nvSpPr>
        <p:spPr>
          <a:xfrm>
            <a:off x="2092615" y="1515043"/>
            <a:ext cx="71187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Trim down the dataset to work only with the features we care about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Faster and easier to process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3FFFE3C-6991-6C5E-37DD-A1EFF6A8E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807" y="2295834"/>
            <a:ext cx="9716856" cy="364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535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D445336-B51E-60A6-49DA-5854E29384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Directors: highest number of movies?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D9BA1FD-CB9D-EE60-E3FF-930E510E5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2.2: Inspect features specific to what we want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20ADD8-C0DA-2D57-89BC-08DA4DA26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20362C-3FA6-9241-A62A-082927AFF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941" y="1612460"/>
            <a:ext cx="4530080" cy="42912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4BF04DA-4E87-1DE7-7BD1-1F85DAA75121}"/>
              </a:ext>
            </a:extLst>
          </p:cNvPr>
          <p:cNvSpPr txBox="1"/>
          <p:nvPr/>
        </p:nvSpPr>
        <p:spPr>
          <a:xfrm>
            <a:off x="5754654" y="1586865"/>
            <a:ext cx="542990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What other statistics or information would we want to know?</a:t>
            </a:r>
          </a:p>
          <a:p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Is it available from the current dataset?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If not, where can we find that information?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47DCFD-A842-E47F-AF2A-3EEF2774D2DE}"/>
              </a:ext>
            </a:extLst>
          </p:cNvPr>
          <p:cNvSpPr txBox="1"/>
          <p:nvPr/>
        </p:nvSpPr>
        <p:spPr>
          <a:xfrm>
            <a:off x="5754654" y="3780051"/>
            <a:ext cx="584378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Other information that might be useful?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/>
              <a:t>What we if filter for only most recent movies from the last 5 years?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/>
              <a:t>Does that change our “big idea” / insight?</a:t>
            </a:r>
          </a:p>
        </p:txBody>
      </p:sp>
    </p:spTree>
    <p:extLst>
      <p:ext uri="{BB962C8B-B14F-4D97-AF65-F5344CB8AC3E}">
        <p14:creationId xmlns:p14="http://schemas.microsoft.com/office/powerpoint/2010/main" val="2248276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E5B694-ED2D-E9C1-27FD-7DF256A1DD6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Network graph of who’s working with whom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B93DF28-1BA9-AD31-7C1B-4399715E3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3: Visualization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BD5B04-805E-1646-6786-BC6FC0CFE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D582CC-E84E-2951-3D14-EB5B623DC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348" y="1819175"/>
            <a:ext cx="5446161" cy="35748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3B0CEB8-767A-CA5E-7013-6FDCDC140E6F}"/>
              </a:ext>
            </a:extLst>
          </p:cNvPr>
          <p:cNvSpPr txBox="1"/>
          <p:nvPr/>
        </p:nvSpPr>
        <p:spPr>
          <a:xfrm>
            <a:off x="6333423" y="1289173"/>
            <a:ext cx="44949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Individual cast and directors as </a:t>
            </a:r>
            <a:r>
              <a:rPr lang="en-US" b="1" dirty="0"/>
              <a:t>nodes</a:t>
            </a:r>
          </a:p>
          <a:p>
            <a:endParaRPr lang="en-US" dirty="0"/>
          </a:p>
          <a:p>
            <a:r>
              <a:rPr lang="en-US" dirty="0"/>
              <a:t>If they worked together on the same show or movie, then they will be connected via </a:t>
            </a:r>
            <a:r>
              <a:rPr lang="en-US" b="1" dirty="0"/>
              <a:t>edges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EF2AFB-D5CA-0FD2-AD97-B6D1D11C400A}"/>
              </a:ext>
            </a:extLst>
          </p:cNvPr>
          <p:cNvSpPr txBox="1"/>
          <p:nvPr/>
        </p:nvSpPr>
        <p:spPr>
          <a:xfrm>
            <a:off x="6458552" y="2769219"/>
            <a:ext cx="43698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My design choice: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Filtered by “top 10” director based on the number of movies included in the dataset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3E2596-BA64-4AC0-893A-891BAA78EF50}"/>
              </a:ext>
            </a:extLst>
          </p:cNvPr>
          <p:cNvSpPr txBox="1"/>
          <p:nvPr/>
        </p:nvSpPr>
        <p:spPr>
          <a:xfrm>
            <a:off x="6458551" y="4086276"/>
            <a:ext cx="436986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Other design choices: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No filtered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Include cast and directors from both movies and tv shows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Filter for recent works only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Many, many, MANY other choices you can make</a:t>
            </a:r>
          </a:p>
        </p:txBody>
      </p:sp>
    </p:spTree>
    <p:extLst>
      <p:ext uri="{BB962C8B-B14F-4D97-AF65-F5344CB8AC3E}">
        <p14:creationId xmlns:p14="http://schemas.microsoft.com/office/powerpoint/2010/main" val="752423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5F1FB2E-F92A-D322-03E6-596665A37E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Dealer’s choice at this point…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4927706-FBE7-DDE9-9649-B0A62E697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3.1: Design of the visual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C35DB0-4A4C-7B3F-1497-2F832675D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979283D-A7EF-C245-0653-424B856A23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142" y="1320051"/>
            <a:ext cx="4661301" cy="4697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D7BA4E-CF53-26B1-CDB8-AB2B8ABA7E49}"/>
              </a:ext>
            </a:extLst>
          </p:cNvPr>
          <p:cNvSpPr txBox="1"/>
          <p:nvPr/>
        </p:nvSpPr>
        <p:spPr>
          <a:xfrm>
            <a:off x="457200" y="5349711"/>
            <a:ext cx="2264611" cy="55399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Matplotlib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4BF7B4-47E6-01D9-776D-3A877DB08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443" y="1663860"/>
            <a:ext cx="6129357" cy="40668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17A9352-65AA-96C0-4185-C4E3F9DDAB5C}"/>
              </a:ext>
            </a:extLst>
          </p:cNvPr>
          <p:cNvSpPr txBox="1"/>
          <p:nvPr/>
        </p:nvSpPr>
        <p:spPr>
          <a:xfrm>
            <a:off x="9582152" y="5349711"/>
            <a:ext cx="2264611" cy="55399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000" dirty="0" err="1"/>
              <a:t>Plotly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538920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7C3462-72CF-1989-9C42-D34D0CC1EB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454099-DF82-7DD5-269B-5A61AF650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Game on… GAME 2!!!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D39742-6D25-BE28-9B60-B80052761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7CFC16C-F108-0BD0-9F4B-2BFEABEE7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37" y="1433705"/>
            <a:ext cx="2385063" cy="76189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1672EFE-27DB-8042-E2E6-5202B9C7F066}"/>
              </a:ext>
            </a:extLst>
          </p:cNvPr>
          <p:cNvSpPr txBox="1"/>
          <p:nvPr/>
        </p:nvSpPr>
        <p:spPr>
          <a:xfrm>
            <a:off x="925065" y="2441448"/>
            <a:ext cx="76977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Go to </a:t>
            </a:r>
            <a:r>
              <a:rPr lang="en-US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https://kahoot.it/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or open the Kahoot mobile app and tap </a:t>
            </a:r>
            <a:r>
              <a:rPr lang="en-US" b="1" dirty="0"/>
              <a:t>Join</a:t>
            </a:r>
          </a:p>
          <a:p>
            <a:pPr marL="342900" indent="-342900">
              <a:buAutoNum type="arabicPeriod"/>
            </a:pPr>
            <a:r>
              <a:rPr lang="en-US" b="1" dirty="0"/>
              <a:t>Enter </a:t>
            </a:r>
            <a:r>
              <a:rPr lang="en-US" dirty="0"/>
              <a:t>the game </a:t>
            </a:r>
            <a:r>
              <a:rPr lang="en-US" b="1" dirty="0"/>
              <a:t>PIN</a:t>
            </a:r>
          </a:p>
          <a:p>
            <a:pPr marL="342900" indent="-342900">
              <a:buAutoNum type="arabicPeriod"/>
            </a:pPr>
            <a:r>
              <a:rPr lang="en-US" b="1" dirty="0"/>
              <a:t>Enter your name and join</a:t>
            </a:r>
          </a:p>
          <a:p>
            <a:pPr marL="342900" indent="-342900">
              <a:buAutoNum type="arabicPeriod"/>
            </a:pPr>
            <a:endParaRPr lang="en-US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C34710E-D457-8B2C-B167-C339A3E341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0306" y="2976745"/>
            <a:ext cx="7009654" cy="3378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921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C98A5-356B-4FA5-93BF-CE701C05E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96CE7-38E9-2B0D-3D89-B3DDC59F6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257" y="1812045"/>
            <a:ext cx="9611406" cy="719757"/>
          </a:xfrm>
        </p:spPr>
        <p:txBody>
          <a:bodyPr/>
          <a:lstStyle/>
          <a:p>
            <a:r>
              <a:rPr lang="en-US" dirty="0"/>
              <a:t>Hands-on Practice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69C405-A17E-CA53-CD93-2A9B1B2019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Getting Started with Power BI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51F322-4E28-9DC1-5651-FF38FFF40F7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6EEC25-2453-CD16-CA13-22BA5F9AB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8857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F08CA3-3BD4-D0C7-4D59-2D26E282D62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Purdue emails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2AF59D8-1265-1FF1-8A8C-2C001E407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Account Setup &amp; Sign in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D0273-1DEA-7FF2-AF08-588DBC6CB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E08604-8772-6EA4-7775-CA3262A78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839" y="1430885"/>
            <a:ext cx="5076990" cy="39962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0DFD5D6-9B3B-6F67-7486-6A34D088FAA4}"/>
              </a:ext>
            </a:extLst>
          </p:cNvPr>
          <p:cNvSpPr txBox="1"/>
          <p:nvPr/>
        </p:nvSpPr>
        <p:spPr>
          <a:xfrm>
            <a:off x="2453639" y="5821080"/>
            <a:ext cx="54341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https://app.powerbi.com/learn?experience=power-bi</a:t>
            </a:r>
            <a:endParaRPr lang="en-US" dirty="0"/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B9328C6-7D16-63D3-0954-390B9C23BB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180" y="1971469"/>
            <a:ext cx="2860917" cy="250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040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9D6F51-6C59-D6A2-A485-AE59844297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20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https://microsoftlearning.github.io/DP-900T00A-Azure-Data-Fundamentals/Instructions/Labs/dp900-pbi-06-lab.html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AD81F1-3D79-A7CD-AA88-2069C5FCA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Power BI 101 – Explore Fundamentals of Data Visualization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1D66BC-7577-D356-4A12-2BEC99792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1FC60A-9DCE-3C9A-1B2B-1EF4C789B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221" y="1543323"/>
            <a:ext cx="7554411" cy="4481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290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CD929D-6A6C-BC7E-845B-F129266428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https://learn.microsoft.com/en-us/training/modules/get-started-with-power-bi/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FB91382-F72D-756E-AA4A-6062DC6F4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with Power BI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C09B62-D62B-7291-7BD9-8447930D1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9715BB-6D02-ED67-128B-5E0FE64E2B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86" y="1543323"/>
            <a:ext cx="7763958" cy="44202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7D50CE-2E50-A808-5274-64C6D6912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8111" y="1543323"/>
            <a:ext cx="3686689" cy="416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2515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EB2C8AA-F462-D6D0-30B6-74BA84EF33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https://learn.microsoft.com/en-us/power-bi/collaborate-share/service-power-bi-powerpoint-add-in-about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34B50DE-B086-DB12-79F3-848FFE4E8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Storytelling with Power BI in PowerPoint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990B3D-8157-97DC-CB49-1EE999C05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1E1186-DE34-8532-2E41-2DA92FCF6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034" y="1416624"/>
            <a:ext cx="5147726" cy="5162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7571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32AA5A-7B7C-FB8F-FA0F-303818135A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Two different options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D9B1FB-CED7-874D-D67E-007EE8356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Power BI Service (web) vs. Desktop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429B7E-ED5C-7AC4-3229-1CD59ED3F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1026" name="Picture 2" descr="Power BI Service vs Desktop: Key Differences &amp; Use Cases">
            <a:extLst>
              <a:ext uri="{FF2B5EF4-FFF2-40B4-BE49-F238E27FC236}">
                <a16:creationId xmlns:a16="http://schemas.microsoft.com/office/drawing/2014/main" id="{CBAAAFD6-4C87-9E30-C1FB-1E4B5D9709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6393" y="1543323"/>
            <a:ext cx="6200775" cy="430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43C57C-E217-1CF4-D125-559F5C70EDAC}"/>
              </a:ext>
            </a:extLst>
          </p:cNvPr>
          <p:cNvSpPr txBox="1"/>
          <p:nvPr/>
        </p:nvSpPr>
        <p:spPr>
          <a:xfrm>
            <a:off x="457200" y="3147461"/>
            <a:ext cx="21741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Desktop: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For building the visualization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A65039-969B-74FC-9FEA-4D6207BBC2BA}"/>
              </a:ext>
            </a:extLst>
          </p:cNvPr>
          <p:cNvSpPr txBox="1"/>
          <p:nvPr/>
        </p:nvSpPr>
        <p:spPr>
          <a:xfrm>
            <a:off x="9342237" y="3147461"/>
            <a:ext cx="21741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Service: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Can also create reports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More for sharing and viewing</a:t>
            </a:r>
          </a:p>
        </p:txBody>
      </p:sp>
    </p:spTree>
    <p:extLst>
      <p:ext uri="{BB962C8B-B14F-4D97-AF65-F5344CB8AC3E}">
        <p14:creationId xmlns:p14="http://schemas.microsoft.com/office/powerpoint/2010/main" val="9108589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A869D2D-23E6-89C2-DD90-B26B587C23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From “Home”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331515-2DE3-9314-57BC-BBF19C67C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1: Ways to load the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CA5BDB-3830-3C56-CBA2-B35B7C611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758AB5-8993-3030-111D-7D56A2B54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374" y="1543323"/>
            <a:ext cx="4458322" cy="2734057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8FEAF2F4-8420-CBA8-77CF-CB7B29D103E1}"/>
              </a:ext>
            </a:extLst>
          </p:cNvPr>
          <p:cNvGrpSpPr/>
          <p:nvPr/>
        </p:nvGrpSpPr>
        <p:grpSpPr>
          <a:xfrm>
            <a:off x="585985" y="2089364"/>
            <a:ext cx="1445760" cy="780480"/>
            <a:chOff x="585985" y="2089364"/>
            <a:chExt cx="1445760" cy="78048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1239B94-4D59-92B5-E0E3-2F26EF09CE91}"/>
                    </a:ext>
                  </a:extLst>
                </p14:cNvPr>
                <p14:cNvContentPartPr/>
                <p14:nvPr/>
              </p14:nvContentPartPr>
              <p14:xfrm>
                <a:off x="585985" y="2089364"/>
                <a:ext cx="666360" cy="7804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1239B94-4D59-92B5-E0E3-2F26EF09CE9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49985" y="2053724"/>
                  <a:ext cx="738000" cy="85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212340B-DF6B-0849-8993-7FB1FCDC053B}"/>
                    </a:ext>
                  </a:extLst>
                </p14:cNvPr>
                <p14:cNvContentPartPr/>
                <p14:nvPr/>
              </p14:nvContentPartPr>
              <p14:xfrm>
                <a:off x="1385905" y="2511644"/>
                <a:ext cx="616680" cy="565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212340B-DF6B-0849-8993-7FB1FCDC053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349905" y="2476004"/>
                  <a:ext cx="6883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88518A1-E908-8670-51A7-0427F68AE091}"/>
                    </a:ext>
                  </a:extLst>
                </p14:cNvPr>
                <p14:cNvContentPartPr/>
                <p14:nvPr/>
              </p14:nvContentPartPr>
              <p14:xfrm>
                <a:off x="1728985" y="2338484"/>
                <a:ext cx="302760" cy="475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88518A1-E908-8670-51A7-0427F68AE09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692985" y="2302844"/>
                  <a:ext cx="374400" cy="5468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32D7951D-0F79-82D3-5FBA-ACB85DC6A6B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26383" y="3072434"/>
            <a:ext cx="8233844" cy="2871984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50B05383-BF09-271C-A9AD-29BA678076B9}"/>
              </a:ext>
            </a:extLst>
          </p:cNvPr>
          <p:cNvGrpSpPr/>
          <p:nvPr/>
        </p:nvGrpSpPr>
        <p:grpSpPr>
          <a:xfrm>
            <a:off x="3522865" y="2887484"/>
            <a:ext cx="2008440" cy="923040"/>
            <a:chOff x="3522865" y="2887484"/>
            <a:chExt cx="2008440" cy="92304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890F840-1FED-EDDC-109D-79B2CBBEAAC3}"/>
                    </a:ext>
                  </a:extLst>
                </p14:cNvPr>
                <p14:cNvContentPartPr/>
                <p14:nvPr/>
              </p14:nvContentPartPr>
              <p14:xfrm>
                <a:off x="3522865" y="2887484"/>
                <a:ext cx="1879920" cy="7052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890F840-1FED-EDDC-109D-79B2CBBEAAC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487225" y="2851484"/>
                  <a:ext cx="1951560" cy="77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8A77788-B299-83C9-0DC3-9DD1B610ACFE}"/>
                    </a:ext>
                  </a:extLst>
                </p14:cNvPr>
                <p14:cNvContentPartPr/>
                <p14:nvPr/>
              </p14:nvContentPartPr>
              <p14:xfrm>
                <a:off x="5349145" y="3426404"/>
                <a:ext cx="182160" cy="3841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8A77788-B299-83C9-0DC3-9DD1B610ACF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313145" y="3390404"/>
                  <a:ext cx="253800" cy="4557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AB80318B-FB42-6C33-EBFC-F98B72F55584}"/>
              </a:ext>
            </a:extLst>
          </p:cNvPr>
          <p:cNvSpPr txBox="1"/>
          <p:nvPr/>
        </p:nvSpPr>
        <p:spPr>
          <a:xfrm>
            <a:off x="6323798" y="1258901"/>
            <a:ext cx="4458322" cy="1585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Different ways to load your data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Supports different formats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Supports different channels (upload a file directly, connect through a URL or database, etc.)</a:t>
            </a:r>
          </a:p>
        </p:txBody>
      </p:sp>
    </p:spTree>
    <p:extLst>
      <p:ext uri="{BB962C8B-B14F-4D97-AF65-F5344CB8AC3E}">
        <p14:creationId xmlns:p14="http://schemas.microsoft.com/office/powerpoint/2010/main" val="19728837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92C3300-E4EA-045F-E9A1-7E75098A44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B08933A-66A0-1497-18E6-7B0B0E18D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Load data from “Create”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43D0E-D407-2182-F732-C4815D7C7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814E22-893F-83D3-DE02-5E5488C63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458" y="1856300"/>
            <a:ext cx="9994305" cy="3094298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275C2DE-4AA5-6113-5BF2-0750795E3604}"/>
              </a:ext>
            </a:extLst>
          </p:cNvPr>
          <p:cNvGrpSpPr/>
          <p:nvPr/>
        </p:nvGrpSpPr>
        <p:grpSpPr>
          <a:xfrm>
            <a:off x="1257120" y="2067840"/>
            <a:ext cx="332640" cy="336960"/>
            <a:chOff x="1257120" y="2067840"/>
            <a:chExt cx="332640" cy="33696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0D85D42-94CD-C318-ABCA-F61E595FDBE5}"/>
                    </a:ext>
                  </a:extLst>
                </p14:cNvPr>
                <p14:cNvContentPartPr/>
                <p14:nvPr/>
              </p14:nvContentPartPr>
              <p14:xfrm>
                <a:off x="1257120" y="2197080"/>
                <a:ext cx="332640" cy="90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0D85D42-94CD-C318-ABCA-F61E595FDBE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221120" y="2161080"/>
                  <a:ext cx="4042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378F976-E5EF-FE4E-0DCA-2F4D413E282A}"/>
                    </a:ext>
                  </a:extLst>
                </p14:cNvPr>
                <p14:cNvContentPartPr/>
                <p14:nvPr/>
              </p14:nvContentPartPr>
              <p14:xfrm>
                <a:off x="1295280" y="2209320"/>
                <a:ext cx="53280" cy="1954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378F976-E5EF-FE4E-0DCA-2F4D413E282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259640" y="2173680"/>
                  <a:ext cx="12492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DED4229-4AE9-C50A-DFE8-7BCD64A4FF42}"/>
                    </a:ext>
                  </a:extLst>
                </p14:cNvPr>
                <p14:cNvContentPartPr/>
                <p14:nvPr/>
              </p14:nvContentPartPr>
              <p14:xfrm>
                <a:off x="1307880" y="2067840"/>
                <a:ext cx="169560" cy="403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DED4229-4AE9-C50A-DFE8-7BCD64A4FF4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72240" y="2032200"/>
                  <a:ext cx="241200" cy="111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067981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607819E-8073-C268-CB48-40466D168F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843FEE-D377-3046-86F9-F91EE3E50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1.1: Upload a csv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36F1FE-9963-BAED-7F90-902A42052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D0A2F8-D691-07F2-AB61-46AFEED65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26" y="1137171"/>
            <a:ext cx="6362747" cy="22193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5DD9E9-302D-1550-4A77-7EF7FD0DC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25526"/>
            <a:ext cx="5984887" cy="486490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1B6CD15-0CE4-0C37-F970-70D1486CEC06}"/>
                  </a:ext>
                </a:extLst>
              </p14:cNvPr>
              <p14:cNvContentPartPr/>
              <p14:nvPr/>
            </p14:nvContentPartPr>
            <p14:xfrm>
              <a:off x="2577865" y="1957244"/>
              <a:ext cx="1582920" cy="11638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1B6CD15-0CE4-0C37-F970-70D1486CEC0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41865" y="1921604"/>
                <a:ext cx="1654560" cy="123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03207218-09BF-4143-A8B5-F34F162E8068}"/>
              </a:ext>
            </a:extLst>
          </p:cNvPr>
          <p:cNvGrpSpPr/>
          <p:nvPr/>
        </p:nvGrpSpPr>
        <p:grpSpPr>
          <a:xfrm>
            <a:off x="4158265" y="1272524"/>
            <a:ext cx="3639600" cy="883800"/>
            <a:chOff x="4158265" y="1272524"/>
            <a:chExt cx="3639600" cy="88380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C9C4B2A-A6DB-2A90-C8E9-C0B4CEAC6551}"/>
                    </a:ext>
                  </a:extLst>
                </p14:cNvPr>
                <p14:cNvContentPartPr/>
                <p14:nvPr/>
              </p14:nvContentPartPr>
              <p14:xfrm>
                <a:off x="4158265" y="1272524"/>
                <a:ext cx="3557520" cy="8838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C9C4B2A-A6DB-2A90-C8E9-C0B4CEAC655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122265" y="1236884"/>
                  <a:ext cx="3629160" cy="9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EFC4AD7-B203-E2AD-46D1-F41485C87DA3}"/>
                    </a:ext>
                  </a:extLst>
                </p14:cNvPr>
                <p14:cNvContentPartPr/>
                <p14:nvPr/>
              </p14:nvContentPartPr>
              <p14:xfrm>
                <a:off x="7370905" y="1553684"/>
                <a:ext cx="426960" cy="468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EFC4AD7-B203-E2AD-46D1-F41485C87DA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335265" y="1517684"/>
                  <a:ext cx="498600" cy="54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2D0BB00-B521-AABE-AC2D-D50EAD4EBE9A}"/>
              </a:ext>
            </a:extLst>
          </p:cNvPr>
          <p:cNvGrpSpPr/>
          <p:nvPr/>
        </p:nvGrpSpPr>
        <p:grpSpPr>
          <a:xfrm>
            <a:off x="9673105" y="2059844"/>
            <a:ext cx="491760" cy="677520"/>
            <a:chOff x="9673105" y="2059844"/>
            <a:chExt cx="491760" cy="67752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87FD605-5434-CC9D-1F5A-E3E8C60C53ED}"/>
                    </a:ext>
                  </a:extLst>
                </p14:cNvPr>
                <p14:cNvContentPartPr/>
                <p14:nvPr/>
              </p14:nvContentPartPr>
              <p14:xfrm>
                <a:off x="9849505" y="2059844"/>
                <a:ext cx="315360" cy="5742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87FD605-5434-CC9D-1F5A-E3E8C60C53E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813505" y="2024204"/>
                  <a:ext cx="387000" cy="64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31DDDFD-D5F1-EBA2-C7EF-5B7737518C15}"/>
                    </a:ext>
                  </a:extLst>
                </p14:cNvPr>
                <p14:cNvContentPartPr/>
                <p14:nvPr/>
              </p14:nvContentPartPr>
              <p14:xfrm>
                <a:off x="9673105" y="2425244"/>
                <a:ext cx="483840" cy="3121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31DDDFD-D5F1-EBA2-C7EF-5B7737518C1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637465" y="2389244"/>
                  <a:ext cx="555480" cy="3837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9A532D08-0832-337D-3B3F-0FDD7F88F24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10029" y="3850087"/>
            <a:ext cx="6258798" cy="219105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B7FC251F-EDB9-1DC9-9B45-5B5236259F27}"/>
                  </a:ext>
                </a:extLst>
              </p14:cNvPr>
              <p14:cNvContentPartPr/>
              <p14:nvPr/>
            </p14:nvContentPartPr>
            <p14:xfrm>
              <a:off x="5065825" y="3195644"/>
              <a:ext cx="1672200" cy="19443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B7FC251F-EDB9-1DC9-9B45-5B5236259F2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029825" y="3160004"/>
                <a:ext cx="1743840" cy="20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7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D24BF1BC-15D8-431E-1EE9-FDF512192DE9}"/>
                  </a:ext>
                </a:extLst>
              </p14:cNvPr>
              <p14:cNvContentPartPr/>
              <p14:nvPr/>
            </p14:nvContentPartPr>
            <p14:xfrm>
              <a:off x="4956745" y="4937684"/>
              <a:ext cx="553680" cy="2761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D24BF1BC-15D8-431E-1EE9-FDF512192DE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921105" y="4901684"/>
                <a:ext cx="625320" cy="34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9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EE69B0E-610B-C1BA-21F4-F9B82A544278}"/>
                  </a:ext>
                </a:extLst>
              </p14:cNvPr>
              <p14:cNvContentPartPr/>
              <p14:nvPr/>
            </p14:nvContentPartPr>
            <p14:xfrm>
              <a:off x="1385905" y="5399564"/>
              <a:ext cx="2387520" cy="579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EE69B0E-610B-C1BA-21F4-F9B82A544278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349905" y="5363564"/>
                <a:ext cx="2459160" cy="12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90314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73B9F36-0754-3341-9F3B-6223D16257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E50AE93-3D78-9AB1-A2D7-85BEAF8D6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1.2: Inspect the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E3D338-D2B3-2D9E-22B5-7E2BBD2BB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F0CE66-6BA2-A78B-4D13-993A730E8F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965"/>
          <a:stretch>
            <a:fillRect/>
          </a:stretch>
        </p:blipFill>
        <p:spPr>
          <a:xfrm>
            <a:off x="840740" y="1137171"/>
            <a:ext cx="8158633" cy="49955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D3DBDC-44B7-7BA3-06E2-14EF423A1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4519" y="2492743"/>
            <a:ext cx="3315163" cy="24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9869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FCF1765-2A44-22EE-A796-A18D727D6A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Data, Visualizations, Filters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CFA2A1F-0FD5-2CE3-61CB-2D4AC4596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2: Building your first report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872ADD-A34E-03D6-E48C-694626C2A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0D669A-A824-5005-41FA-2CE4F6FE5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008" y="1320051"/>
            <a:ext cx="4770420" cy="53903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AD16795-B7C1-8983-85E7-A481C549403F}"/>
              </a:ext>
            </a:extLst>
          </p:cNvPr>
          <p:cNvSpPr txBox="1"/>
          <p:nvPr/>
        </p:nvSpPr>
        <p:spPr>
          <a:xfrm>
            <a:off x="5313145" y="1320051"/>
            <a:ext cx="29768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Start building your first report with the YouTube data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Data</a:t>
            </a:r>
            <a:r>
              <a:rPr lang="en-US" dirty="0"/>
              <a:t> tab: Select “category” and “duration”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Visualization</a:t>
            </a:r>
            <a:r>
              <a:rPr lang="en-US" dirty="0"/>
              <a:t> tab: Select “stacked column chart”</a:t>
            </a: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E975EF-52C8-C1EC-88B6-57E1D74DB1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0550" y="2055903"/>
            <a:ext cx="1502997" cy="42345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F4474E7-595D-C790-727A-8E2FF297C6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4105" y="900126"/>
            <a:ext cx="1458899" cy="539030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B6F47D0-2788-B50A-C524-F9D7CC7864D9}"/>
                  </a:ext>
                </a:extLst>
              </p14:cNvPr>
              <p14:cNvContentPartPr/>
              <p14:nvPr/>
            </p14:nvContentPartPr>
            <p14:xfrm>
              <a:off x="8585545" y="3310484"/>
              <a:ext cx="192960" cy="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B6F47D0-2788-B50A-C524-F9D7CC7864D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549545" y="3274484"/>
                <a:ext cx="2646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679EE76-12F3-F313-E1A3-7D36556ACA8C}"/>
                  </a:ext>
                </a:extLst>
              </p14:cNvPr>
              <p14:cNvContentPartPr/>
              <p14:nvPr/>
            </p14:nvContentPartPr>
            <p14:xfrm>
              <a:off x="8550985" y="3368804"/>
              <a:ext cx="312120" cy="8150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679EE76-12F3-F313-E1A3-7D36556ACA8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514985" y="3333164"/>
                <a:ext cx="383760" cy="886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966E7C18-EDD4-32D4-C362-72BD8D5AC28C}"/>
              </a:ext>
            </a:extLst>
          </p:cNvPr>
          <p:cNvGrpSpPr/>
          <p:nvPr/>
        </p:nvGrpSpPr>
        <p:grpSpPr>
          <a:xfrm>
            <a:off x="10683625" y="885884"/>
            <a:ext cx="291960" cy="719280"/>
            <a:chOff x="10683625" y="885884"/>
            <a:chExt cx="291960" cy="71928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490F19A-B8F8-6589-3565-DBF5665E8332}"/>
                    </a:ext>
                  </a:extLst>
                </p14:cNvPr>
                <p14:cNvContentPartPr/>
                <p14:nvPr/>
              </p14:nvContentPartPr>
              <p14:xfrm>
                <a:off x="10808185" y="1347404"/>
                <a:ext cx="20520" cy="209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490F19A-B8F8-6589-3565-DBF5665E833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772545" y="1311764"/>
                  <a:ext cx="9216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5155291-9A34-72F3-2614-6A7857316D9E}"/>
                    </a:ext>
                  </a:extLst>
                </p14:cNvPr>
                <p14:cNvContentPartPr/>
                <p14:nvPr/>
              </p14:nvContentPartPr>
              <p14:xfrm>
                <a:off x="10683625" y="1441004"/>
                <a:ext cx="291960" cy="1641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5155291-9A34-72F3-2614-6A7857316D9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647985" y="1405004"/>
                  <a:ext cx="3636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6787AD5-4A8D-374D-5E1F-AE681297B0E0}"/>
                    </a:ext>
                  </a:extLst>
                </p14:cNvPr>
                <p14:cNvContentPartPr/>
                <p14:nvPr/>
              </p14:nvContentPartPr>
              <p14:xfrm>
                <a:off x="10838065" y="885884"/>
                <a:ext cx="37440" cy="4716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6787AD5-4A8D-374D-5E1F-AE681297B0E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802065" y="849884"/>
                  <a:ext cx="109080" cy="5432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5D977D77-1B93-8C27-D59C-DA98E65E299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66328" y="3628375"/>
            <a:ext cx="3804099" cy="290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221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4F47458-5BC4-FC78-8D6A-9DF676C7CF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Sum of duration -&gt; maximum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12DDEAD-64BD-A523-F76D-92C94F714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2.1: Aggregated to non-aggregated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53C195-49BB-CE63-D0EF-67B2C5610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351124-9C8E-A910-64E2-EFB005FC5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8073" y="1137171"/>
            <a:ext cx="2547656" cy="53853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CF55066-0016-6D38-1C22-FC854CC6CDEF}"/>
              </a:ext>
            </a:extLst>
          </p:cNvPr>
          <p:cNvSpPr txBox="1"/>
          <p:nvPr/>
        </p:nvSpPr>
        <p:spPr>
          <a:xfrm>
            <a:off x="385011" y="1543323"/>
            <a:ext cx="355172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Value for “duration” is defaulted to be “sum of duration”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Assumed to be the most common aggregated form to be included in reports for something like duration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You can change it to another form of aggregated value like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Average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Count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Or a non-aggregated value like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Minimum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Maximum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Click on the dropdown arrow of the variable you want to change “sum” to “minimum”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780BFE-3FF7-5909-FB98-CCDA67116B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5" y="1137171"/>
            <a:ext cx="3198960" cy="24438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F5B5078-B66A-3BD9-11ED-DFE8C74E92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7069" y="3652007"/>
            <a:ext cx="3356255" cy="2556288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632B069-105F-AF13-6D29-81B1F80536C7}"/>
              </a:ext>
            </a:extLst>
          </p:cNvPr>
          <p:cNvGrpSpPr/>
          <p:nvPr/>
        </p:nvGrpSpPr>
        <p:grpSpPr>
          <a:xfrm>
            <a:off x="10180345" y="2579324"/>
            <a:ext cx="621000" cy="1961280"/>
            <a:chOff x="10180345" y="2579324"/>
            <a:chExt cx="621000" cy="196128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EC119DA-553E-C21E-18FD-CE672F7C2CC8}"/>
                    </a:ext>
                  </a:extLst>
                </p14:cNvPr>
                <p14:cNvContentPartPr/>
                <p14:nvPr/>
              </p14:nvContentPartPr>
              <p14:xfrm>
                <a:off x="10255225" y="2579324"/>
                <a:ext cx="546120" cy="1824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EC119DA-553E-C21E-18FD-CE672F7C2CC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19585" y="2543684"/>
                  <a:ext cx="617760" cy="18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B6E1AB8-BC6C-88F1-53D7-FBA7C1C941CD}"/>
                    </a:ext>
                  </a:extLst>
                </p14:cNvPr>
                <p14:cNvContentPartPr/>
                <p14:nvPr/>
              </p14:nvContentPartPr>
              <p14:xfrm>
                <a:off x="10180345" y="4167644"/>
                <a:ext cx="497880" cy="3729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B6E1AB8-BC6C-88F1-53D7-FBA7C1C941C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144705" y="4132004"/>
                  <a:ext cx="569520" cy="444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F62D1536-A166-2CA3-8036-C92CFB4413FA}"/>
              </a:ext>
            </a:extLst>
          </p:cNvPr>
          <p:cNvSpPr txBox="1"/>
          <p:nvPr/>
        </p:nvSpPr>
        <p:spPr>
          <a:xfrm>
            <a:off x="10306602" y="1038579"/>
            <a:ext cx="12274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Your graph should change from this to that.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44FBD7-B808-418A-D4A6-48C2FBA54F2D}"/>
              </a:ext>
            </a:extLst>
          </p:cNvPr>
          <p:cNvSpPr txBox="1"/>
          <p:nvPr/>
        </p:nvSpPr>
        <p:spPr>
          <a:xfrm>
            <a:off x="6655729" y="6072644"/>
            <a:ext cx="4456497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What do we change it to if we want to see how many videos are in each category?</a:t>
            </a:r>
          </a:p>
        </p:txBody>
      </p:sp>
    </p:spTree>
    <p:extLst>
      <p:ext uri="{BB962C8B-B14F-4D97-AF65-F5344CB8AC3E}">
        <p14:creationId xmlns:p14="http://schemas.microsoft.com/office/powerpoint/2010/main" val="1659893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F4573E-70F8-7FFC-98CC-26BD8E9364B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E0CA54-43F1-6953-A037-4BD4A9ED1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Exercise: How many videos per category?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E67F25-15B4-9CD2-A353-9F3F49CA0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1B28FD-4A00-BA51-0A42-6DA2DECD8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083" y="2034212"/>
            <a:ext cx="5471084" cy="24688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7A7370-1312-374A-A3AE-DB184C621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4668" y="1009784"/>
            <a:ext cx="4219631" cy="5751963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41E4127F-5C71-F928-3E8B-48F689E88FE0}"/>
              </a:ext>
            </a:extLst>
          </p:cNvPr>
          <p:cNvGrpSpPr/>
          <p:nvPr/>
        </p:nvGrpSpPr>
        <p:grpSpPr>
          <a:xfrm>
            <a:off x="4629505" y="2959124"/>
            <a:ext cx="2541960" cy="1191600"/>
            <a:chOff x="4629505" y="2959124"/>
            <a:chExt cx="2541960" cy="119160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3B510AF-FB93-6F48-9CDD-82507BC99E13}"/>
                    </a:ext>
                  </a:extLst>
                </p14:cNvPr>
                <p14:cNvContentPartPr/>
                <p14:nvPr/>
              </p14:nvContentPartPr>
              <p14:xfrm>
                <a:off x="4629505" y="2959124"/>
                <a:ext cx="958320" cy="252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3B510AF-FB93-6F48-9CDD-82507BC99E1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593865" y="2923124"/>
                  <a:ext cx="10299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69DD123-68B3-7832-2B4A-C11ABE0B0699}"/>
                    </a:ext>
                  </a:extLst>
                </p14:cNvPr>
                <p14:cNvContentPartPr/>
                <p14:nvPr/>
              </p14:nvContentPartPr>
              <p14:xfrm>
                <a:off x="5447425" y="3127964"/>
                <a:ext cx="1629000" cy="8071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69DD123-68B3-7832-2B4A-C11ABE0B069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411425" y="3092324"/>
                  <a:ext cx="1700640" cy="87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B1F0FD7-C91C-5F68-51F4-9D6C8DAFC2D6}"/>
                    </a:ext>
                  </a:extLst>
                </p14:cNvPr>
                <p14:cNvContentPartPr/>
                <p14:nvPr/>
              </p14:nvContentPartPr>
              <p14:xfrm>
                <a:off x="6786985" y="3745364"/>
                <a:ext cx="384480" cy="405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B1F0FD7-C91C-5F68-51F4-9D6C8DAFC2D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750985" y="3709724"/>
                  <a:ext cx="456120" cy="477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97111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93CA759-0F84-9CF3-26CD-B28E605DF3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Filter for only short videos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D2A580C-2E81-F742-F8F5-4374FE39B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2.2: Filter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1F0EE6-98F1-5722-9D4A-C3B093D4E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AF6407-A6A2-42B7-2CBF-E0ECB8921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50" y="1543323"/>
            <a:ext cx="1965745" cy="44018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EEAAB0-E4A4-09E5-D9F9-392D03FB7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697" y="1395169"/>
            <a:ext cx="2058804" cy="487197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3A2BDD-24AA-5CC5-A764-9EBC5CE4C3C4}"/>
              </a:ext>
            </a:extLst>
          </p:cNvPr>
          <p:cNvSpPr txBox="1"/>
          <p:nvPr/>
        </p:nvSpPr>
        <p:spPr>
          <a:xfrm>
            <a:off x="5775158" y="1049154"/>
            <a:ext cx="575489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How do we filter for videos that are less than 5 minutes?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BF4F18F-99CE-E01D-0072-5DBE645A5C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4274" y="1783387"/>
            <a:ext cx="2429214" cy="458216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A224150-0715-56BE-56AE-B2D348ACB96E}"/>
                  </a:ext>
                </a:extLst>
              </p14:cNvPr>
              <p14:cNvContentPartPr/>
              <p14:nvPr/>
            </p14:nvContentPartPr>
            <p14:xfrm>
              <a:off x="5032194" y="4473162"/>
              <a:ext cx="1195920" cy="3970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A224150-0715-56BE-56AE-B2D348ACB96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96194" y="4437522"/>
                <a:ext cx="1267560" cy="468720"/>
              </a:xfrm>
              <a:prstGeom prst="rect">
                <a:avLst/>
              </a:prstGeom>
            </p:spPr>
          </p:pic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573784DF-C0E7-9114-2AA6-DA1378E53A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5568" y="2101397"/>
            <a:ext cx="4412748" cy="3946143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775D8ED7-B808-C6CE-5505-302F7E6CE186}"/>
              </a:ext>
            </a:extLst>
          </p:cNvPr>
          <p:cNvGrpSpPr/>
          <p:nvPr/>
        </p:nvGrpSpPr>
        <p:grpSpPr>
          <a:xfrm>
            <a:off x="6208465" y="5707364"/>
            <a:ext cx="415080" cy="321120"/>
            <a:chOff x="6208465" y="5707364"/>
            <a:chExt cx="415080" cy="32112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A910072-50D9-988B-AE79-B17F55CB944F}"/>
                    </a:ext>
                  </a:extLst>
                </p14:cNvPr>
                <p14:cNvContentPartPr/>
                <p14:nvPr/>
              </p14:nvContentPartPr>
              <p14:xfrm>
                <a:off x="6208465" y="5707364"/>
                <a:ext cx="411480" cy="1454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A910072-50D9-988B-AE79-B17F55CB944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172465" y="5671724"/>
                  <a:ext cx="4831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ABDD3E2-6861-63B5-F369-8B04A0678E78}"/>
                    </a:ext>
                  </a:extLst>
                </p14:cNvPr>
                <p14:cNvContentPartPr/>
                <p14:nvPr/>
              </p14:nvContentPartPr>
              <p14:xfrm>
                <a:off x="6441025" y="5707364"/>
                <a:ext cx="182520" cy="3211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ABDD3E2-6861-63B5-F369-8B04A0678E7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405385" y="5671724"/>
                  <a:ext cx="254160" cy="392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25210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CE6DB1-C70A-D9F7-2AE9-C5A7FB928C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Exclude null/ missing values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934B2F9-8A38-1022-8D48-D521DD0D3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2.2: Filter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DCDF5F-C721-EFF5-C054-172D46631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078B42-9567-58CF-4EBD-6A8179A2B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91" y="1387364"/>
            <a:ext cx="2120386" cy="451634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8454D82-6F1D-702D-5A85-0BE76DD327F7}"/>
                  </a:ext>
                </a:extLst>
              </p14:cNvPr>
              <p14:cNvContentPartPr/>
              <p14:nvPr/>
            </p14:nvContentPartPr>
            <p14:xfrm>
              <a:off x="952465" y="5572724"/>
              <a:ext cx="946440" cy="1544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8454D82-6F1D-702D-5A85-0BE76DD327F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8465" y="5465084"/>
                <a:ext cx="1054080" cy="37008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24BE6CA3-90D2-F0C7-6C07-CA8D596313B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4145"/>
          <a:stretch>
            <a:fillRect/>
          </a:stretch>
        </p:blipFill>
        <p:spPr>
          <a:xfrm>
            <a:off x="3219085" y="1387364"/>
            <a:ext cx="1903726" cy="451634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3BCE7DA-0723-7A97-1FB1-9CD5CE0F02BF}"/>
                  </a:ext>
                </a:extLst>
              </p14:cNvPr>
              <p14:cNvContentPartPr/>
              <p14:nvPr/>
            </p14:nvContentPartPr>
            <p14:xfrm>
              <a:off x="3426025" y="4254044"/>
              <a:ext cx="1874880" cy="1072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3BCE7DA-0723-7A97-1FB1-9CD5CE0F02B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72385" y="4146044"/>
                <a:ext cx="1982520" cy="32292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0BD20AE1-9186-14D1-C62A-7A373C4D0B3B}"/>
              </a:ext>
            </a:extLst>
          </p:cNvPr>
          <p:cNvSpPr txBox="1"/>
          <p:nvPr/>
        </p:nvSpPr>
        <p:spPr>
          <a:xfrm>
            <a:off x="4296075" y="679520"/>
            <a:ext cx="35998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Addressing missing data by removing it from our visual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76606ED-A000-014C-40FD-B80DB05F85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23924" y="1552869"/>
            <a:ext cx="5160807" cy="4516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5306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0258B-55A4-3689-6734-C1A2FCAD9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That’s a wrap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09704-0E4E-C383-CD7D-EFE8CB5EB5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4" name="Picture 3" descr="A person and dog sitting at a table&#10;&#10;Description automatically generated">
            <a:extLst>
              <a:ext uri="{FF2B5EF4-FFF2-40B4-BE49-F238E27FC236}">
                <a16:creationId xmlns:a16="http://schemas.microsoft.com/office/drawing/2014/main" id="{3BE0D9EC-9CA8-750F-0D41-2D09E426DA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4417" y="2047264"/>
            <a:ext cx="3072653" cy="4096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0612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00C77-8405-91B9-4563-2FD38A41B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DEFB5-F4CB-6B04-AECE-4B51F0EB3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257" y="1812045"/>
            <a:ext cx="9611406" cy="719757"/>
          </a:xfrm>
        </p:spPr>
        <p:txBody>
          <a:bodyPr/>
          <a:lstStyle/>
          <a:p>
            <a:r>
              <a:rPr lang="en-US" dirty="0"/>
              <a:t>Assignment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56227-CE90-7C6B-219F-C5426CF657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Crafting and articulating that Compelling Story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7CC5FD-9E45-2579-8A46-22D2F1576C9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89451C-4AA2-D144-D176-B7318880E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6602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4BC46A3-7AE7-964C-828D-DF9765961D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https://www.kaggle.com/datasets/shivamb/netflix-shows</a:t>
            </a:r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6E1A514-E927-1A44-2F94-83CB0F704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Dataset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D7BF6F-B24C-6A46-7AE7-E3B867D6B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CCA20A-1010-ABA3-A469-42DD9FAA2B65}"/>
              </a:ext>
            </a:extLst>
          </p:cNvPr>
          <p:cNvSpPr txBox="1"/>
          <p:nvPr/>
        </p:nvSpPr>
        <p:spPr>
          <a:xfrm>
            <a:off x="655655" y="1692369"/>
            <a:ext cx="6297804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i="0" dirty="0">
                <a:effectLst/>
              </a:rPr>
              <a:t>About this Dataset:</a:t>
            </a:r>
            <a:r>
              <a:rPr lang="en-US" sz="2500" b="0" dirty="0">
                <a:effectLst/>
              </a:rPr>
              <a:t> </a:t>
            </a:r>
            <a:r>
              <a:rPr lang="en-US" sz="2500" b="0" u="none" strike="noStrike" dirty="0">
                <a:effectLst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Netflix</a:t>
            </a:r>
            <a:r>
              <a:rPr lang="en-US" sz="2500" b="0" dirty="0">
                <a:effectLst/>
              </a:rPr>
              <a:t> is one of the most popular media and video streaming platforms. They have over 8000 movies or </a:t>
            </a:r>
            <a:r>
              <a:rPr lang="en-US" sz="2500" dirty="0"/>
              <a:t>TV shows available on their platform. As of mid-2021, they have over 200 million subscribers</a:t>
            </a:r>
            <a:r>
              <a:rPr lang="en-US" sz="2500" b="0" dirty="0">
                <a:effectLst/>
              </a:rPr>
              <a:t> globally. </a:t>
            </a:r>
          </a:p>
          <a:p>
            <a:r>
              <a:rPr lang="en-US" sz="2500" b="0" dirty="0">
                <a:effectLst/>
              </a:rPr>
              <a:t>This tabular dataset consists of listings of all the </a:t>
            </a:r>
            <a:r>
              <a:rPr lang="en-US" sz="2500" b="1" dirty="0">
                <a:effectLst/>
              </a:rPr>
              <a:t>movies and </a:t>
            </a:r>
            <a:r>
              <a:rPr lang="en-US" sz="2500" b="1" dirty="0"/>
              <a:t>TV shows </a:t>
            </a:r>
            <a:r>
              <a:rPr lang="en-US" sz="2500" dirty="0"/>
              <a:t>available on Netflix, along with details such as </a:t>
            </a:r>
            <a:r>
              <a:rPr lang="en-US" sz="2500" b="1" dirty="0">
                <a:effectLst/>
              </a:rPr>
              <a:t>cast, directors, ratings, release year, duration</a:t>
            </a:r>
            <a:r>
              <a:rPr lang="en-US" sz="2500" b="0" dirty="0">
                <a:effectLst/>
              </a:rPr>
              <a:t>, etc.</a:t>
            </a:r>
            <a:endParaRPr lang="en-US" sz="25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26C436-E558-E532-3EFE-9F929CD9E3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927" y="1342808"/>
            <a:ext cx="4629757" cy="463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1821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9C644EF-C358-2125-FBB5-D1E446819B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Counter the threat of GenAI-generated movies: a study of Rajiv Chilaka vs. Martin Scorsese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025190-606F-C381-ACD1-BFE539609A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US" sz="3200" dirty="0"/>
              <a:t>You have been hired by a cool animation startup in LA to draw insights from the works of </a:t>
            </a:r>
            <a:r>
              <a:rPr lang="en-US" sz="3200" b="1" dirty="0"/>
              <a:t>Rajiv Chilaka and Martin Scorsese </a:t>
            </a:r>
            <a:r>
              <a:rPr lang="en-US" sz="3200" dirty="0"/>
              <a:t>based on the data available in this dataset.</a:t>
            </a:r>
          </a:p>
          <a:p>
            <a:pPr algn="ctr"/>
            <a:r>
              <a:rPr lang="en-US" sz="3200" dirty="0"/>
              <a:t>You will then use these insights to recommend strategies for them to </a:t>
            </a:r>
            <a:r>
              <a:rPr lang="en-US" sz="3200" b="1" dirty="0"/>
              <a:t>counter the threat of GenAI-generated movies</a:t>
            </a:r>
            <a:r>
              <a:rPr lang="en-US" sz="3200" dirty="0"/>
              <a:t>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3EB7AF0-7A34-2E16-F4C3-4F4F39008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39CFDC-4830-521E-D755-29F602285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4433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41A502F-E6CF-273F-4914-F46B876450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Highest number of directed movies in the dataset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E10E8-42AB-ACA2-160A-89CDD82804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33391" y="1543324"/>
            <a:ext cx="6290521" cy="4454706"/>
          </a:xfrm>
        </p:spPr>
        <p:txBody>
          <a:bodyPr/>
          <a:lstStyle/>
          <a:p>
            <a:r>
              <a:rPr lang="en-US" sz="3000" dirty="0"/>
              <a:t>Rajiv Chilaka is an Indian animation filmmaker known for his work on shows like “Chhota Bheem” and “</a:t>
            </a:r>
            <a:r>
              <a:rPr lang="en-US" sz="3000" dirty="0" err="1"/>
              <a:t>KikoRiki</a:t>
            </a:r>
            <a:r>
              <a:rPr lang="en-US" sz="3000" dirty="0"/>
              <a:t>”.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34D3039-0AAB-2112-B73E-53C3DB85C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Rajiv Chilaka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A9AF66-6499-C5AC-2AC1-1D46C4A27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3450CF-C700-1A38-7175-76979C8C4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543323"/>
            <a:ext cx="4304886" cy="4304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5544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72396-F2F5-103A-4F1A-119AC98A8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83894A7-B12B-4B6D-EAE0-CB3E71CE9F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You know… the guy who directed Goodfellas, The Departed, The Irishman, etc.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28482D-21E2-23DD-8827-98509EB9CE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33391" y="1543324"/>
            <a:ext cx="6290521" cy="4454706"/>
          </a:xfrm>
        </p:spPr>
        <p:txBody>
          <a:bodyPr/>
          <a:lstStyle/>
          <a:p>
            <a:r>
              <a:rPr lang="en-US" sz="3000" dirty="0"/>
              <a:t>Martin Scorsese is an American film director known for his gritty, intense films like “Goodfellas”, “The Departed”, and “The Irishman”.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ACB2D3B-8A47-B96A-4183-CE6F9F3B6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Martin Scorsese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951A6-030D-BFAB-FE83-ED0789A3A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35</a:t>
            </a:fld>
            <a:endParaRPr lang="en-US" dirty="0"/>
          </a:p>
        </p:txBody>
      </p:sp>
      <p:pic>
        <p:nvPicPr>
          <p:cNvPr id="1026" name="Picture 2" descr="Best Martin Scorsese Films &amp; Movies, Ranked">
            <a:extLst>
              <a:ext uri="{FF2B5EF4-FFF2-40B4-BE49-F238E27FC236}">
                <a16:creationId xmlns:a16="http://schemas.microsoft.com/office/drawing/2014/main" id="{120BA329-BC01-79C6-8A26-A0A6441B47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" r="60057"/>
          <a:stretch>
            <a:fillRect/>
          </a:stretch>
        </p:blipFill>
        <p:spPr bwMode="auto">
          <a:xfrm>
            <a:off x="996043" y="1655581"/>
            <a:ext cx="2988129" cy="4285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37065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DE424E4-12C3-BC89-BEF2-F4DE2722BC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Executive Summary &amp; Supporting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971404-F768-D2DF-787E-D01D3671B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6943" y="1687285"/>
            <a:ext cx="9579427" cy="3995059"/>
          </a:xfrm>
        </p:spPr>
        <p:txBody>
          <a:bodyPr/>
          <a:lstStyle/>
          <a:p>
            <a:pPr marL="514350" indent="-514350">
              <a:buFont typeface="Wingdings" panose="05000000000000000000" pitchFamily="2" charset="2"/>
              <a:buChar char="ü"/>
            </a:pPr>
            <a:r>
              <a:rPr lang="en-US" sz="3500" dirty="0"/>
              <a:t>A one-page executive summary detailing the analysis, insights, and recommendations. </a:t>
            </a:r>
          </a:p>
          <a:p>
            <a:pPr marL="514350" indent="-514350">
              <a:buFont typeface="Wingdings" panose="05000000000000000000" pitchFamily="2" charset="2"/>
              <a:buChar char="ü"/>
            </a:pPr>
            <a:r>
              <a:rPr lang="en-US" sz="3500" dirty="0"/>
              <a:t>One killer figure.</a:t>
            </a:r>
          </a:p>
          <a:p>
            <a:pPr marL="514350" indent="-514350">
              <a:buFont typeface="Wingdings" panose="05000000000000000000" pitchFamily="2" charset="2"/>
              <a:buChar char="ü"/>
            </a:pPr>
            <a:r>
              <a:rPr lang="en-US" sz="3500" dirty="0"/>
              <a:t>Additional supporting analysis can be included as an appendix.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27FE1F2-6E1D-7C25-A9A5-85078999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Deliverables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199897-155D-DC2D-29F9-5BAB27C92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1259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380412-05C8-8CF0-3EEE-C5AF6E9FFF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How well can you craft and articulate the story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0FD8BAA-4487-E637-6ACC-8499BE3D7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Grading Criteria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4B6402-D2B1-9AE5-7C2D-33EC82F31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37</a:t>
            </a:fld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BCB4CFF6-6ED3-3597-3472-AABDF6E5C8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087080"/>
              </p:ext>
            </p:extLst>
          </p:nvPr>
        </p:nvGraphicFramePr>
        <p:xfrm>
          <a:off x="468086" y="1431687"/>
          <a:ext cx="10951028" cy="4747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88247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62B28148-5096-D851-4BB9-4B444DB09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</p:spPr>
        <p:txBody>
          <a:bodyPr>
            <a:normAutofit fontScale="90000"/>
          </a:bodyPr>
          <a:lstStyle/>
          <a:p>
            <a:r>
              <a:rPr lang="en-US" dirty="0"/>
              <a:t>Network analysis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4A532C-6249-6D45-8D97-8F30D86898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03" t="4876" r="9653"/>
          <a:stretch>
            <a:fillRect/>
          </a:stretch>
        </p:blipFill>
        <p:spPr>
          <a:xfrm>
            <a:off x="468086" y="1757362"/>
            <a:ext cx="5413169" cy="4176300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857DC4-D0FA-66DB-252E-74701D39CD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365" t="7881" r="10325" b="3"/>
          <a:stretch>
            <a:fillRect/>
          </a:stretch>
        </p:blipFill>
        <p:spPr>
          <a:xfrm>
            <a:off x="6309157" y="1757362"/>
            <a:ext cx="5425643" cy="4044323"/>
          </a:xfrm>
          <a:prstGeom prst="rect">
            <a:avLst/>
          </a:prstGeom>
          <a:noFill/>
        </p:spPr>
      </p:pic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10C4E2F0-0EDE-B905-12DA-6C188C9F9B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54291"/>
            <a:ext cx="11277600" cy="365760"/>
          </a:xfrm>
        </p:spPr>
        <p:txBody>
          <a:bodyPr/>
          <a:lstStyle/>
          <a:p>
            <a:r>
              <a:rPr lang="en-US" dirty="0"/>
              <a:t>Who are these guys working with?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67CC38-7A74-8771-BA8F-8C3FE41A29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634663" y="6290433"/>
            <a:ext cx="110013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/>
              <a:pPr>
                <a:spcAft>
                  <a:spcPts val="600"/>
                </a:spcAft>
              </a:pPr>
              <a:t>38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199939-7B57-4082-2099-17BBA0F79963}"/>
              </a:ext>
            </a:extLst>
          </p:cNvPr>
          <p:cNvSpPr txBox="1"/>
          <p:nvPr/>
        </p:nvSpPr>
        <p:spPr>
          <a:xfrm>
            <a:off x="6057900" y="973717"/>
            <a:ext cx="484414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More on this next week</a:t>
            </a:r>
          </a:p>
        </p:txBody>
      </p:sp>
    </p:spTree>
    <p:extLst>
      <p:ext uri="{BB962C8B-B14F-4D97-AF65-F5344CB8AC3E}">
        <p14:creationId xmlns:p14="http://schemas.microsoft.com/office/powerpoint/2010/main" val="1558690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I Learning Curve cartoon - Marketoonist | Tom Fishburne">
            <a:extLst>
              <a:ext uri="{FF2B5EF4-FFF2-40B4-BE49-F238E27FC236}">
                <a16:creationId xmlns:a16="http://schemas.microsoft.com/office/drawing/2014/main" id="{E5CA02CE-1C9F-ABF8-E3E8-B74ABAAC7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650" y="306880"/>
            <a:ext cx="11950700" cy="624424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7B9B2E8D-E474-F4F3-705C-FA0B25A269F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634663" y="6290433"/>
            <a:ext cx="110013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/>
              <a:pPr>
                <a:spcAft>
                  <a:spcPts val="600"/>
                </a:spcAft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6132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4A914-6FA4-030D-2D55-AFE9F4C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66CA6-8BBE-7957-D6BE-17557129C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Project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D8AEA-398B-95B8-7DDE-C51CD1DE84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2CA6B6-9EF3-1C0A-B651-C40FEB7952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203F94-CD0C-8DBC-BB7E-9F42D374E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4767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1A871-D59E-64D1-78BB-84394FC13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E8231A-34E2-D92E-413A-E728FF5EA6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D21516-8C88-BCA8-B091-98135D7CBC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US" sz="5000" u="sng" dirty="0"/>
              <a:t>Context</a:t>
            </a:r>
          </a:p>
          <a:p>
            <a:pPr algn="ctr"/>
            <a:r>
              <a:rPr lang="en-US" sz="5000" dirty="0"/>
              <a:t>You are pitching a business case to a group of senior technology executives at your company, but a call came in, and the </a:t>
            </a:r>
            <a:r>
              <a:rPr lang="en-US" sz="5000" b="1" dirty="0"/>
              <a:t>CTO will have to leave the meeting in 5 minutes</a:t>
            </a:r>
            <a:r>
              <a:rPr lang="en-US" sz="5000" dirty="0"/>
              <a:t>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E906EA7-423B-076A-6930-484C9C3CA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E53ED1-485C-32EB-3D7E-C1598D73F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8065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79815-FFAB-D1D3-4199-E2943D936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62A4F5-AFDF-B597-5C97-DDC14B818D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8CF5E-61D6-4DA4-E7A8-B3403817A1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US" sz="5000" u="sng" dirty="0"/>
              <a:t>Challenge</a:t>
            </a:r>
          </a:p>
          <a:p>
            <a:pPr algn="ctr"/>
            <a:r>
              <a:rPr lang="en-US" sz="5000" dirty="0"/>
              <a:t>You have</a:t>
            </a:r>
            <a:r>
              <a:rPr lang="en-US" sz="5000" b="1" dirty="0"/>
              <a:t> 5 minutes </a:t>
            </a:r>
            <a:r>
              <a:rPr lang="en-US" sz="5000" dirty="0"/>
              <a:t>to summarize your key findings, assumptions, and/or projections to convince your CTO that </a:t>
            </a:r>
            <a:r>
              <a:rPr lang="en-US" sz="5000" b="1" dirty="0"/>
              <a:t>YOUR project </a:t>
            </a:r>
            <a:r>
              <a:rPr lang="en-US" sz="5000" dirty="0"/>
              <a:t>is worth funding. </a:t>
            </a:r>
            <a:endParaRPr lang="en-US" sz="5000" b="1" dirty="0"/>
          </a:p>
          <a:p>
            <a:pPr algn="ctr"/>
            <a:endParaRPr lang="en-US" sz="50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39C78A0-5624-0A97-E046-E7D86026E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8DE243-3DD0-AD9E-C937-F84431F62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1075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5BF64E3-FE41-84B9-A36B-3F9970E929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Professor from Harvard Business School </a:t>
            </a:r>
            <a:r>
              <a:rPr lang="en-US" dirty="0">
                <a:hlinkClick r:id="rId2"/>
              </a:rPr>
              <a:t>https://www.hbs.edu/faculty/Pages/profile.aspx?facId=320524</a:t>
            </a:r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2D9A1E-DBC0-CB95-21B1-8AEC1A6E5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64" y="1630017"/>
            <a:ext cx="5980172" cy="398757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FA0AC98-A518-C652-56F0-F019876A0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Ryan Buell’s famous “Killer Figure”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CBEB3E-413F-7B38-4F56-C17C78D4A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D6C27A-58E1-322F-C2F0-4A62C3DDDA91}"/>
              </a:ext>
            </a:extLst>
          </p:cNvPr>
          <p:cNvSpPr txBox="1"/>
          <p:nvPr/>
        </p:nvSpPr>
        <p:spPr>
          <a:xfrm>
            <a:off x="6844352" y="2175215"/>
            <a:ext cx="42376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“You should be able to summarize your entire presentation using </a:t>
            </a:r>
            <a:r>
              <a:rPr lang="en-US" sz="3000" b="1" dirty="0"/>
              <a:t>ONE KILLER FIGURE</a:t>
            </a:r>
            <a:r>
              <a:rPr lang="en-US" sz="3000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1489834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86D45-40C4-304A-E336-3196DEF12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6BA787-41D6-167F-8003-F9B94E7A67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A66C13-264E-C9DB-8E89-4BF6C726AE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US" sz="5000" u="sng" dirty="0"/>
              <a:t>Your Tasks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000" dirty="0"/>
              <a:t>Identify a domain that is interesting to your team.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000" dirty="0"/>
              <a:t>Find a dataset in that domain (common places to look: </a:t>
            </a:r>
            <a:r>
              <a:rPr lang="en-US" sz="3000" dirty="0" err="1"/>
              <a:t>HuggingFace</a:t>
            </a:r>
            <a:r>
              <a:rPr lang="en-US" sz="3000" dirty="0"/>
              <a:t>, Kaggle, UCI, Papers with Code)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000" dirty="0"/>
              <a:t>Craft a project idea based on the data you are using (more on the next slide)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000" dirty="0"/>
              <a:t>Create one killer figure that clearly tells your story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000" dirty="0"/>
              <a:t>5-minute in-class presentation using the killer figure</a:t>
            </a:r>
          </a:p>
          <a:p>
            <a:pPr marL="914400" indent="-914400">
              <a:buFont typeface="+mj-lt"/>
              <a:buAutoNum type="arabicPeriod"/>
            </a:pPr>
            <a:endParaRPr lang="en-US" sz="50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0C86E8-BFD6-46EE-452B-09D61AC02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24D19-130E-6BE1-ED85-43D3F03F5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121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65BCF-C4ED-8D26-CE8E-068E1277B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C64A04F-EDA4-97D5-A153-8238B629A3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4A690-4018-95BC-081A-8755CD03CA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US" sz="5000" u="sng" dirty="0"/>
              <a:t>Project Objectives</a:t>
            </a:r>
          </a:p>
          <a:p>
            <a:pPr lvl="1"/>
            <a:endParaRPr lang="en-US" sz="3600" dirty="0"/>
          </a:p>
          <a:p>
            <a:pPr marL="1200150" lvl="1" indent="-742950">
              <a:buFont typeface="+mj-lt"/>
              <a:buAutoNum type="arabicPeriod"/>
            </a:pPr>
            <a:r>
              <a:rPr lang="en-US" sz="3600" dirty="0"/>
              <a:t>Crafting a compelling story with data</a:t>
            </a:r>
          </a:p>
          <a:p>
            <a:pPr marL="1200150" lvl="1" indent="-742950">
              <a:buFont typeface="+mj-lt"/>
              <a:buAutoNum type="arabicPeriod"/>
            </a:pPr>
            <a:r>
              <a:rPr lang="en-US" sz="3600" dirty="0"/>
              <a:t>Clearly articulate that story with </a:t>
            </a:r>
            <a:r>
              <a:rPr lang="en-US" sz="3600" b="1" dirty="0"/>
              <a:t>one</a:t>
            </a:r>
            <a:r>
              <a:rPr lang="en-US" sz="3600" dirty="0"/>
              <a:t> killer figure</a:t>
            </a:r>
          </a:p>
          <a:p>
            <a:pPr marL="1200150" lvl="1" indent="-742950">
              <a:buFont typeface="+mj-lt"/>
              <a:buAutoNum type="arabicPeriod"/>
            </a:pPr>
            <a:r>
              <a:rPr lang="en-US" sz="3600" dirty="0"/>
              <a:t>Be creative and have fun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99413F-3A99-F385-4DBB-43C37F8B5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AFFC5-006B-8CFD-2001-60ABE93CA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957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648A2-354F-F9C9-03BE-308AE063E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AE0DB9-0F85-C3AA-6E87-963560DBCA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C20667-CE66-1E15-57E2-B98A4920B5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US" sz="5000" u="sng" dirty="0"/>
              <a:t>Crafting Your Idea</a:t>
            </a:r>
          </a:p>
          <a:p>
            <a:pPr marL="1200150" lvl="1" indent="-742950">
              <a:buFont typeface="+mj-lt"/>
              <a:buAutoNum type="arabicPeriod"/>
            </a:pPr>
            <a:endParaRPr lang="en-US" sz="3600" dirty="0"/>
          </a:p>
          <a:p>
            <a:pPr marL="1200150" lvl="1" indent="-742950">
              <a:buFont typeface="+mj-lt"/>
              <a:buAutoNum type="arabicPeriod"/>
            </a:pPr>
            <a:r>
              <a:rPr lang="en-US" sz="3600" dirty="0"/>
              <a:t>What problems are you trying to solve?</a:t>
            </a:r>
          </a:p>
          <a:p>
            <a:pPr marL="1200150" lvl="1" indent="-742950">
              <a:buFont typeface="+mj-lt"/>
              <a:buAutoNum type="arabicPeriod"/>
            </a:pPr>
            <a:r>
              <a:rPr lang="en-US" sz="3600" dirty="0"/>
              <a:t>What questions are you trying to answer?</a:t>
            </a:r>
          </a:p>
          <a:p>
            <a:pPr marL="1200150" lvl="1" indent="-742950">
              <a:buFont typeface="+mj-lt"/>
              <a:buAutoNum type="arabicPeriod"/>
            </a:pPr>
            <a:r>
              <a:rPr lang="en-US" sz="3600" dirty="0"/>
              <a:t>What kind of data will you need?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6397857-4DF1-6BBD-AFCC-1F6DBF9FE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E6DE15-B5A6-CCF7-A9B4-A3A35C2DD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8190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8B837-1E08-24E2-67DC-E77751FF1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48663C-6ACA-F01B-5013-D2E61E815A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325F465-644D-C612-E5E8-DEF1EA77B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219868-6EDC-64F3-4882-74B7611D3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8E6F64-EE0F-7249-D3F5-EBA688777172}"/>
              </a:ext>
            </a:extLst>
          </p:cNvPr>
          <p:cNvSpPr txBox="1"/>
          <p:nvPr/>
        </p:nvSpPr>
        <p:spPr>
          <a:xfrm>
            <a:off x="457200" y="1446018"/>
            <a:ext cx="351429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Punchline:</a:t>
            </a:r>
          </a:p>
          <a:p>
            <a:r>
              <a:rPr lang="en-US" sz="3000" dirty="0"/>
              <a:t>The first-class children have only a slightly higher survival percentage (50%) than the third-class children (46.7%)!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3ABE56-5875-3E7E-9520-C240897A4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2700" y="954291"/>
            <a:ext cx="7934325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7603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6A0AB-8515-E66C-F429-A8F3EEF62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5AF823D-B752-D648-9B49-9784524F0C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E57EB2-DAB4-1C29-D2A6-0FAF95799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0290E3-D515-A709-9485-C75BFA4E7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BB27BF-309A-EDB4-4220-25FC372EE487}"/>
              </a:ext>
            </a:extLst>
          </p:cNvPr>
          <p:cNvSpPr txBox="1"/>
          <p:nvPr/>
        </p:nvSpPr>
        <p:spPr>
          <a:xfrm>
            <a:off x="457200" y="1446018"/>
            <a:ext cx="1027676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The first-class children pay, on average $151, which is 6 times higher than third-class children, who pay, on average $23. And yet, the company failed to ensure their safety.</a:t>
            </a:r>
          </a:p>
          <a:p>
            <a:endParaRPr lang="en-US" sz="3000" dirty="0"/>
          </a:p>
          <a:p>
            <a:r>
              <a:rPr lang="en-US" sz="3000" dirty="0"/>
              <a:t>Business proposal to  </a:t>
            </a:r>
          </a:p>
          <a:p>
            <a:pPr marL="514350" indent="-514350">
              <a:buAutoNum type="arabicPeriod"/>
            </a:pPr>
            <a:r>
              <a:rPr lang="en-US" sz="3000" dirty="0"/>
              <a:t>Improve the overall survival percentage for all children.</a:t>
            </a:r>
          </a:p>
        </p:txBody>
      </p:sp>
    </p:spTree>
    <p:extLst>
      <p:ext uri="{BB962C8B-B14F-4D97-AF65-F5344CB8AC3E}">
        <p14:creationId xmlns:p14="http://schemas.microsoft.com/office/powerpoint/2010/main" val="38261560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5B1B2-E83F-13BD-4073-1EF81365A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99A492B-2AE6-9394-3807-CEFF1908B7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912E7F-C49A-D7A4-7AA7-8B1D30640E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3429000"/>
            <a:ext cx="11266713" cy="2569029"/>
          </a:xfrm>
        </p:spPr>
        <p:txBody>
          <a:bodyPr/>
          <a:lstStyle/>
          <a:p>
            <a:pPr algn="ctr"/>
            <a:r>
              <a:rPr lang="en-US" sz="5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Consulting Firms Make Complex Topics Simple</a:t>
            </a:r>
            <a:r>
              <a:rPr lang="en-US" sz="5000" dirty="0"/>
              <a:t> </a:t>
            </a:r>
          </a:p>
          <a:p>
            <a:pPr algn="ctr"/>
            <a:r>
              <a:rPr lang="en-US" sz="5000" dirty="0"/>
              <a:t>Analyst Academy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6771D09-FC4B-6977-8000-FEB8AD71A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781D3D-FBF7-3684-7259-3AEA715E3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25985B-B20A-2B45-A802-1619D78E1BCA}"/>
              </a:ext>
            </a:extLst>
          </p:cNvPr>
          <p:cNvSpPr txBox="1"/>
          <p:nvPr/>
        </p:nvSpPr>
        <p:spPr>
          <a:xfrm>
            <a:off x="1581435" y="1589250"/>
            <a:ext cx="835413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500" dirty="0"/>
              <a:t>Watch this video for inspiration (as needed)</a:t>
            </a:r>
          </a:p>
        </p:txBody>
      </p:sp>
    </p:spTree>
    <p:extLst>
      <p:ext uri="{BB962C8B-B14F-4D97-AF65-F5344CB8AC3E}">
        <p14:creationId xmlns:p14="http://schemas.microsoft.com/office/powerpoint/2010/main" val="15707200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5879B8-7AC4-B8AA-C45A-82528683D70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Some recommendations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224E8-01C9-791A-8FC0-73E23A88B5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b="1" dirty="0" err="1"/>
              <a:t>Huggingface</a:t>
            </a:r>
            <a:r>
              <a:rPr lang="en-US" sz="2500" dirty="0"/>
              <a:t>: </a:t>
            </a:r>
            <a:r>
              <a:rPr lang="en-US" sz="2500" dirty="0">
                <a:hlinkClick r:id="rId2"/>
              </a:rPr>
              <a:t>https://huggingface.co/docs/datasets/en/index</a:t>
            </a:r>
            <a:endParaRPr lang="en-US" sz="25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b="1" dirty="0"/>
              <a:t>Kaggle</a:t>
            </a:r>
            <a:r>
              <a:rPr lang="en-US" sz="2500" dirty="0"/>
              <a:t>: </a:t>
            </a:r>
            <a:r>
              <a:rPr lang="en-US" sz="2500" dirty="0">
                <a:hlinkClick r:id="rId3"/>
              </a:rPr>
              <a:t>https://www.kaggle.com/datasets</a:t>
            </a:r>
            <a:r>
              <a:rPr lang="en-US" sz="2500" dirty="0"/>
              <a:t> (Here you will also easily find code/notebooks from others, but be careful when using someone else's code - it might take more time to debug than write your own) 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b="1" dirty="0"/>
              <a:t>UCI</a:t>
            </a:r>
            <a:r>
              <a:rPr lang="en-US" sz="2500" dirty="0"/>
              <a:t>: </a:t>
            </a:r>
            <a:r>
              <a:rPr lang="en-US" sz="2500" dirty="0">
                <a:hlinkClick r:id="rId4"/>
              </a:rPr>
              <a:t>https://archive.ics.uci.edu/datasets</a:t>
            </a:r>
            <a:endParaRPr lang="en-US" sz="25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b="1" dirty="0"/>
              <a:t>Papers with code</a:t>
            </a:r>
            <a:r>
              <a:rPr lang="en-US" sz="2500" dirty="0"/>
              <a:t>: </a:t>
            </a:r>
            <a:r>
              <a:rPr lang="en-US" sz="2500" dirty="0">
                <a:hlinkClick r:id="rId5"/>
              </a:rPr>
              <a:t>https://paperswithcode.com/datasets</a:t>
            </a:r>
            <a:r>
              <a:rPr lang="en-US" sz="2500" dirty="0"/>
              <a:t> (this one is great if you want to read the research that's been done on the particular dataset)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28811BC-5BA2-81C6-1EEB-C630129FE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Common Data Sources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BB28C8-C8B1-749A-DBE8-739C4ABB2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6722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4E009D9-7454-2468-5C73-35E96C8CA0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A23F76A-F195-02C3-69D9-CA0551AF2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Questions?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8B4EB-38C7-FE65-59C7-61862731E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51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359259-0A8F-0246-81FB-9BBB9AD21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422" y="213483"/>
            <a:ext cx="5000625" cy="607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2799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05C87-61BA-F90B-5419-6DA1FB343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ood human figure">
            <a:extLst>
              <a:ext uri="{FF2B5EF4-FFF2-40B4-BE49-F238E27FC236}">
                <a16:creationId xmlns:a16="http://schemas.microsoft.com/office/drawing/2014/main" id="{9E5C0A58-9486-DB4A-2C81-A2AAD36F00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CCB4B7E-CBB1-C8FC-161A-A6A6D7E8D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5051" y="822723"/>
            <a:ext cx="7712773" cy="1401419"/>
          </a:xfrm>
        </p:spPr>
        <p:txBody>
          <a:bodyPr anchor="ctr">
            <a:normAutofit/>
          </a:bodyPr>
          <a:lstStyle/>
          <a:p>
            <a:r>
              <a:rPr lang="en-US" dirty="0"/>
              <a:t>Questions?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1159085-98DE-4758-CF7F-4AE3651729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8972" y="6085510"/>
            <a:ext cx="11266714" cy="449263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CF0895E6-1D03-C96C-7398-7C40FB8E474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634663" y="6290433"/>
            <a:ext cx="110013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/>
              <a:pPr>
                <a:spcAft>
                  <a:spcPts val="600"/>
                </a:spcAft>
              </a:pPr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462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GMT_lecture" id="{747DC2A2-EEE5-334E-812D-36A71899033A}" vid="{4F570285-B5C5-1346-8072-0076D2FCB5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4" ma:contentTypeDescription="Create a new document." ma:contentTypeScope="" ma:versionID="525164dac9297210c095a5bd80287f9a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47e49e78aff16fc85174c3b1ac7b7e79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1DE0D6C-581B-4814-98E7-EF172D5D46A1}">
  <ds:schemaRefs>
    <ds:schemaRef ds:uri="http://purl.org/dc/dcmitype/"/>
    <ds:schemaRef ds:uri="http://purl.org/dc/elements/1.1/"/>
    <ds:schemaRef ds:uri="http://purl.org/dc/terms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d6656b4d-3fa0-4709-acfb-d5e813445d1e"/>
    <ds:schemaRef ds:uri="37af3f4b-4b66-46f9-8456-831d9bc3e737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27F8518-0786-4241-9955-5A8DAADF5AF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f3f4b-4b66-46f9-8456-831d9bc3e737"/>
    <ds:schemaRef ds:uri="d6656b4d-3fa0-4709-acfb-d5e813445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MGMT_lecture_RobE</Template>
  <TotalTime>4783</TotalTime>
  <Words>1719</Words>
  <Application>Microsoft Office PowerPoint</Application>
  <PresentationFormat>Widescreen</PresentationFormat>
  <Paragraphs>273</Paragraphs>
  <Slides>52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3" baseType="lpstr">
      <vt:lpstr>Acumin Pro Condensed Semibold</vt:lpstr>
      <vt:lpstr>Calibri</vt:lpstr>
      <vt:lpstr>Arial</vt:lpstr>
      <vt:lpstr>Acumin Pro Medium</vt:lpstr>
      <vt:lpstr>Wingdings</vt:lpstr>
      <vt:lpstr>Franklin Gothic Book</vt:lpstr>
      <vt:lpstr>Franklin Gothic Medium</vt:lpstr>
      <vt:lpstr>Franklin Gothic Medium Cond</vt:lpstr>
      <vt:lpstr>Acumin Pro</vt:lpstr>
      <vt:lpstr>Acumin Pro Semibold</vt:lpstr>
      <vt:lpstr>Office Theme</vt:lpstr>
      <vt:lpstr>MGMT590 - Visual Analytics</vt:lpstr>
      <vt:lpstr>Today’s Agenda</vt:lpstr>
      <vt:lpstr>Special Graph “Show and tell”</vt:lpstr>
      <vt:lpstr>Hands-on Practice</vt:lpstr>
      <vt:lpstr>Network graph</vt:lpstr>
      <vt:lpstr>Preparation: First things first</vt:lpstr>
      <vt:lpstr>Preparation: Step 2 </vt:lpstr>
      <vt:lpstr>Step 1: Loading the data</vt:lpstr>
      <vt:lpstr>Step 2: Inspect the data</vt:lpstr>
      <vt:lpstr>Step 2.1: Trim the data</vt:lpstr>
      <vt:lpstr>Step 2.2: Inspect features specific to what we want</vt:lpstr>
      <vt:lpstr>Step 3: Visualization</vt:lpstr>
      <vt:lpstr>Step 3.1: Design of the visual </vt:lpstr>
      <vt:lpstr>Game on… GAME 2!!!</vt:lpstr>
      <vt:lpstr>Hands-on Practice</vt:lpstr>
      <vt:lpstr>Account Setup &amp; Sign in</vt:lpstr>
      <vt:lpstr>Power BI 101 – Explore Fundamentals of Data Visualization</vt:lpstr>
      <vt:lpstr>Building with Power BI</vt:lpstr>
      <vt:lpstr>Storytelling with Power BI in PowerPoint</vt:lpstr>
      <vt:lpstr>Power BI Service (web) vs. Desktop</vt:lpstr>
      <vt:lpstr>Step 1: Ways to load the data</vt:lpstr>
      <vt:lpstr>Load data from “Create”</vt:lpstr>
      <vt:lpstr>Step 1.1: Upload a csv</vt:lpstr>
      <vt:lpstr>Step 1.2: Inspect the data</vt:lpstr>
      <vt:lpstr>Step 2: Building your first report</vt:lpstr>
      <vt:lpstr>Step 2.1: Aggregated to non-aggregated</vt:lpstr>
      <vt:lpstr>Exercise: How many videos per category?</vt:lpstr>
      <vt:lpstr>Step 2.2: Filter</vt:lpstr>
      <vt:lpstr>Step 2.2: Filter</vt:lpstr>
      <vt:lpstr>That’s a wrap</vt:lpstr>
      <vt:lpstr>Assignment 2</vt:lpstr>
      <vt:lpstr>Dataset</vt:lpstr>
      <vt:lpstr>Context</vt:lpstr>
      <vt:lpstr>Rajiv Chilaka</vt:lpstr>
      <vt:lpstr>Martin Scorsese</vt:lpstr>
      <vt:lpstr>Deliverables</vt:lpstr>
      <vt:lpstr>Grading Criteria</vt:lpstr>
      <vt:lpstr>Network analysis</vt:lpstr>
      <vt:lpstr>PowerPoint Presentation</vt:lpstr>
      <vt:lpstr>Team Project</vt:lpstr>
      <vt:lpstr>Team Project Description</vt:lpstr>
      <vt:lpstr>Team Project Description</vt:lpstr>
      <vt:lpstr>Ryan Buell’s famous “Killer Figure”</vt:lpstr>
      <vt:lpstr>Team Project Description</vt:lpstr>
      <vt:lpstr>Team Project Description</vt:lpstr>
      <vt:lpstr>Team Project Description</vt:lpstr>
      <vt:lpstr>Team Project Description</vt:lpstr>
      <vt:lpstr>Team Project Description</vt:lpstr>
      <vt:lpstr>Team Project Description</vt:lpstr>
      <vt:lpstr>Common Data Sources</vt:lpstr>
      <vt:lpstr>Questions? </vt:lpstr>
      <vt:lpstr>Questions?</vt:lpstr>
    </vt:vector>
  </TitlesOfParts>
  <Company>Purdue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Cecilia Ying</dc:creator>
  <cp:lastModifiedBy>Cecilia Ying</cp:lastModifiedBy>
  <cp:revision>248</cp:revision>
  <dcterms:created xsi:type="dcterms:W3CDTF">2025-05-19T00:14:27Z</dcterms:created>
  <dcterms:modified xsi:type="dcterms:W3CDTF">2025-09-24T15:21:26Z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0x01010054E202481DC1CB46AA011D949D311478</vt:lpwstr>
  </property>
  <property fmtid="{D5CDD505-2E9C-101B-9397-08002B2CF9AE}" pid="3" name="MediaServiceImageTags">
    <vt:lpwstr/>
  </property>
  <property fmtid="{D5CDD505-2E9C-101B-9397-08002B2CF9AE}" pid="4" name="MSIP_Label_f7606f69-b0ae-4874-be30-7d43a3c7be10_Enabled">
    <vt:lpwstr>true</vt:lpwstr>
  </property>
  <property fmtid="{D5CDD505-2E9C-101B-9397-08002B2CF9AE}" pid="5" name="MSIP_Label_f7606f69-b0ae-4874-be30-7d43a3c7be10_SetDate">
    <vt:lpwstr>2025-05-19T00:14:54Z</vt:lpwstr>
  </property>
  <property fmtid="{D5CDD505-2E9C-101B-9397-08002B2CF9AE}" pid="6" name="MSIP_Label_f7606f69-b0ae-4874-be30-7d43a3c7be10_Method">
    <vt:lpwstr>Standard</vt:lpwstr>
  </property>
  <property fmtid="{D5CDD505-2E9C-101B-9397-08002B2CF9AE}" pid="7" name="MSIP_Label_f7606f69-b0ae-4874-be30-7d43a3c7be10_Name">
    <vt:lpwstr>defa4170-0d19-0005-0001-bc88714345d2</vt:lpwstr>
  </property>
  <property fmtid="{D5CDD505-2E9C-101B-9397-08002B2CF9AE}" pid="8" name="MSIP_Label_f7606f69-b0ae-4874-be30-7d43a3c7be10_SiteId">
    <vt:lpwstr>4130bd39-7c53-419c-b1e5-8758d6d63f21</vt:lpwstr>
  </property>
  <property fmtid="{D5CDD505-2E9C-101B-9397-08002B2CF9AE}" pid="9" name="MSIP_Label_f7606f69-b0ae-4874-be30-7d43a3c7be10_ActionId">
    <vt:lpwstr>999e95f5-5fe3-43c1-9d56-8c2627af7790</vt:lpwstr>
  </property>
  <property fmtid="{D5CDD505-2E9C-101B-9397-08002B2CF9AE}" pid="10" name="MSIP_Label_f7606f69-b0ae-4874-be30-7d43a3c7be10_ContentBits">
    <vt:lpwstr>0</vt:lpwstr>
  </property>
  <property fmtid="{D5CDD505-2E9C-101B-9397-08002B2CF9AE}" pid="11" name="MSIP_Label_f7606f69-b0ae-4874-be30-7d43a3c7be10_Tag">
    <vt:lpwstr>10, 3, 0, 1</vt:lpwstr>
  </property>
</Properties>
</file>