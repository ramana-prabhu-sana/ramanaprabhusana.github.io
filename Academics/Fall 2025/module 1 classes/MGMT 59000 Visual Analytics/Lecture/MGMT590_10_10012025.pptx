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53"/>
  </p:notesMasterIdLst>
  <p:sldIdLst>
    <p:sldId id="267" r:id="rId5"/>
    <p:sldId id="452" r:id="rId6"/>
    <p:sldId id="588" r:id="rId7"/>
    <p:sldId id="453" r:id="rId8"/>
    <p:sldId id="280" r:id="rId9"/>
    <p:sldId id="539" r:id="rId10"/>
    <p:sldId id="282" r:id="rId11"/>
    <p:sldId id="320" r:id="rId12"/>
    <p:sldId id="319" r:id="rId13"/>
    <p:sldId id="322" r:id="rId14"/>
    <p:sldId id="316" r:id="rId15"/>
    <p:sldId id="317" r:id="rId16"/>
    <p:sldId id="571" r:id="rId17"/>
    <p:sldId id="577" r:id="rId18"/>
    <p:sldId id="578" r:id="rId19"/>
    <p:sldId id="579" r:id="rId20"/>
    <p:sldId id="455" r:id="rId21"/>
    <p:sldId id="580" r:id="rId22"/>
    <p:sldId id="581" r:id="rId23"/>
    <p:sldId id="582" r:id="rId24"/>
    <p:sldId id="583" r:id="rId25"/>
    <p:sldId id="584" r:id="rId26"/>
    <p:sldId id="586" r:id="rId27"/>
    <p:sldId id="587" r:id="rId28"/>
    <p:sldId id="585" r:id="rId29"/>
    <p:sldId id="329" r:id="rId30"/>
    <p:sldId id="269" r:id="rId31"/>
    <p:sldId id="509" r:id="rId32"/>
    <p:sldId id="510" r:id="rId33"/>
    <p:sldId id="511" r:id="rId34"/>
    <p:sldId id="512" r:id="rId35"/>
    <p:sldId id="513" r:id="rId36"/>
    <p:sldId id="515" r:id="rId37"/>
    <p:sldId id="516" r:id="rId38"/>
    <p:sldId id="517" r:id="rId39"/>
    <p:sldId id="514" r:id="rId40"/>
    <p:sldId id="304" r:id="rId41"/>
    <p:sldId id="456" r:id="rId42"/>
    <p:sldId id="468" r:id="rId43"/>
    <p:sldId id="457" r:id="rId44"/>
    <p:sldId id="470" r:id="rId45"/>
    <p:sldId id="476" r:id="rId46"/>
    <p:sldId id="472" r:id="rId47"/>
    <p:sldId id="480" r:id="rId48"/>
    <p:sldId id="481" r:id="rId49"/>
    <p:sldId id="477" r:id="rId50"/>
    <p:sldId id="471" r:id="rId51"/>
    <p:sldId id="459" r:id="rId52"/>
  </p:sldIdLst>
  <p:sldSz cx="12192000" cy="6858000"/>
  <p:notesSz cx="6858000" cy="9144000"/>
  <p:embeddedFontLst>
    <p:embeddedFont>
      <p:font typeface="Acumin Pro" panose="020B0604020202020204" charset="0"/>
      <p:regular r:id="rId54"/>
      <p:bold r:id="rId55"/>
      <p:italic r:id="rId56"/>
      <p:boldItalic r:id="rId57"/>
    </p:embeddedFont>
    <p:embeddedFont>
      <p:font typeface="Acumin Pro Condensed Semibold" panose="020B0604020202020204" charset="0"/>
      <p:regular r:id="rId58"/>
      <p:bold r:id="rId59"/>
      <p:italic r:id="rId60"/>
      <p:boldItalic r:id="rId61"/>
    </p:embeddedFont>
    <p:embeddedFont>
      <p:font typeface="Acumin Pro Medium" panose="020B0604020202020204" charset="0"/>
      <p:regular r:id="rId62"/>
      <p:italic r:id="rId63"/>
    </p:embeddedFont>
    <p:embeddedFont>
      <p:font typeface="Acumin Pro Semibold" panose="020B0604020202020204" charset="0"/>
      <p:regular r:id="rId64"/>
      <p:bold r:id="rId65"/>
      <p:italic r:id="rId66"/>
      <p:boldItalic r:id="rId67"/>
    </p:embeddedFont>
    <p:embeddedFont>
      <p:font typeface="Franklin Gothic Book" panose="020B0503020102020204" pitchFamily="34" charset="0"/>
      <p:regular r:id="rId68"/>
      <p:italic r:id="rId69"/>
    </p:embeddedFont>
    <p:embeddedFont>
      <p:font typeface="Franklin Gothic Medium" panose="020B0603020102020204" pitchFamily="34" charset="0"/>
      <p:regular r:id="rId70"/>
      <p:italic r:id="rId71"/>
    </p:embeddedFont>
    <p:embeddedFont>
      <p:font typeface="Franklin Gothic Medium Cond" panose="020B0606030402020204" pitchFamily="34" charset="0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588"/>
            <p14:sldId id="453"/>
            <p14:sldId id="280"/>
          </p14:sldIdLst>
        </p14:section>
        <p14:section name="Cluster Visual" id="{07FB8197-2C5C-49DF-B697-1793C8286BBF}">
          <p14:sldIdLst>
            <p14:sldId id="539"/>
            <p14:sldId id="282"/>
            <p14:sldId id="320"/>
            <p14:sldId id="319"/>
            <p14:sldId id="322"/>
            <p14:sldId id="316"/>
            <p14:sldId id="317"/>
            <p14:sldId id="571"/>
            <p14:sldId id="577"/>
            <p14:sldId id="578"/>
            <p14:sldId id="579"/>
            <p14:sldId id="455"/>
            <p14:sldId id="580"/>
            <p14:sldId id="581"/>
            <p14:sldId id="582"/>
            <p14:sldId id="583"/>
            <p14:sldId id="584"/>
            <p14:sldId id="586"/>
            <p14:sldId id="587"/>
            <p14:sldId id="585"/>
            <p14:sldId id="329"/>
            <p14:sldId id="269"/>
          </p14:sldIdLst>
        </p14:section>
        <p14:section name="Ass2" id="{D9AB4AB8-1F17-4027-A091-0933B2698E25}">
          <p14:sldIdLst>
            <p14:sldId id="509"/>
            <p14:sldId id="510"/>
            <p14:sldId id="511"/>
            <p14:sldId id="512"/>
            <p14:sldId id="513"/>
            <p14:sldId id="515"/>
            <p14:sldId id="516"/>
            <p14:sldId id="517"/>
            <p14:sldId id="514"/>
          </p14:sldIdLst>
        </p14:section>
        <p14:section name="Group Project" id="{0190CA0E-E2AA-4B9E-94AE-3250C830C7E3}">
          <p14:sldIdLst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353" autoAdjust="0"/>
  </p:normalViewPr>
  <p:slideViewPr>
    <p:cSldViewPr snapToGrid="0">
      <p:cViewPr>
        <p:scale>
          <a:sx n="100" d="100"/>
          <a:sy n="100" d="100"/>
        </p:scale>
        <p:origin x="-108" y="678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77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font" Target="fonts/font17.fntdata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font2.fntdata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18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D48B9D-DEE0-4E3A-B312-F780D751180B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A3D0F2-B170-474F-BC1D-6C728B9BB4D6}">
      <dgm:prSet phldrT="[Text]"/>
      <dgm:spPr/>
      <dgm:t>
        <a:bodyPr/>
        <a:lstStyle/>
        <a:p>
          <a:r>
            <a:rPr lang="en-US" b="1" dirty="0"/>
            <a:t>Step 1: Tokenization</a:t>
          </a:r>
        </a:p>
      </dgm:t>
    </dgm:pt>
    <dgm:pt modelId="{CB678C9B-7C35-4627-B53B-EEBB11589F14}" type="parTrans" cxnId="{B820BC84-EA98-4FA7-8C2D-6038C49EC9FE}">
      <dgm:prSet/>
      <dgm:spPr/>
      <dgm:t>
        <a:bodyPr/>
        <a:lstStyle/>
        <a:p>
          <a:endParaRPr lang="en-US"/>
        </a:p>
      </dgm:t>
    </dgm:pt>
    <dgm:pt modelId="{9D04BE3A-DA5F-401A-8BFD-CCCCB15AF15A}" type="sibTrans" cxnId="{B820BC84-EA98-4FA7-8C2D-6038C49EC9FE}">
      <dgm:prSet/>
      <dgm:spPr/>
      <dgm:t>
        <a:bodyPr/>
        <a:lstStyle/>
        <a:p>
          <a:endParaRPr lang="en-US"/>
        </a:p>
      </dgm:t>
    </dgm:pt>
    <dgm:pt modelId="{B61A1F3A-BC72-4BED-9E54-45C1BB5B5E93}">
      <dgm:prSet phldrT="[Text]"/>
      <dgm:spPr/>
      <dgm:t>
        <a:bodyPr/>
        <a:lstStyle/>
        <a:p>
          <a:r>
            <a:rPr lang="en-US" b="1" dirty="0"/>
            <a:t>Step 2: Vectorization (Embeddings)</a:t>
          </a:r>
        </a:p>
      </dgm:t>
    </dgm:pt>
    <dgm:pt modelId="{E5A6FBE2-2F1F-4146-8305-967B831B4E10}" type="parTrans" cxnId="{48DCF61B-BB55-403A-AAF0-DC7C3A9861BB}">
      <dgm:prSet/>
      <dgm:spPr/>
      <dgm:t>
        <a:bodyPr/>
        <a:lstStyle/>
        <a:p>
          <a:endParaRPr lang="en-US"/>
        </a:p>
      </dgm:t>
    </dgm:pt>
    <dgm:pt modelId="{EE0886B1-3F55-4883-BA4D-83F961D2207D}" type="sibTrans" cxnId="{48DCF61B-BB55-403A-AAF0-DC7C3A9861BB}">
      <dgm:prSet/>
      <dgm:spPr/>
      <dgm:t>
        <a:bodyPr/>
        <a:lstStyle/>
        <a:p>
          <a:endParaRPr lang="en-US"/>
        </a:p>
      </dgm:t>
    </dgm:pt>
    <dgm:pt modelId="{7C333FC8-3854-4C50-B086-4ED8A23C5584}">
      <dgm:prSet phldrT="[Text]"/>
      <dgm:spPr/>
      <dgm:t>
        <a:bodyPr/>
        <a:lstStyle/>
        <a:p>
          <a:r>
            <a:rPr lang="en-US" dirty="0"/>
            <a:t>Divides the texts into “tokens”. This determines the “vocabulary” of the dataset/corpus (i.e., a set of unique tokens present in the data)</a:t>
          </a:r>
        </a:p>
      </dgm:t>
    </dgm:pt>
    <dgm:pt modelId="{A9A3E24F-E885-40F0-BB25-ACCEA773D9E4}" type="parTrans" cxnId="{2350877B-2A6F-4578-86A4-5FD1A56F34DB}">
      <dgm:prSet/>
      <dgm:spPr/>
      <dgm:t>
        <a:bodyPr/>
        <a:lstStyle/>
        <a:p>
          <a:endParaRPr lang="en-US"/>
        </a:p>
      </dgm:t>
    </dgm:pt>
    <dgm:pt modelId="{B5F85068-D224-42C2-836A-6EBAE003A140}" type="sibTrans" cxnId="{2350877B-2A6F-4578-86A4-5FD1A56F34DB}">
      <dgm:prSet/>
      <dgm:spPr/>
      <dgm:t>
        <a:bodyPr/>
        <a:lstStyle/>
        <a:p>
          <a:endParaRPr lang="en-US"/>
        </a:p>
      </dgm:t>
    </dgm:pt>
    <dgm:pt modelId="{B7FE0B34-8B0D-43A6-89B6-84F361E417FE}">
      <dgm:prSet phldrT="[Text]"/>
      <dgm:spPr/>
      <dgm:t>
        <a:bodyPr/>
        <a:lstStyle/>
        <a:p>
          <a:r>
            <a:rPr lang="en-US" dirty="0"/>
            <a:t>Define a good numerical representation to characterize each token</a:t>
          </a:r>
        </a:p>
      </dgm:t>
    </dgm:pt>
    <dgm:pt modelId="{0D7E45D7-F784-47AB-B710-7EF9DDDD2899}" type="parTrans" cxnId="{FD6908FA-F679-4A36-BA27-7BE10CF6C4CE}">
      <dgm:prSet/>
      <dgm:spPr/>
      <dgm:t>
        <a:bodyPr/>
        <a:lstStyle/>
        <a:p>
          <a:endParaRPr lang="en-US"/>
        </a:p>
      </dgm:t>
    </dgm:pt>
    <dgm:pt modelId="{2B573DFC-74C8-4564-B926-FA6717C8F6D3}" type="sibTrans" cxnId="{FD6908FA-F679-4A36-BA27-7BE10CF6C4CE}">
      <dgm:prSet/>
      <dgm:spPr/>
      <dgm:t>
        <a:bodyPr/>
        <a:lstStyle/>
        <a:p>
          <a:endParaRPr lang="en-US"/>
        </a:p>
      </dgm:t>
    </dgm:pt>
    <dgm:pt modelId="{585ED167-76F2-43BF-B8C5-E2837E22BEDC}" type="pres">
      <dgm:prSet presAssocID="{BFD48B9D-DEE0-4E3A-B312-F780D751180B}" presName="linear" presStyleCnt="0">
        <dgm:presLayoutVars>
          <dgm:dir/>
          <dgm:animLvl val="lvl"/>
          <dgm:resizeHandles val="exact"/>
        </dgm:presLayoutVars>
      </dgm:prSet>
      <dgm:spPr/>
    </dgm:pt>
    <dgm:pt modelId="{B515E5A1-23C8-479D-ADD6-5EC60AA0BE97}" type="pres">
      <dgm:prSet presAssocID="{A2A3D0F2-B170-474F-BC1D-6C728B9BB4D6}" presName="parentLin" presStyleCnt="0"/>
      <dgm:spPr/>
    </dgm:pt>
    <dgm:pt modelId="{8EA74AA1-ACF8-455C-899E-7DA81D5B61C0}" type="pres">
      <dgm:prSet presAssocID="{A2A3D0F2-B170-474F-BC1D-6C728B9BB4D6}" presName="parentLeftMargin" presStyleLbl="node1" presStyleIdx="0" presStyleCnt="2"/>
      <dgm:spPr/>
    </dgm:pt>
    <dgm:pt modelId="{3B5D513B-D032-478C-84B9-3ECA3512D782}" type="pres">
      <dgm:prSet presAssocID="{A2A3D0F2-B170-474F-BC1D-6C728B9BB4D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EA40E2-2B8F-4CE2-A317-FF5AC04391A2}" type="pres">
      <dgm:prSet presAssocID="{A2A3D0F2-B170-474F-BC1D-6C728B9BB4D6}" presName="negativeSpace" presStyleCnt="0"/>
      <dgm:spPr/>
    </dgm:pt>
    <dgm:pt modelId="{7BA6D373-B0F4-46A8-BFBB-EAA3572C3DBA}" type="pres">
      <dgm:prSet presAssocID="{A2A3D0F2-B170-474F-BC1D-6C728B9BB4D6}" presName="childText" presStyleLbl="conFgAcc1" presStyleIdx="0" presStyleCnt="2">
        <dgm:presLayoutVars>
          <dgm:bulletEnabled val="1"/>
        </dgm:presLayoutVars>
      </dgm:prSet>
      <dgm:spPr/>
    </dgm:pt>
    <dgm:pt modelId="{CBD77510-24C1-4D9C-8438-2134293181B9}" type="pres">
      <dgm:prSet presAssocID="{9D04BE3A-DA5F-401A-8BFD-CCCCB15AF15A}" presName="spaceBetweenRectangles" presStyleCnt="0"/>
      <dgm:spPr/>
    </dgm:pt>
    <dgm:pt modelId="{0B98EB0D-6106-4EE0-A2BB-2F1F3934646F}" type="pres">
      <dgm:prSet presAssocID="{B61A1F3A-BC72-4BED-9E54-45C1BB5B5E93}" presName="parentLin" presStyleCnt="0"/>
      <dgm:spPr/>
    </dgm:pt>
    <dgm:pt modelId="{F0EDF323-7FB8-4F20-A391-43138A8A06DD}" type="pres">
      <dgm:prSet presAssocID="{B61A1F3A-BC72-4BED-9E54-45C1BB5B5E93}" presName="parentLeftMargin" presStyleLbl="node1" presStyleIdx="0" presStyleCnt="2"/>
      <dgm:spPr/>
    </dgm:pt>
    <dgm:pt modelId="{38677438-0340-409B-80B5-48E61E614E1B}" type="pres">
      <dgm:prSet presAssocID="{B61A1F3A-BC72-4BED-9E54-45C1BB5B5E9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34CFCB-085D-4A30-A682-C3A6BFDCB486}" type="pres">
      <dgm:prSet presAssocID="{B61A1F3A-BC72-4BED-9E54-45C1BB5B5E93}" presName="negativeSpace" presStyleCnt="0"/>
      <dgm:spPr/>
    </dgm:pt>
    <dgm:pt modelId="{58C4D5BC-790D-4088-8A8D-58ADECC3F713}" type="pres">
      <dgm:prSet presAssocID="{B61A1F3A-BC72-4BED-9E54-45C1BB5B5E9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062A13-E904-4F9E-86B6-6779837A6CAA}" type="presOf" srcId="{A2A3D0F2-B170-474F-BC1D-6C728B9BB4D6}" destId="{3B5D513B-D032-478C-84B9-3ECA3512D782}" srcOrd="1" destOrd="0" presId="urn:microsoft.com/office/officeart/2005/8/layout/list1"/>
    <dgm:cxn modelId="{48DCF61B-BB55-403A-AAF0-DC7C3A9861BB}" srcId="{BFD48B9D-DEE0-4E3A-B312-F780D751180B}" destId="{B61A1F3A-BC72-4BED-9E54-45C1BB5B5E93}" srcOrd="1" destOrd="0" parTransId="{E5A6FBE2-2F1F-4146-8305-967B831B4E10}" sibTransId="{EE0886B1-3F55-4883-BA4D-83F961D2207D}"/>
    <dgm:cxn modelId="{8CA9345D-BCC6-44AA-99B4-0F333F8826A1}" type="presOf" srcId="{B7FE0B34-8B0D-43A6-89B6-84F361E417FE}" destId="{58C4D5BC-790D-4088-8A8D-58ADECC3F713}" srcOrd="0" destOrd="0" presId="urn:microsoft.com/office/officeart/2005/8/layout/list1"/>
    <dgm:cxn modelId="{951C0952-8DC6-4CCA-AAD3-970E1DB549D4}" type="presOf" srcId="{B61A1F3A-BC72-4BED-9E54-45C1BB5B5E93}" destId="{F0EDF323-7FB8-4F20-A391-43138A8A06DD}" srcOrd="0" destOrd="0" presId="urn:microsoft.com/office/officeart/2005/8/layout/list1"/>
    <dgm:cxn modelId="{2350877B-2A6F-4578-86A4-5FD1A56F34DB}" srcId="{A2A3D0F2-B170-474F-BC1D-6C728B9BB4D6}" destId="{7C333FC8-3854-4C50-B086-4ED8A23C5584}" srcOrd="0" destOrd="0" parTransId="{A9A3E24F-E885-40F0-BB25-ACCEA773D9E4}" sibTransId="{B5F85068-D224-42C2-836A-6EBAE003A140}"/>
    <dgm:cxn modelId="{B820BC84-EA98-4FA7-8C2D-6038C49EC9FE}" srcId="{BFD48B9D-DEE0-4E3A-B312-F780D751180B}" destId="{A2A3D0F2-B170-474F-BC1D-6C728B9BB4D6}" srcOrd="0" destOrd="0" parTransId="{CB678C9B-7C35-4627-B53B-EEBB11589F14}" sibTransId="{9D04BE3A-DA5F-401A-8BFD-CCCCB15AF15A}"/>
    <dgm:cxn modelId="{95F33AC2-C900-49E6-8FE3-31D53E49F2BD}" type="presOf" srcId="{BFD48B9D-DEE0-4E3A-B312-F780D751180B}" destId="{585ED167-76F2-43BF-B8C5-E2837E22BEDC}" srcOrd="0" destOrd="0" presId="urn:microsoft.com/office/officeart/2005/8/layout/list1"/>
    <dgm:cxn modelId="{DBDFFCC2-9DD8-4DF7-9164-C8D55F643190}" type="presOf" srcId="{7C333FC8-3854-4C50-B086-4ED8A23C5584}" destId="{7BA6D373-B0F4-46A8-BFBB-EAA3572C3DBA}" srcOrd="0" destOrd="0" presId="urn:microsoft.com/office/officeart/2005/8/layout/list1"/>
    <dgm:cxn modelId="{2D6644CA-9EFF-4191-A060-B981C413003C}" type="presOf" srcId="{A2A3D0F2-B170-474F-BC1D-6C728B9BB4D6}" destId="{8EA74AA1-ACF8-455C-899E-7DA81D5B61C0}" srcOrd="0" destOrd="0" presId="urn:microsoft.com/office/officeart/2005/8/layout/list1"/>
    <dgm:cxn modelId="{FD6908FA-F679-4A36-BA27-7BE10CF6C4CE}" srcId="{B61A1F3A-BC72-4BED-9E54-45C1BB5B5E93}" destId="{B7FE0B34-8B0D-43A6-89B6-84F361E417FE}" srcOrd="0" destOrd="0" parTransId="{0D7E45D7-F784-47AB-B710-7EF9DDDD2899}" sibTransId="{2B573DFC-74C8-4564-B926-FA6717C8F6D3}"/>
    <dgm:cxn modelId="{26B615FE-3C17-4D13-B019-A69D51702C68}" type="presOf" srcId="{B61A1F3A-BC72-4BED-9E54-45C1BB5B5E93}" destId="{38677438-0340-409B-80B5-48E61E614E1B}" srcOrd="1" destOrd="0" presId="urn:microsoft.com/office/officeart/2005/8/layout/list1"/>
    <dgm:cxn modelId="{7967CDFD-6B62-4DA2-AA8D-BF3858321830}" type="presParOf" srcId="{585ED167-76F2-43BF-B8C5-E2837E22BEDC}" destId="{B515E5A1-23C8-479D-ADD6-5EC60AA0BE97}" srcOrd="0" destOrd="0" presId="urn:microsoft.com/office/officeart/2005/8/layout/list1"/>
    <dgm:cxn modelId="{7AEE5040-733F-441C-B5DA-714700913489}" type="presParOf" srcId="{B515E5A1-23C8-479D-ADD6-5EC60AA0BE97}" destId="{8EA74AA1-ACF8-455C-899E-7DA81D5B61C0}" srcOrd="0" destOrd="0" presId="urn:microsoft.com/office/officeart/2005/8/layout/list1"/>
    <dgm:cxn modelId="{5D4F49B2-2D72-45C6-B661-B55239A6EE59}" type="presParOf" srcId="{B515E5A1-23C8-479D-ADD6-5EC60AA0BE97}" destId="{3B5D513B-D032-478C-84B9-3ECA3512D782}" srcOrd="1" destOrd="0" presId="urn:microsoft.com/office/officeart/2005/8/layout/list1"/>
    <dgm:cxn modelId="{08AD4B45-CD25-4A62-B855-F00912CE07B1}" type="presParOf" srcId="{585ED167-76F2-43BF-B8C5-E2837E22BEDC}" destId="{2FEA40E2-2B8F-4CE2-A317-FF5AC04391A2}" srcOrd="1" destOrd="0" presId="urn:microsoft.com/office/officeart/2005/8/layout/list1"/>
    <dgm:cxn modelId="{D58B1EA0-72B7-4AA9-AB9E-6046465F37A8}" type="presParOf" srcId="{585ED167-76F2-43BF-B8C5-E2837E22BEDC}" destId="{7BA6D373-B0F4-46A8-BFBB-EAA3572C3DBA}" srcOrd="2" destOrd="0" presId="urn:microsoft.com/office/officeart/2005/8/layout/list1"/>
    <dgm:cxn modelId="{6D969AE2-BF3C-4A31-B794-54027DE5C35F}" type="presParOf" srcId="{585ED167-76F2-43BF-B8C5-E2837E22BEDC}" destId="{CBD77510-24C1-4D9C-8438-2134293181B9}" srcOrd="3" destOrd="0" presId="urn:microsoft.com/office/officeart/2005/8/layout/list1"/>
    <dgm:cxn modelId="{D4B0DAEA-F101-449C-AAD9-DD812B6624C6}" type="presParOf" srcId="{585ED167-76F2-43BF-B8C5-E2837E22BEDC}" destId="{0B98EB0D-6106-4EE0-A2BB-2F1F3934646F}" srcOrd="4" destOrd="0" presId="urn:microsoft.com/office/officeart/2005/8/layout/list1"/>
    <dgm:cxn modelId="{FFAB2B68-CDCC-4F8E-BAAE-12DE29CA0E83}" type="presParOf" srcId="{0B98EB0D-6106-4EE0-A2BB-2F1F3934646F}" destId="{F0EDF323-7FB8-4F20-A391-43138A8A06DD}" srcOrd="0" destOrd="0" presId="urn:microsoft.com/office/officeart/2005/8/layout/list1"/>
    <dgm:cxn modelId="{013524A4-E60D-473D-A86E-BCAB110A70F7}" type="presParOf" srcId="{0B98EB0D-6106-4EE0-A2BB-2F1F3934646F}" destId="{38677438-0340-409B-80B5-48E61E614E1B}" srcOrd="1" destOrd="0" presId="urn:microsoft.com/office/officeart/2005/8/layout/list1"/>
    <dgm:cxn modelId="{8D8B496C-478C-4812-A50C-96794742776F}" type="presParOf" srcId="{585ED167-76F2-43BF-B8C5-E2837E22BEDC}" destId="{8634CFCB-085D-4A30-A682-C3A6BFDCB486}" srcOrd="5" destOrd="0" presId="urn:microsoft.com/office/officeart/2005/8/layout/list1"/>
    <dgm:cxn modelId="{C1B90AC5-7A2F-4538-893F-A54222E613FB}" type="presParOf" srcId="{585ED167-76F2-43BF-B8C5-E2837E22BEDC}" destId="{58C4D5BC-790D-4088-8A8D-58ADECC3F71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9F23F2-F455-4E9C-B101-E294613E95A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416B53C-0784-4424-9E76-16C46006BDF7}">
      <dgm:prSet phldrT="[Text]"/>
      <dgm:spPr/>
      <dgm:t>
        <a:bodyPr/>
        <a:lstStyle/>
        <a:p>
          <a:r>
            <a:rPr lang="en-US" dirty="0"/>
            <a:t>Unsupervised Clustering</a:t>
          </a:r>
        </a:p>
      </dgm:t>
    </dgm:pt>
    <dgm:pt modelId="{9747C584-AEE2-4256-A57D-B97D18099516}" type="parTrans" cxnId="{B987D3BA-6AB3-41F6-8836-007ED481AB3A}">
      <dgm:prSet/>
      <dgm:spPr/>
      <dgm:t>
        <a:bodyPr/>
        <a:lstStyle/>
        <a:p>
          <a:endParaRPr lang="en-US"/>
        </a:p>
      </dgm:t>
    </dgm:pt>
    <dgm:pt modelId="{535A1F5B-13A1-479C-BC26-AD61CFDD7927}" type="sibTrans" cxnId="{B987D3BA-6AB3-41F6-8836-007ED481AB3A}">
      <dgm:prSet/>
      <dgm:spPr/>
      <dgm:t>
        <a:bodyPr/>
        <a:lstStyle/>
        <a:p>
          <a:endParaRPr lang="en-US"/>
        </a:p>
      </dgm:t>
    </dgm:pt>
    <dgm:pt modelId="{B0095811-F6CD-446D-95BE-0AE2E2FCD2B4}">
      <dgm:prSet phldrT="[Text]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Groups similar data points together automatically</a:t>
          </a:r>
        </a:p>
      </dgm:t>
    </dgm:pt>
    <dgm:pt modelId="{EE14E810-5BF8-48D3-96F6-20A29BDDBAF6}" type="parTrans" cxnId="{9567E371-E225-400F-9197-E0068A62B900}">
      <dgm:prSet/>
      <dgm:spPr/>
      <dgm:t>
        <a:bodyPr/>
        <a:lstStyle/>
        <a:p>
          <a:endParaRPr lang="en-US"/>
        </a:p>
      </dgm:t>
    </dgm:pt>
    <dgm:pt modelId="{1EB84293-164B-49F1-B3E9-FAA8ED8F342D}" type="sibTrans" cxnId="{9567E371-E225-400F-9197-E0068A62B900}">
      <dgm:prSet/>
      <dgm:spPr/>
      <dgm:t>
        <a:bodyPr/>
        <a:lstStyle/>
        <a:p>
          <a:endParaRPr lang="en-US"/>
        </a:p>
      </dgm:t>
    </dgm:pt>
    <dgm:pt modelId="{45FF71D6-3C13-46D7-8A1D-5B4F30A704EA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No labels or pre-defined categories needed</a:t>
          </a:r>
        </a:p>
      </dgm:t>
    </dgm:pt>
    <dgm:pt modelId="{DA6B7601-C6AC-41A6-B630-8021B3332D53}" type="parTrans" cxnId="{46693047-AA5A-415E-A9AF-FFB1BE00C049}">
      <dgm:prSet/>
      <dgm:spPr/>
      <dgm:t>
        <a:bodyPr/>
        <a:lstStyle/>
        <a:p>
          <a:endParaRPr lang="en-US"/>
        </a:p>
      </dgm:t>
    </dgm:pt>
    <dgm:pt modelId="{3E472A6F-794C-4645-B920-402CD2F3A6C8}" type="sibTrans" cxnId="{46693047-AA5A-415E-A9AF-FFB1BE00C049}">
      <dgm:prSet/>
      <dgm:spPr/>
      <dgm:t>
        <a:bodyPr/>
        <a:lstStyle/>
        <a:p>
          <a:endParaRPr lang="en-US"/>
        </a:p>
      </dgm:t>
    </dgm:pt>
    <dgm:pt modelId="{CB9878C6-75D4-4C8C-8CBA-95C1477220B9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Algorithm finds hidden patterns on its own</a:t>
          </a:r>
        </a:p>
      </dgm:t>
    </dgm:pt>
    <dgm:pt modelId="{E40BE290-0237-4114-A244-0486DDBEA174}" type="parTrans" cxnId="{96032319-2434-4CBE-8578-5E91477154D1}">
      <dgm:prSet/>
      <dgm:spPr/>
      <dgm:t>
        <a:bodyPr/>
        <a:lstStyle/>
        <a:p>
          <a:endParaRPr lang="en-US"/>
        </a:p>
      </dgm:t>
    </dgm:pt>
    <dgm:pt modelId="{B68B7102-182D-4F95-B673-D8A72B0E6CE5}" type="sibTrans" cxnId="{96032319-2434-4CBE-8578-5E91477154D1}">
      <dgm:prSet/>
      <dgm:spPr/>
      <dgm:t>
        <a:bodyPr/>
        <a:lstStyle/>
        <a:p>
          <a:endParaRPr lang="en-US"/>
        </a:p>
      </dgm:t>
    </dgm:pt>
    <dgm:pt modelId="{C1A5ED04-CA5C-48F1-8860-6B0C92433CAB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Examples: customer segments, document categories, image grouping</a:t>
          </a:r>
        </a:p>
      </dgm:t>
    </dgm:pt>
    <dgm:pt modelId="{FB055CAB-DB77-405B-833A-C49DC394422E}" type="parTrans" cxnId="{39A6C2BB-6B53-47A7-824F-37D0AE4A3B5B}">
      <dgm:prSet/>
      <dgm:spPr/>
      <dgm:t>
        <a:bodyPr/>
        <a:lstStyle/>
        <a:p>
          <a:endParaRPr lang="en-US"/>
        </a:p>
      </dgm:t>
    </dgm:pt>
    <dgm:pt modelId="{9D891F5E-DE6B-446F-8E8D-AFBE22A7252E}" type="sibTrans" cxnId="{39A6C2BB-6B53-47A7-824F-37D0AE4A3B5B}">
      <dgm:prSet/>
      <dgm:spPr/>
      <dgm:t>
        <a:bodyPr/>
        <a:lstStyle/>
        <a:p>
          <a:endParaRPr lang="en-US"/>
        </a:p>
      </dgm:t>
    </dgm:pt>
    <dgm:pt modelId="{070E47BD-5D84-4F75-9325-C5CA37E915E7}" type="pres">
      <dgm:prSet presAssocID="{0E9F23F2-F455-4E9C-B101-E294613E95A9}" presName="linear" presStyleCnt="0">
        <dgm:presLayoutVars>
          <dgm:animLvl val="lvl"/>
          <dgm:resizeHandles val="exact"/>
        </dgm:presLayoutVars>
      </dgm:prSet>
      <dgm:spPr/>
    </dgm:pt>
    <dgm:pt modelId="{3985A04C-0F88-4D09-ACD4-9BE03C411235}" type="pres">
      <dgm:prSet presAssocID="{C416B53C-0784-4424-9E76-16C46006BDF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3CB0392-000C-45A8-BF7A-788937ED582D}" type="pres">
      <dgm:prSet presAssocID="{C416B53C-0784-4424-9E76-16C46006BDF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6032319-2434-4CBE-8578-5E91477154D1}" srcId="{C416B53C-0784-4424-9E76-16C46006BDF7}" destId="{CB9878C6-75D4-4C8C-8CBA-95C1477220B9}" srcOrd="2" destOrd="0" parTransId="{E40BE290-0237-4114-A244-0486DDBEA174}" sibTransId="{B68B7102-182D-4F95-B673-D8A72B0E6CE5}"/>
    <dgm:cxn modelId="{E8B24A1F-6EEE-49B6-8D28-D1CE5BC6428E}" type="presOf" srcId="{0E9F23F2-F455-4E9C-B101-E294613E95A9}" destId="{070E47BD-5D84-4F75-9325-C5CA37E915E7}" srcOrd="0" destOrd="0" presId="urn:microsoft.com/office/officeart/2005/8/layout/vList2"/>
    <dgm:cxn modelId="{E9D22F20-230D-417D-A326-A3ED7368DDB2}" type="presOf" srcId="{C1A5ED04-CA5C-48F1-8860-6B0C92433CAB}" destId="{E3CB0392-000C-45A8-BF7A-788937ED582D}" srcOrd="0" destOrd="3" presId="urn:microsoft.com/office/officeart/2005/8/layout/vList2"/>
    <dgm:cxn modelId="{03CBB834-42EE-47D7-B9AA-7A381B443737}" type="presOf" srcId="{B0095811-F6CD-446D-95BE-0AE2E2FCD2B4}" destId="{E3CB0392-000C-45A8-BF7A-788937ED582D}" srcOrd="0" destOrd="0" presId="urn:microsoft.com/office/officeart/2005/8/layout/vList2"/>
    <dgm:cxn modelId="{46693047-AA5A-415E-A9AF-FFB1BE00C049}" srcId="{C416B53C-0784-4424-9E76-16C46006BDF7}" destId="{45FF71D6-3C13-46D7-8A1D-5B4F30A704EA}" srcOrd="1" destOrd="0" parTransId="{DA6B7601-C6AC-41A6-B630-8021B3332D53}" sibTransId="{3E472A6F-794C-4645-B920-402CD2F3A6C8}"/>
    <dgm:cxn modelId="{9567E371-E225-400F-9197-E0068A62B900}" srcId="{C416B53C-0784-4424-9E76-16C46006BDF7}" destId="{B0095811-F6CD-446D-95BE-0AE2E2FCD2B4}" srcOrd="0" destOrd="0" parTransId="{EE14E810-5BF8-48D3-96F6-20A29BDDBAF6}" sibTransId="{1EB84293-164B-49F1-B3E9-FAA8ED8F342D}"/>
    <dgm:cxn modelId="{51E8D692-8876-4A83-A77A-9C88F9E996FD}" type="presOf" srcId="{45FF71D6-3C13-46D7-8A1D-5B4F30A704EA}" destId="{E3CB0392-000C-45A8-BF7A-788937ED582D}" srcOrd="0" destOrd="1" presId="urn:microsoft.com/office/officeart/2005/8/layout/vList2"/>
    <dgm:cxn modelId="{C571F9A9-201D-439E-8C3B-9B8B53472256}" type="presOf" srcId="{C416B53C-0784-4424-9E76-16C46006BDF7}" destId="{3985A04C-0F88-4D09-ACD4-9BE03C411235}" srcOrd="0" destOrd="0" presId="urn:microsoft.com/office/officeart/2005/8/layout/vList2"/>
    <dgm:cxn modelId="{B987D3BA-6AB3-41F6-8836-007ED481AB3A}" srcId="{0E9F23F2-F455-4E9C-B101-E294613E95A9}" destId="{C416B53C-0784-4424-9E76-16C46006BDF7}" srcOrd="0" destOrd="0" parTransId="{9747C584-AEE2-4256-A57D-B97D18099516}" sibTransId="{535A1F5B-13A1-479C-BC26-AD61CFDD7927}"/>
    <dgm:cxn modelId="{39A6C2BB-6B53-47A7-824F-37D0AE4A3B5B}" srcId="{C416B53C-0784-4424-9E76-16C46006BDF7}" destId="{C1A5ED04-CA5C-48F1-8860-6B0C92433CAB}" srcOrd="3" destOrd="0" parTransId="{FB055CAB-DB77-405B-833A-C49DC394422E}" sibTransId="{9D891F5E-DE6B-446F-8E8D-AFBE22A7252E}"/>
    <dgm:cxn modelId="{3282B8DC-709B-4A55-892F-8BE4E07FB3CC}" type="presOf" srcId="{CB9878C6-75D4-4C8C-8CBA-95C1477220B9}" destId="{E3CB0392-000C-45A8-BF7A-788937ED582D}" srcOrd="0" destOrd="2" presId="urn:microsoft.com/office/officeart/2005/8/layout/vList2"/>
    <dgm:cxn modelId="{04422F6F-DBB1-4FDA-9692-8597F6BF6D4A}" type="presParOf" srcId="{070E47BD-5D84-4F75-9325-C5CA37E915E7}" destId="{3985A04C-0F88-4D09-ACD4-9BE03C411235}" srcOrd="0" destOrd="0" presId="urn:microsoft.com/office/officeart/2005/8/layout/vList2"/>
    <dgm:cxn modelId="{9E1E76D2-048A-4EB0-99BF-C0CBBC6742B9}" type="presParOf" srcId="{070E47BD-5D84-4F75-9325-C5CA37E915E7}" destId="{E3CB0392-000C-45A8-BF7A-788937ED582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A94B5F-8BFF-4D73-B60D-FDBEB5B8EEB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4FF73B-AE97-4B47-A580-7EAB1C93913E}">
      <dgm:prSet phldrT="[Text]"/>
      <dgm:spPr/>
      <dgm:t>
        <a:bodyPr/>
        <a:lstStyle/>
        <a:p>
          <a:r>
            <a:rPr lang="en-US" dirty="0"/>
            <a:t>Intra-Cluster (within cluster)</a:t>
          </a:r>
        </a:p>
      </dgm:t>
    </dgm:pt>
    <dgm:pt modelId="{0F2EE400-F6FC-45A3-868A-E52027B7D688}" type="parTrans" cxnId="{DCF3A895-1307-46C0-9FC3-D39259F32677}">
      <dgm:prSet/>
      <dgm:spPr/>
      <dgm:t>
        <a:bodyPr/>
        <a:lstStyle/>
        <a:p>
          <a:endParaRPr lang="en-US"/>
        </a:p>
      </dgm:t>
    </dgm:pt>
    <dgm:pt modelId="{C5625944-FB6C-41FC-AF5E-4E666BAF4930}" type="sibTrans" cxnId="{DCF3A895-1307-46C0-9FC3-D39259F32677}">
      <dgm:prSet/>
      <dgm:spPr/>
      <dgm:t>
        <a:bodyPr/>
        <a:lstStyle/>
        <a:p>
          <a:endParaRPr lang="en-US"/>
        </a:p>
      </dgm:t>
    </dgm:pt>
    <dgm:pt modelId="{C0C88114-FD24-490F-A682-CE79B69F9B5A}">
      <dgm:prSet phldrT="[Text]"/>
      <dgm:spPr/>
      <dgm:t>
        <a:bodyPr/>
        <a:lstStyle/>
        <a:p>
          <a:r>
            <a:rPr lang="en-US" dirty="0"/>
            <a:t>Measures how close data points are to each other within the same cluster</a:t>
          </a:r>
        </a:p>
      </dgm:t>
    </dgm:pt>
    <dgm:pt modelId="{08ADA81C-0C0F-40C0-9132-FF99D0AAD2C3}" type="parTrans" cxnId="{2C0CDC49-4E1B-4B87-A7C7-8574EA1229C3}">
      <dgm:prSet/>
      <dgm:spPr/>
      <dgm:t>
        <a:bodyPr/>
        <a:lstStyle/>
        <a:p>
          <a:endParaRPr lang="en-US"/>
        </a:p>
      </dgm:t>
    </dgm:pt>
    <dgm:pt modelId="{A134FB6E-3B93-4B0B-A81C-376B828514A4}" type="sibTrans" cxnId="{2C0CDC49-4E1B-4B87-A7C7-8574EA1229C3}">
      <dgm:prSet/>
      <dgm:spPr/>
      <dgm:t>
        <a:bodyPr/>
        <a:lstStyle/>
        <a:p>
          <a:endParaRPr lang="en-US"/>
        </a:p>
      </dgm:t>
    </dgm:pt>
    <dgm:pt modelId="{D9FDA740-6549-4F8B-B441-9BD9E15DA05B}">
      <dgm:prSet phldrT="[Text]"/>
      <dgm:spPr/>
      <dgm:t>
        <a:bodyPr/>
        <a:lstStyle/>
        <a:p>
          <a:r>
            <a:rPr lang="en-US" dirty="0"/>
            <a:t>Calculated as the distance from each point to its cluster center (centroid) or to other points in the same cluster</a:t>
          </a:r>
        </a:p>
      </dgm:t>
    </dgm:pt>
    <dgm:pt modelId="{958D6335-63BC-4570-979A-3D0883A723ED}" type="parTrans" cxnId="{7AD4ECC1-8A51-4042-BBC7-77FA89ED94AE}">
      <dgm:prSet/>
      <dgm:spPr/>
      <dgm:t>
        <a:bodyPr/>
        <a:lstStyle/>
        <a:p>
          <a:endParaRPr lang="en-US"/>
        </a:p>
      </dgm:t>
    </dgm:pt>
    <dgm:pt modelId="{D44016EF-0C66-4D7D-A309-3542764CC58B}" type="sibTrans" cxnId="{7AD4ECC1-8A51-4042-BBC7-77FA89ED94AE}">
      <dgm:prSet/>
      <dgm:spPr/>
      <dgm:t>
        <a:bodyPr/>
        <a:lstStyle/>
        <a:p>
          <a:endParaRPr lang="en-US"/>
        </a:p>
      </dgm:t>
    </dgm:pt>
    <dgm:pt modelId="{D1DDEC04-CEEE-4865-8ED0-EB7B032171F9}">
      <dgm:prSet phldrT="[Text]"/>
      <dgm:spPr/>
      <dgm:t>
        <a:bodyPr/>
        <a:lstStyle/>
        <a:p>
          <a:r>
            <a:rPr lang="en-US" dirty="0"/>
            <a:t>Small intra-cluster distance = similar customers grouped together</a:t>
          </a:r>
        </a:p>
      </dgm:t>
    </dgm:pt>
    <dgm:pt modelId="{21EC7481-0723-46D7-A0C4-2C9C27D3E088}" type="parTrans" cxnId="{BC2F9F7C-914C-4592-B023-056E0A7B127F}">
      <dgm:prSet/>
      <dgm:spPr/>
      <dgm:t>
        <a:bodyPr/>
        <a:lstStyle/>
        <a:p>
          <a:endParaRPr lang="en-US"/>
        </a:p>
      </dgm:t>
    </dgm:pt>
    <dgm:pt modelId="{0B113FCC-1960-4F5C-BEE5-DDFFF425ACAD}" type="sibTrans" cxnId="{BC2F9F7C-914C-4592-B023-056E0A7B127F}">
      <dgm:prSet/>
      <dgm:spPr/>
      <dgm:t>
        <a:bodyPr/>
        <a:lstStyle/>
        <a:p>
          <a:endParaRPr lang="en-US"/>
        </a:p>
      </dgm:t>
    </dgm:pt>
    <dgm:pt modelId="{76FF0EB0-B295-4852-ACCA-0EC17A1F5682}">
      <dgm:prSet phldrT="[Text]"/>
      <dgm:spPr/>
      <dgm:t>
        <a:bodyPr/>
        <a:lstStyle/>
        <a:p>
          <a:r>
            <a:rPr lang="en-US" dirty="0"/>
            <a:t>Goal: Minimize this distance (i.e., tight, compact clusters)</a:t>
          </a:r>
        </a:p>
      </dgm:t>
    </dgm:pt>
    <dgm:pt modelId="{85CA3313-92F7-41ED-9C34-8F24F0A3A773}" type="parTrans" cxnId="{F06AA730-F761-4549-9CFD-7680BED2503C}">
      <dgm:prSet/>
      <dgm:spPr/>
      <dgm:t>
        <a:bodyPr/>
        <a:lstStyle/>
        <a:p>
          <a:endParaRPr lang="en-US"/>
        </a:p>
      </dgm:t>
    </dgm:pt>
    <dgm:pt modelId="{06A1086C-41B2-40D0-94C8-925AFE6B1237}" type="sibTrans" cxnId="{F06AA730-F761-4549-9CFD-7680BED2503C}">
      <dgm:prSet/>
      <dgm:spPr/>
      <dgm:t>
        <a:bodyPr/>
        <a:lstStyle/>
        <a:p>
          <a:endParaRPr lang="en-US"/>
        </a:p>
      </dgm:t>
    </dgm:pt>
    <dgm:pt modelId="{05FB2C85-6E35-4815-B0DB-4F3A32555661}" type="pres">
      <dgm:prSet presAssocID="{08A94B5F-8BFF-4D73-B60D-FDBEB5B8EEBD}" presName="vert0" presStyleCnt="0">
        <dgm:presLayoutVars>
          <dgm:dir/>
          <dgm:animOne val="branch"/>
          <dgm:animLvl val="lvl"/>
        </dgm:presLayoutVars>
      </dgm:prSet>
      <dgm:spPr/>
    </dgm:pt>
    <dgm:pt modelId="{12D84B47-0EB7-474D-A9A5-42E136AF46AE}" type="pres">
      <dgm:prSet presAssocID="{274FF73B-AE97-4B47-A580-7EAB1C93913E}" presName="thickLine" presStyleLbl="alignNode1" presStyleIdx="0" presStyleCnt="1"/>
      <dgm:spPr/>
    </dgm:pt>
    <dgm:pt modelId="{D1D51413-47B6-4AF3-8E27-E5C74D061F1F}" type="pres">
      <dgm:prSet presAssocID="{274FF73B-AE97-4B47-A580-7EAB1C93913E}" presName="horz1" presStyleCnt="0"/>
      <dgm:spPr/>
    </dgm:pt>
    <dgm:pt modelId="{2FA208BD-F7F9-4D01-9059-126EED1E76BC}" type="pres">
      <dgm:prSet presAssocID="{274FF73B-AE97-4B47-A580-7EAB1C93913E}" presName="tx1" presStyleLbl="revTx" presStyleIdx="0" presStyleCnt="5"/>
      <dgm:spPr/>
    </dgm:pt>
    <dgm:pt modelId="{B316BAC8-BA32-445B-8542-2CD355F83BF7}" type="pres">
      <dgm:prSet presAssocID="{274FF73B-AE97-4B47-A580-7EAB1C93913E}" presName="vert1" presStyleCnt="0"/>
      <dgm:spPr/>
    </dgm:pt>
    <dgm:pt modelId="{4874EF3E-77C4-4F9C-80FB-862D4A1EB93E}" type="pres">
      <dgm:prSet presAssocID="{C0C88114-FD24-490F-A682-CE79B69F9B5A}" presName="vertSpace2a" presStyleCnt="0"/>
      <dgm:spPr/>
    </dgm:pt>
    <dgm:pt modelId="{B2979E7C-5335-4FAE-941F-198727CC9AF2}" type="pres">
      <dgm:prSet presAssocID="{C0C88114-FD24-490F-A682-CE79B69F9B5A}" presName="horz2" presStyleCnt="0"/>
      <dgm:spPr/>
    </dgm:pt>
    <dgm:pt modelId="{8685F3EC-AC39-451A-8418-0BE1D85246A3}" type="pres">
      <dgm:prSet presAssocID="{C0C88114-FD24-490F-A682-CE79B69F9B5A}" presName="horzSpace2" presStyleCnt="0"/>
      <dgm:spPr/>
    </dgm:pt>
    <dgm:pt modelId="{3D072732-C66E-4FF0-8362-22B6F8A9E100}" type="pres">
      <dgm:prSet presAssocID="{C0C88114-FD24-490F-A682-CE79B69F9B5A}" presName="tx2" presStyleLbl="revTx" presStyleIdx="1" presStyleCnt="5"/>
      <dgm:spPr/>
    </dgm:pt>
    <dgm:pt modelId="{D9E492A0-BEBE-4830-BA02-D6BB9027C87D}" type="pres">
      <dgm:prSet presAssocID="{C0C88114-FD24-490F-A682-CE79B69F9B5A}" presName="vert2" presStyleCnt="0"/>
      <dgm:spPr/>
    </dgm:pt>
    <dgm:pt modelId="{89D2C17F-EFC4-45AE-BC53-AB7D86DFEED7}" type="pres">
      <dgm:prSet presAssocID="{C0C88114-FD24-490F-A682-CE79B69F9B5A}" presName="thinLine2b" presStyleLbl="callout" presStyleIdx="0" presStyleCnt="4"/>
      <dgm:spPr/>
    </dgm:pt>
    <dgm:pt modelId="{AA43894E-A6D4-4FCF-B425-D0F866002ACA}" type="pres">
      <dgm:prSet presAssocID="{C0C88114-FD24-490F-A682-CE79B69F9B5A}" presName="vertSpace2b" presStyleCnt="0"/>
      <dgm:spPr/>
    </dgm:pt>
    <dgm:pt modelId="{20F273BA-16DA-4F41-B6C4-0C119C7C34AD}" type="pres">
      <dgm:prSet presAssocID="{D9FDA740-6549-4F8B-B441-9BD9E15DA05B}" presName="horz2" presStyleCnt="0"/>
      <dgm:spPr/>
    </dgm:pt>
    <dgm:pt modelId="{DF6E2625-A358-44DA-B6A6-F51B38ADAB86}" type="pres">
      <dgm:prSet presAssocID="{D9FDA740-6549-4F8B-B441-9BD9E15DA05B}" presName="horzSpace2" presStyleCnt="0"/>
      <dgm:spPr/>
    </dgm:pt>
    <dgm:pt modelId="{86FC7884-1EF6-4B81-B066-06543EE3ADDB}" type="pres">
      <dgm:prSet presAssocID="{D9FDA740-6549-4F8B-B441-9BD9E15DA05B}" presName="tx2" presStyleLbl="revTx" presStyleIdx="2" presStyleCnt="5"/>
      <dgm:spPr/>
    </dgm:pt>
    <dgm:pt modelId="{A2B30F13-BAAF-48AF-AAD8-CDF86633F0E0}" type="pres">
      <dgm:prSet presAssocID="{D9FDA740-6549-4F8B-B441-9BD9E15DA05B}" presName="vert2" presStyleCnt="0"/>
      <dgm:spPr/>
    </dgm:pt>
    <dgm:pt modelId="{4E030267-C21D-4D17-8C9C-CC124870762B}" type="pres">
      <dgm:prSet presAssocID="{D9FDA740-6549-4F8B-B441-9BD9E15DA05B}" presName="thinLine2b" presStyleLbl="callout" presStyleIdx="1" presStyleCnt="4"/>
      <dgm:spPr/>
    </dgm:pt>
    <dgm:pt modelId="{E883182A-9C42-4DD3-9288-41338E57B04C}" type="pres">
      <dgm:prSet presAssocID="{D9FDA740-6549-4F8B-B441-9BD9E15DA05B}" presName="vertSpace2b" presStyleCnt="0"/>
      <dgm:spPr/>
    </dgm:pt>
    <dgm:pt modelId="{E38ED354-CA26-4915-B7CF-EB4F91ED8485}" type="pres">
      <dgm:prSet presAssocID="{76FF0EB0-B295-4852-ACCA-0EC17A1F5682}" presName="horz2" presStyleCnt="0"/>
      <dgm:spPr/>
    </dgm:pt>
    <dgm:pt modelId="{B0581F24-66DC-433C-8EB1-3B45341862E5}" type="pres">
      <dgm:prSet presAssocID="{76FF0EB0-B295-4852-ACCA-0EC17A1F5682}" presName="horzSpace2" presStyleCnt="0"/>
      <dgm:spPr/>
    </dgm:pt>
    <dgm:pt modelId="{AD6C6137-5EF6-4C51-AE6A-3BD6385C8575}" type="pres">
      <dgm:prSet presAssocID="{76FF0EB0-B295-4852-ACCA-0EC17A1F5682}" presName="tx2" presStyleLbl="revTx" presStyleIdx="3" presStyleCnt="5"/>
      <dgm:spPr/>
    </dgm:pt>
    <dgm:pt modelId="{4C70AAC6-7416-443B-9D67-175F7349D83A}" type="pres">
      <dgm:prSet presAssocID="{76FF0EB0-B295-4852-ACCA-0EC17A1F5682}" presName="vert2" presStyleCnt="0"/>
      <dgm:spPr/>
    </dgm:pt>
    <dgm:pt modelId="{0A05C9D9-BABE-45B6-AB52-59424DF0119C}" type="pres">
      <dgm:prSet presAssocID="{76FF0EB0-B295-4852-ACCA-0EC17A1F5682}" presName="thinLine2b" presStyleLbl="callout" presStyleIdx="2" presStyleCnt="4"/>
      <dgm:spPr/>
    </dgm:pt>
    <dgm:pt modelId="{E68EE40E-AC98-4AEF-988C-58562792A541}" type="pres">
      <dgm:prSet presAssocID="{76FF0EB0-B295-4852-ACCA-0EC17A1F5682}" presName="vertSpace2b" presStyleCnt="0"/>
      <dgm:spPr/>
    </dgm:pt>
    <dgm:pt modelId="{A83FCEC7-584C-4ED2-B7D7-17AE6F574A70}" type="pres">
      <dgm:prSet presAssocID="{D1DDEC04-CEEE-4865-8ED0-EB7B032171F9}" presName="horz2" presStyleCnt="0"/>
      <dgm:spPr/>
    </dgm:pt>
    <dgm:pt modelId="{037C95A9-60C4-4D2F-A9A9-070A574F79A3}" type="pres">
      <dgm:prSet presAssocID="{D1DDEC04-CEEE-4865-8ED0-EB7B032171F9}" presName="horzSpace2" presStyleCnt="0"/>
      <dgm:spPr/>
    </dgm:pt>
    <dgm:pt modelId="{64014E24-8EB7-40E2-A29B-A441A961ECFD}" type="pres">
      <dgm:prSet presAssocID="{D1DDEC04-CEEE-4865-8ED0-EB7B032171F9}" presName="tx2" presStyleLbl="revTx" presStyleIdx="4" presStyleCnt="5"/>
      <dgm:spPr/>
    </dgm:pt>
    <dgm:pt modelId="{1960FEF3-0002-4E27-BF23-0C3079F1F062}" type="pres">
      <dgm:prSet presAssocID="{D1DDEC04-CEEE-4865-8ED0-EB7B032171F9}" presName="vert2" presStyleCnt="0"/>
      <dgm:spPr/>
    </dgm:pt>
    <dgm:pt modelId="{A1B45F7E-A16E-4EC8-997E-C4EDACA2755D}" type="pres">
      <dgm:prSet presAssocID="{D1DDEC04-CEEE-4865-8ED0-EB7B032171F9}" presName="thinLine2b" presStyleLbl="callout" presStyleIdx="3" presStyleCnt="4"/>
      <dgm:spPr/>
    </dgm:pt>
    <dgm:pt modelId="{30B947DE-CCA0-4819-AE57-B1EC64F26A9F}" type="pres">
      <dgm:prSet presAssocID="{D1DDEC04-CEEE-4865-8ED0-EB7B032171F9}" presName="vertSpace2b" presStyleCnt="0"/>
      <dgm:spPr/>
    </dgm:pt>
  </dgm:ptLst>
  <dgm:cxnLst>
    <dgm:cxn modelId="{C36CC528-1843-40C8-907C-931245A5FDFC}" type="presOf" srcId="{76FF0EB0-B295-4852-ACCA-0EC17A1F5682}" destId="{AD6C6137-5EF6-4C51-AE6A-3BD6385C8575}" srcOrd="0" destOrd="0" presId="urn:microsoft.com/office/officeart/2008/layout/LinedList"/>
    <dgm:cxn modelId="{F06AA730-F761-4549-9CFD-7680BED2503C}" srcId="{274FF73B-AE97-4B47-A580-7EAB1C93913E}" destId="{76FF0EB0-B295-4852-ACCA-0EC17A1F5682}" srcOrd="2" destOrd="0" parTransId="{85CA3313-92F7-41ED-9C34-8F24F0A3A773}" sibTransId="{06A1086C-41B2-40D0-94C8-925AFE6B1237}"/>
    <dgm:cxn modelId="{2C0CDC49-4E1B-4B87-A7C7-8574EA1229C3}" srcId="{274FF73B-AE97-4B47-A580-7EAB1C93913E}" destId="{C0C88114-FD24-490F-A682-CE79B69F9B5A}" srcOrd="0" destOrd="0" parTransId="{08ADA81C-0C0F-40C0-9132-FF99D0AAD2C3}" sibTransId="{A134FB6E-3B93-4B0B-A81C-376B828514A4}"/>
    <dgm:cxn modelId="{5802AE6B-C43F-438F-80DE-4E8408BB543C}" type="presOf" srcId="{274FF73B-AE97-4B47-A580-7EAB1C93913E}" destId="{2FA208BD-F7F9-4D01-9059-126EED1E76BC}" srcOrd="0" destOrd="0" presId="urn:microsoft.com/office/officeart/2008/layout/LinedList"/>
    <dgm:cxn modelId="{D61D8056-6C8E-4F59-B9F3-85955111F5F3}" type="presOf" srcId="{D1DDEC04-CEEE-4865-8ED0-EB7B032171F9}" destId="{64014E24-8EB7-40E2-A29B-A441A961ECFD}" srcOrd="0" destOrd="0" presId="urn:microsoft.com/office/officeart/2008/layout/LinedList"/>
    <dgm:cxn modelId="{BC2F9F7C-914C-4592-B023-056E0A7B127F}" srcId="{274FF73B-AE97-4B47-A580-7EAB1C93913E}" destId="{D1DDEC04-CEEE-4865-8ED0-EB7B032171F9}" srcOrd="3" destOrd="0" parTransId="{21EC7481-0723-46D7-A0C4-2C9C27D3E088}" sibTransId="{0B113FCC-1960-4F5C-BEE5-DDFFF425ACAD}"/>
    <dgm:cxn modelId="{0656F382-2E41-406A-BDE7-C95C874F14A2}" type="presOf" srcId="{C0C88114-FD24-490F-A682-CE79B69F9B5A}" destId="{3D072732-C66E-4FF0-8362-22B6F8A9E100}" srcOrd="0" destOrd="0" presId="urn:microsoft.com/office/officeart/2008/layout/LinedList"/>
    <dgm:cxn modelId="{DCF3A895-1307-46C0-9FC3-D39259F32677}" srcId="{08A94B5F-8BFF-4D73-B60D-FDBEB5B8EEBD}" destId="{274FF73B-AE97-4B47-A580-7EAB1C93913E}" srcOrd="0" destOrd="0" parTransId="{0F2EE400-F6FC-45A3-868A-E52027B7D688}" sibTransId="{C5625944-FB6C-41FC-AF5E-4E666BAF4930}"/>
    <dgm:cxn modelId="{ED116EC1-830E-482C-A7B6-D41DC2C2BD85}" type="presOf" srcId="{D9FDA740-6549-4F8B-B441-9BD9E15DA05B}" destId="{86FC7884-1EF6-4B81-B066-06543EE3ADDB}" srcOrd="0" destOrd="0" presId="urn:microsoft.com/office/officeart/2008/layout/LinedList"/>
    <dgm:cxn modelId="{7AD4ECC1-8A51-4042-BBC7-77FA89ED94AE}" srcId="{274FF73B-AE97-4B47-A580-7EAB1C93913E}" destId="{D9FDA740-6549-4F8B-B441-9BD9E15DA05B}" srcOrd="1" destOrd="0" parTransId="{958D6335-63BC-4570-979A-3D0883A723ED}" sibTransId="{D44016EF-0C66-4D7D-A309-3542764CC58B}"/>
    <dgm:cxn modelId="{DC1422DC-8F40-4496-AD8A-D679D0D95EAA}" type="presOf" srcId="{08A94B5F-8BFF-4D73-B60D-FDBEB5B8EEBD}" destId="{05FB2C85-6E35-4815-B0DB-4F3A32555661}" srcOrd="0" destOrd="0" presId="urn:microsoft.com/office/officeart/2008/layout/LinedList"/>
    <dgm:cxn modelId="{5AB9F1DF-8FD2-461B-B069-A1E3ABAFC744}" type="presParOf" srcId="{05FB2C85-6E35-4815-B0DB-4F3A32555661}" destId="{12D84B47-0EB7-474D-A9A5-42E136AF46AE}" srcOrd="0" destOrd="0" presId="urn:microsoft.com/office/officeart/2008/layout/LinedList"/>
    <dgm:cxn modelId="{F31CB86A-576D-4545-8942-A7E46DCE6334}" type="presParOf" srcId="{05FB2C85-6E35-4815-B0DB-4F3A32555661}" destId="{D1D51413-47B6-4AF3-8E27-E5C74D061F1F}" srcOrd="1" destOrd="0" presId="urn:microsoft.com/office/officeart/2008/layout/LinedList"/>
    <dgm:cxn modelId="{85B584D8-1B2C-4ED8-90B0-64D71DF31398}" type="presParOf" srcId="{D1D51413-47B6-4AF3-8E27-E5C74D061F1F}" destId="{2FA208BD-F7F9-4D01-9059-126EED1E76BC}" srcOrd="0" destOrd="0" presId="urn:microsoft.com/office/officeart/2008/layout/LinedList"/>
    <dgm:cxn modelId="{D61E455D-7582-4646-BAA3-5273B7B0410C}" type="presParOf" srcId="{D1D51413-47B6-4AF3-8E27-E5C74D061F1F}" destId="{B316BAC8-BA32-445B-8542-2CD355F83BF7}" srcOrd="1" destOrd="0" presId="urn:microsoft.com/office/officeart/2008/layout/LinedList"/>
    <dgm:cxn modelId="{4A88CBD7-0265-4973-ABF9-E91C14FB12E9}" type="presParOf" srcId="{B316BAC8-BA32-445B-8542-2CD355F83BF7}" destId="{4874EF3E-77C4-4F9C-80FB-862D4A1EB93E}" srcOrd="0" destOrd="0" presId="urn:microsoft.com/office/officeart/2008/layout/LinedList"/>
    <dgm:cxn modelId="{D5F3B756-0B1C-4BD8-8A02-7991F2F13F38}" type="presParOf" srcId="{B316BAC8-BA32-445B-8542-2CD355F83BF7}" destId="{B2979E7C-5335-4FAE-941F-198727CC9AF2}" srcOrd="1" destOrd="0" presId="urn:microsoft.com/office/officeart/2008/layout/LinedList"/>
    <dgm:cxn modelId="{29CC6A56-D0A5-4ED3-BA30-42BCD5176610}" type="presParOf" srcId="{B2979E7C-5335-4FAE-941F-198727CC9AF2}" destId="{8685F3EC-AC39-451A-8418-0BE1D85246A3}" srcOrd="0" destOrd="0" presId="urn:microsoft.com/office/officeart/2008/layout/LinedList"/>
    <dgm:cxn modelId="{40F58311-FFE0-47C7-BAE6-3D88050355D9}" type="presParOf" srcId="{B2979E7C-5335-4FAE-941F-198727CC9AF2}" destId="{3D072732-C66E-4FF0-8362-22B6F8A9E100}" srcOrd="1" destOrd="0" presId="urn:microsoft.com/office/officeart/2008/layout/LinedList"/>
    <dgm:cxn modelId="{DA8A2AD9-80C6-4709-8AE6-66E27CED27B7}" type="presParOf" srcId="{B2979E7C-5335-4FAE-941F-198727CC9AF2}" destId="{D9E492A0-BEBE-4830-BA02-D6BB9027C87D}" srcOrd="2" destOrd="0" presId="urn:microsoft.com/office/officeart/2008/layout/LinedList"/>
    <dgm:cxn modelId="{6AC9A9F1-61F0-46EB-A959-DA75D6A60564}" type="presParOf" srcId="{B316BAC8-BA32-445B-8542-2CD355F83BF7}" destId="{89D2C17F-EFC4-45AE-BC53-AB7D86DFEED7}" srcOrd="2" destOrd="0" presId="urn:microsoft.com/office/officeart/2008/layout/LinedList"/>
    <dgm:cxn modelId="{1D74F684-D350-48AA-82ED-64D938F929D5}" type="presParOf" srcId="{B316BAC8-BA32-445B-8542-2CD355F83BF7}" destId="{AA43894E-A6D4-4FCF-B425-D0F866002ACA}" srcOrd="3" destOrd="0" presId="urn:microsoft.com/office/officeart/2008/layout/LinedList"/>
    <dgm:cxn modelId="{4367C81E-DA18-420B-ADFF-DE655B6583A2}" type="presParOf" srcId="{B316BAC8-BA32-445B-8542-2CD355F83BF7}" destId="{20F273BA-16DA-4F41-B6C4-0C119C7C34AD}" srcOrd="4" destOrd="0" presId="urn:microsoft.com/office/officeart/2008/layout/LinedList"/>
    <dgm:cxn modelId="{7E0EB5AF-A582-4FB8-910A-1D45F4065EEA}" type="presParOf" srcId="{20F273BA-16DA-4F41-B6C4-0C119C7C34AD}" destId="{DF6E2625-A358-44DA-B6A6-F51B38ADAB86}" srcOrd="0" destOrd="0" presId="urn:microsoft.com/office/officeart/2008/layout/LinedList"/>
    <dgm:cxn modelId="{1F6CC816-2FA4-4A85-BA1B-1C6D876CCF0F}" type="presParOf" srcId="{20F273BA-16DA-4F41-B6C4-0C119C7C34AD}" destId="{86FC7884-1EF6-4B81-B066-06543EE3ADDB}" srcOrd="1" destOrd="0" presId="urn:microsoft.com/office/officeart/2008/layout/LinedList"/>
    <dgm:cxn modelId="{53C1703B-FB13-4973-9F62-F1E42680FF80}" type="presParOf" srcId="{20F273BA-16DA-4F41-B6C4-0C119C7C34AD}" destId="{A2B30F13-BAAF-48AF-AAD8-CDF86633F0E0}" srcOrd="2" destOrd="0" presId="urn:microsoft.com/office/officeart/2008/layout/LinedList"/>
    <dgm:cxn modelId="{36C9F210-E1AE-4D96-ABE5-9E99E45EFC52}" type="presParOf" srcId="{B316BAC8-BA32-445B-8542-2CD355F83BF7}" destId="{4E030267-C21D-4D17-8C9C-CC124870762B}" srcOrd="5" destOrd="0" presId="urn:microsoft.com/office/officeart/2008/layout/LinedList"/>
    <dgm:cxn modelId="{B7D2970D-4EC1-45A6-B77A-96CC028954D6}" type="presParOf" srcId="{B316BAC8-BA32-445B-8542-2CD355F83BF7}" destId="{E883182A-9C42-4DD3-9288-41338E57B04C}" srcOrd="6" destOrd="0" presId="urn:microsoft.com/office/officeart/2008/layout/LinedList"/>
    <dgm:cxn modelId="{2912CF98-A0CB-4314-B0DB-F961F5168B77}" type="presParOf" srcId="{B316BAC8-BA32-445B-8542-2CD355F83BF7}" destId="{E38ED354-CA26-4915-B7CF-EB4F91ED8485}" srcOrd="7" destOrd="0" presId="urn:microsoft.com/office/officeart/2008/layout/LinedList"/>
    <dgm:cxn modelId="{FEC453A1-1B08-40B9-BA4C-AAE8C5CC73E5}" type="presParOf" srcId="{E38ED354-CA26-4915-B7CF-EB4F91ED8485}" destId="{B0581F24-66DC-433C-8EB1-3B45341862E5}" srcOrd="0" destOrd="0" presId="urn:microsoft.com/office/officeart/2008/layout/LinedList"/>
    <dgm:cxn modelId="{5ADCB8F8-D233-46B3-B86E-3C22E9D26AA7}" type="presParOf" srcId="{E38ED354-CA26-4915-B7CF-EB4F91ED8485}" destId="{AD6C6137-5EF6-4C51-AE6A-3BD6385C8575}" srcOrd="1" destOrd="0" presId="urn:microsoft.com/office/officeart/2008/layout/LinedList"/>
    <dgm:cxn modelId="{495F66EE-4842-4A27-9DF6-CAB224D9C522}" type="presParOf" srcId="{E38ED354-CA26-4915-B7CF-EB4F91ED8485}" destId="{4C70AAC6-7416-443B-9D67-175F7349D83A}" srcOrd="2" destOrd="0" presId="urn:microsoft.com/office/officeart/2008/layout/LinedList"/>
    <dgm:cxn modelId="{31DE2A98-AEB4-4CA6-B64F-EF908EF0A908}" type="presParOf" srcId="{B316BAC8-BA32-445B-8542-2CD355F83BF7}" destId="{0A05C9D9-BABE-45B6-AB52-59424DF0119C}" srcOrd="8" destOrd="0" presId="urn:microsoft.com/office/officeart/2008/layout/LinedList"/>
    <dgm:cxn modelId="{15CA2BE1-82F1-4F96-B551-AF7C4A185DCC}" type="presParOf" srcId="{B316BAC8-BA32-445B-8542-2CD355F83BF7}" destId="{E68EE40E-AC98-4AEF-988C-58562792A541}" srcOrd="9" destOrd="0" presId="urn:microsoft.com/office/officeart/2008/layout/LinedList"/>
    <dgm:cxn modelId="{654D45DA-11F4-4FF2-A5F1-AAFA04A624ED}" type="presParOf" srcId="{B316BAC8-BA32-445B-8542-2CD355F83BF7}" destId="{A83FCEC7-584C-4ED2-B7D7-17AE6F574A70}" srcOrd="10" destOrd="0" presId="urn:microsoft.com/office/officeart/2008/layout/LinedList"/>
    <dgm:cxn modelId="{1472372C-9CD8-455A-8150-47BC0E0E032B}" type="presParOf" srcId="{A83FCEC7-584C-4ED2-B7D7-17AE6F574A70}" destId="{037C95A9-60C4-4D2F-A9A9-070A574F79A3}" srcOrd="0" destOrd="0" presId="urn:microsoft.com/office/officeart/2008/layout/LinedList"/>
    <dgm:cxn modelId="{11832B43-E1FA-43E7-A2A2-338B7E3A84D6}" type="presParOf" srcId="{A83FCEC7-584C-4ED2-B7D7-17AE6F574A70}" destId="{64014E24-8EB7-40E2-A29B-A441A961ECFD}" srcOrd="1" destOrd="0" presId="urn:microsoft.com/office/officeart/2008/layout/LinedList"/>
    <dgm:cxn modelId="{8088581E-D8F6-4E7A-8885-E6A911388F84}" type="presParOf" srcId="{A83FCEC7-584C-4ED2-B7D7-17AE6F574A70}" destId="{1960FEF3-0002-4E27-BF23-0C3079F1F062}" srcOrd="2" destOrd="0" presId="urn:microsoft.com/office/officeart/2008/layout/LinedList"/>
    <dgm:cxn modelId="{3C311970-1E4D-45D7-8B28-A1FD644AF175}" type="presParOf" srcId="{B316BAC8-BA32-445B-8542-2CD355F83BF7}" destId="{A1B45F7E-A16E-4EC8-997E-C4EDACA2755D}" srcOrd="11" destOrd="0" presId="urn:microsoft.com/office/officeart/2008/layout/LinedList"/>
    <dgm:cxn modelId="{8DBA27BA-2FEA-4A1F-9AE8-C5D31E7644DB}" type="presParOf" srcId="{B316BAC8-BA32-445B-8542-2CD355F83BF7}" destId="{30B947DE-CCA0-4819-AE57-B1EC64F26A9F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A94B5F-8BFF-4D73-B60D-FDBEB5B8EEB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1B1B6F-AB8E-4CF6-A482-8941178188F0}">
      <dgm:prSet phldrT="[Text]"/>
      <dgm:spPr/>
      <dgm:t>
        <a:bodyPr/>
        <a:lstStyle/>
        <a:p>
          <a:r>
            <a:rPr lang="en-US" dirty="0"/>
            <a:t>Inter-Cluster (between cluster)</a:t>
          </a:r>
        </a:p>
      </dgm:t>
    </dgm:pt>
    <dgm:pt modelId="{C6B28A22-A205-4BF3-AD68-7C4C0ADEB147}" type="parTrans" cxnId="{F2F48AA0-8CAD-400C-A5E5-B14769D96637}">
      <dgm:prSet/>
      <dgm:spPr/>
      <dgm:t>
        <a:bodyPr/>
        <a:lstStyle/>
        <a:p>
          <a:endParaRPr lang="en-US"/>
        </a:p>
      </dgm:t>
    </dgm:pt>
    <dgm:pt modelId="{1F7F0ECC-5AB4-4951-A35F-4F024DFD2E8F}" type="sibTrans" cxnId="{F2F48AA0-8CAD-400C-A5E5-B14769D96637}">
      <dgm:prSet/>
      <dgm:spPr/>
      <dgm:t>
        <a:bodyPr/>
        <a:lstStyle/>
        <a:p>
          <a:endParaRPr lang="en-US"/>
        </a:p>
      </dgm:t>
    </dgm:pt>
    <dgm:pt modelId="{D6F1EDBA-5E96-4FFA-9ED2-319971703A00}">
      <dgm:prSet phldrT="[Text]"/>
      <dgm:spPr/>
      <dgm:t>
        <a:bodyPr/>
        <a:lstStyle/>
        <a:p>
          <a:r>
            <a:rPr lang="en-US" dirty="0"/>
            <a:t>Measures how far apart different clusters are from each other</a:t>
          </a:r>
        </a:p>
      </dgm:t>
    </dgm:pt>
    <dgm:pt modelId="{E0F2BF31-5330-46F4-9564-7DAB090F34A9}" type="parTrans" cxnId="{7A85CF96-D41D-414E-8432-CC40C101D17C}">
      <dgm:prSet/>
      <dgm:spPr/>
      <dgm:t>
        <a:bodyPr/>
        <a:lstStyle/>
        <a:p>
          <a:endParaRPr lang="en-US"/>
        </a:p>
      </dgm:t>
    </dgm:pt>
    <dgm:pt modelId="{78D31E3D-1535-478F-AC14-08942EBD64FD}" type="sibTrans" cxnId="{7A85CF96-D41D-414E-8432-CC40C101D17C}">
      <dgm:prSet/>
      <dgm:spPr/>
      <dgm:t>
        <a:bodyPr/>
        <a:lstStyle/>
        <a:p>
          <a:endParaRPr lang="en-US"/>
        </a:p>
      </dgm:t>
    </dgm:pt>
    <dgm:pt modelId="{8FA2F0CE-7208-4AA8-AC07-F422218A8878}">
      <dgm:prSet phldrT="[Text]"/>
      <dgm:spPr/>
      <dgm:t>
        <a:bodyPr/>
        <a:lstStyle/>
        <a:p>
          <a:r>
            <a:rPr lang="en-US" dirty="0"/>
            <a:t>Calculated as the distance between cluster centers or between the closest/ farthest points of different clusters</a:t>
          </a:r>
        </a:p>
      </dgm:t>
    </dgm:pt>
    <dgm:pt modelId="{2634486A-3E65-401F-A422-169039A6112D}" type="parTrans" cxnId="{8B4B2EA4-0590-4C59-B1A9-0ED821795F7B}">
      <dgm:prSet/>
      <dgm:spPr/>
      <dgm:t>
        <a:bodyPr/>
        <a:lstStyle/>
        <a:p>
          <a:endParaRPr lang="en-US"/>
        </a:p>
      </dgm:t>
    </dgm:pt>
    <dgm:pt modelId="{6481750A-822A-4715-B6F8-E4C7050AA5BE}" type="sibTrans" cxnId="{8B4B2EA4-0590-4C59-B1A9-0ED821795F7B}">
      <dgm:prSet/>
      <dgm:spPr/>
      <dgm:t>
        <a:bodyPr/>
        <a:lstStyle/>
        <a:p>
          <a:endParaRPr lang="en-US"/>
        </a:p>
      </dgm:t>
    </dgm:pt>
    <dgm:pt modelId="{133E150B-D3C1-43EA-9929-47D366754533}">
      <dgm:prSet phldrT="[Text]"/>
      <dgm:spPr/>
      <dgm:t>
        <a:bodyPr/>
        <a:lstStyle/>
        <a:p>
          <a:r>
            <a:rPr lang="en-US" dirty="0"/>
            <a:t>Goal: Maximize this distance (well-separated clusters)</a:t>
          </a:r>
        </a:p>
      </dgm:t>
    </dgm:pt>
    <dgm:pt modelId="{F21DD493-4825-4F5C-9F1E-B892244913E5}" type="parTrans" cxnId="{202E876E-3426-4A3F-A261-E84FB3187CF7}">
      <dgm:prSet/>
      <dgm:spPr/>
      <dgm:t>
        <a:bodyPr/>
        <a:lstStyle/>
        <a:p>
          <a:endParaRPr lang="en-US"/>
        </a:p>
      </dgm:t>
    </dgm:pt>
    <dgm:pt modelId="{1E223713-1503-4DF1-943C-76CF3E16D685}" type="sibTrans" cxnId="{202E876E-3426-4A3F-A261-E84FB3187CF7}">
      <dgm:prSet/>
      <dgm:spPr/>
      <dgm:t>
        <a:bodyPr/>
        <a:lstStyle/>
        <a:p>
          <a:endParaRPr lang="en-US"/>
        </a:p>
      </dgm:t>
    </dgm:pt>
    <dgm:pt modelId="{78B738FB-262B-41B2-8D92-A8CFC4DB32BD}">
      <dgm:prSet phldrT="[Text]"/>
      <dgm:spPr/>
      <dgm:t>
        <a:bodyPr/>
        <a:lstStyle/>
        <a:p>
          <a:r>
            <a:rPr lang="en-US" dirty="0"/>
            <a:t>Large inter-cluster distance = distinct, different customer segments</a:t>
          </a:r>
        </a:p>
      </dgm:t>
    </dgm:pt>
    <dgm:pt modelId="{92716F60-0F24-45D9-BD67-F1270F9C45D7}" type="parTrans" cxnId="{38FFA858-59F6-45A5-BEBE-BF15AEFB650E}">
      <dgm:prSet/>
      <dgm:spPr/>
      <dgm:t>
        <a:bodyPr/>
        <a:lstStyle/>
        <a:p>
          <a:endParaRPr lang="en-US"/>
        </a:p>
      </dgm:t>
    </dgm:pt>
    <dgm:pt modelId="{4F56495B-83CF-4214-9155-6ACA699F2A24}" type="sibTrans" cxnId="{38FFA858-59F6-45A5-BEBE-BF15AEFB650E}">
      <dgm:prSet/>
      <dgm:spPr/>
      <dgm:t>
        <a:bodyPr/>
        <a:lstStyle/>
        <a:p>
          <a:endParaRPr lang="en-US"/>
        </a:p>
      </dgm:t>
    </dgm:pt>
    <dgm:pt modelId="{05FB2C85-6E35-4815-B0DB-4F3A32555661}" type="pres">
      <dgm:prSet presAssocID="{08A94B5F-8BFF-4D73-B60D-FDBEB5B8EEBD}" presName="vert0" presStyleCnt="0">
        <dgm:presLayoutVars>
          <dgm:dir/>
          <dgm:animOne val="branch"/>
          <dgm:animLvl val="lvl"/>
        </dgm:presLayoutVars>
      </dgm:prSet>
      <dgm:spPr/>
    </dgm:pt>
    <dgm:pt modelId="{0F90D711-A6C8-44B8-8CDC-366758689C6D}" type="pres">
      <dgm:prSet presAssocID="{F81B1B6F-AB8E-4CF6-A482-8941178188F0}" presName="thickLine" presStyleLbl="alignNode1" presStyleIdx="0" presStyleCnt="1"/>
      <dgm:spPr/>
    </dgm:pt>
    <dgm:pt modelId="{9DD7D42B-E4FC-4982-96A7-F6BAB307480B}" type="pres">
      <dgm:prSet presAssocID="{F81B1B6F-AB8E-4CF6-A482-8941178188F0}" presName="horz1" presStyleCnt="0"/>
      <dgm:spPr/>
    </dgm:pt>
    <dgm:pt modelId="{F63AE44C-3BCB-4597-9A84-6AA3B471C299}" type="pres">
      <dgm:prSet presAssocID="{F81B1B6F-AB8E-4CF6-A482-8941178188F0}" presName="tx1" presStyleLbl="revTx" presStyleIdx="0" presStyleCnt="5"/>
      <dgm:spPr/>
    </dgm:pt>
    <dgm:pt modelId="{18BB7AAF-607D-4228-B1AE-E035C1D3C30D}" type="pres">
      <dgm:prSet presAssocID="{F81B1B6F-AB8E-4CF6-A482-8941178188F0}" presName="vert1" presStyleCnt="0"/>
      <dgm:spPr/>
    </dgm:pt>
    <dgm:pt modelId="{92C7E566-B603-4CFB-A321-415F29A6B25A}" type="pres">
      <dgm:prSet presAssocID="{D6F1EDBA-5E96-4FFA-9ED2-319971703A00}" presName="vertSpace2a" presStyleCnt="0"/>
      <dgm:spPr/>
    </dgm:pt>
    <dgm:pt modelId="{3445ADD0-487E-4F22-ABE2-B99BB2C35C97}" type="pres">
      <dgm:prSet presAssocID="{D6F1EDBA-5E96-4FFA-9ED2-319971703A00}" presName="horz2" presStyleCnt="0"/>
      <dgm:spPr/>
    </dgm:pt>
    <dgm:pt modelId="{28BB89E6-652E-4BDE-8B9E-A0AB549BBDA8}" type="pres">
      <dgm:prSet presAssocID="{D6F1EDBA-5E96-4FFA-9ED2-319971703A00}" presName="horzSpace2" presStyleCnt="0"/>
      <dgm:spPr/>
    </dgm:pt>
    <dgm:pt modelId="{23637B14-43AB-4252-AF70-3CD5288D3F8F}" type="pres">
      <dgm:prSet presAssocID="{D6F1EDBA-5E96-4FFA-9ED2-319971703A00}" presName="tx2" presStyleLbl="revTx" presStyleIdx="1" presStyleCnt="5"/>
      <dgm:spPr/>
    </dgm:pt>
    <dgm:pt modelId="{A49C782D-3593-4E09-ACE1-B74F5C7D71E3}" type="pres">
      <dgm:prSet presAssocID="{D6F1EDBA-5E96-4FFA-9ED2-319971703A00}" presName="vert2" presStyleCnt="0"/>
      <dgm:spPr/>
    </dgm:pt>
    <dgm:pt modelId="{C4CD5A4A-10D2-44B1-8742-B284A18E100B}" type="pres">
      <dgm:prSet presAssocID="{D6F1EDBA-5E96-4FFA-9ED2-319971703A00}" presName="thinLine2b" presStyleLbl="callout" presStyleIdx="0" presStyleCnt="4"/>
      <dgm:spPr/>
    </dgm:pt>
    <dgm:pt modelId="{681ADA4C-20CB-48C4-9C72-81D05DDA1F4E}" type="pres">
      <dgm:prSet presAssocID="{D6F1EDBA-5E96-4FFA-9ED2-319971703A00}" presName="vertSpace2b" presStyleCnt="0"/>
      <dgm:spPr/>
    </dgm:pt>
    <dgm:pt modelId="{B20CE06B-A3FF-488C-9E04-223491C6F6B8}" type="pres">
      <dgm:prSet presAssocID="{8FA2F0CE-7208-4AA8-AC07-F422218A8878}" presName="horz2" presStyleCnt="0"/>
      <dgm:spPr/>
    </dgm:pt>
    <dgm:pt modelId="{CCF70F57-A687-49B2-B589-CED0BCE172DB}" type="pres">
      <dgm:prSet presAssocID="{8FA2F0CE-7208-4AA8-AC07-F422218A8878}" presName="horzSpace2" presStyleCnt="0"/>
      <dgm:spPr/>
    </dgm:pt>
    <dgm:pt modelId="{99CF1CA7-9FF3-45BC-A3E4-E051ED46838D}" type="pres">
      <dgm:prSet presAssocID="{8FA2F0CE-7208-4AA8-AC07-F422218A8878}" presName="tx2" presStyleLbl="revTx" presStyleIdx="2" presStyleCnt="5"/>
      <dgm:spPr/>
    </dgm:pt>
    <dgm:pt modelId="{0C190C79-B03E-4C6D-9525-20EBB97B8D0C}" type="pres">
      <dgm:prSet presAssocID="{8FA2F0CE-7208-4AA8-AC07-F422218A8878}" presName="vert2" presStyleCnt="0"/>
      <dgm:spPr/>
    </dgm:pt>
    <dgm:pt modelId="{B1B506E7-D4C3-4D4D-BF92-E102C4FD6C1E}" type="pres">
      <dgm:prSet presAssocID="{8FA2F0CE-7208-4AA8-AC07-F422218A8878}" presName="thinLine2b" presStyleLbl="callout" presStyleIdx="1" presStyleCnt="4"/>
      <dgm:spPr/>
    </dgm:pt>
    <dgm:pt modelId="{3585EE57-2396-4BDD-855B-A7D0CDAC62A8}" type="pres">
      <dgm:prSet presAssocID="{8FA2F0CE-7208-4AA8-AC07-F422218A8878}" presName="vertSpace2b" presStyleCnt="0"/>
      <dgm:spPr/>
    </dgm:pt>
    <dgm:pt modelId="{F9BCF99A-5F65-46B0-9FD4-4FF423A4836B}" type="pres">
      <dgm:prSet presAssocID="{133E150B-D3C1-43EA-9929-47D366754533}" presName="horz2" presStyleCnt="0"/>
      <dgm:spPr/>
    </dgm:pt>
    <dgm:pt modelId="{87549378-C427-4A74-9CB4-5DEE8AB4D9A0}" type="pres">
      <dgm:prSet presAssocID="{133E150B-D3C1-43EA-9929-47D366754533}" presName="horzSpace2" presStyleCnt="0"/>
      <dgm:spPr/>
    </dgm:pt>
    <dgm:pt modelId="{148A2702-EE67-4F57-A061-31A87CAD60F9}" type="pres">
      <dgm:prSet presAssocID="{133E150B-D3C1-43EA-9929-47D366754533}" presName="tx2" presStyleLbl="revTx" presStyleIdx="3" presStyleCnt="5"/>
      <dgm:spPr/>
    </dgm:pt>
    <dgm:pt modelId="{230AB7AF-32F6-46B2-8D9D-15CEF5FBEB81}" type="pres">
      <dgm:prSet presAssocID="{133E150B-D3C1-43EA-9929-47D366754533}" presName="vert2" presStyleCnt="0"/>
      <dgm:spPr/>
    </dgm:pt>
    <dgm:pt modelId="{D277EE70-F719-4EA5-928F-0CBDCB71301E}" type="pres">
      <dgm:prSet presAssocID="{133E150B-D3C1-43EA-9929-47D366754533}" presName="thinLine2b" presStyleLbl="callout" presStyleIdx="2" presStyleCnt="4"/>
      <dgm:spPr/>
    </dgm:pt>
    <dgm:pt modelId="{64924D37-7442-4BCB-AEE0-37E4A50834B5}" type="pres">
      <dgm:prSet presAssocID="{133E150B-D3C1-43EA-9929-47D366754533}" presName="vertSpace2b" presStyleCnt="0"/>
      <dgm:spPr/>
    </dgm:pt>
    <dgm:pt modelId="{C7CE14CF-06FC-4B05-AE44-B0428B58F4C3}" type="pres">
      <dgm:prSet presAssocID="{78B738FB-262B-41B2-8D92-A8CFC4DB32BD}" presName="horz2" presStyleCnt="0"/>
      <dgm:spPr/>
    </dgm:pt>
    <dgm:pt modelId="{11BCEB8C-588D-41BA-9684-941191C49753}" type="pres">
      <dgm:prSet presAssocID="{78B738FB-262B-41B2-8D92-A8CFC4DB32BD}" presName="horzSpace2" presStyleCnt="0"/>
      <dgm:spPr/>
    </dgm:pt>
    <dgm:pt modelId="{1BAB52B7-C195-4206-AF48-5CB8650AECF3}" type="pres">
      <dgm:prSet presAssocID="{78B738FB-262B-41B2-8D92-A8CFC4DB32BD}" presName="tx2" presStyleLbl="revTx" presStyleIdx="4" presStyleCnt="5"/>
      <dgm:spPr/>
    </dgm:pt>
    <dgm:pt modelId="{AEFD3DF6-DF30-4EE6-AFE2-51CA8338F0FC}" type="pres">
      <dgm:prSet presAssocID="{78B738FB-262B-41B2-8D92-A8CFC4DB32BD}" presName="vert2" presStyleCnt="0"/>
      <dgm:spPr/>
    </dgm:pt>
    <dgm:pt modelId="{8DB27B3E-5C3C-4DDB-A602-F54D10F96A2D}" type="pres">
      <dgm:prSet presAssocID="{78B738FB-262B-41B2-8D92-A8CFC4DB32BD}" presName="thinLine2b" presStyleLbl="callout" presStyleIdx="3" presStyleCnt="4"/>
      <dgm:spPr/>
    </dgm:pt>
    <dgm:pt modelId="{09EA482F-A588-460F-90DC-5B2033F0FBB0}" type="pres">
      <dgm:prSet presAssocID="{78B738FB-262B-41B2-8D92-A8CFC4DB32BD}" presName="vertSpace2b" presStyleCnt="0"/>
      <dgm:spPr/>
    </dgm:pt>
  </dgm:ptLst>
  <dgm:cxnLst>
    <dgm:cxn modelId="{166FE423-C970-439A-9EC3-3C65E0EE9B76}" type="presOf" srcId="{D6F1EDBA-5E96-4FFA-9ED2-319971703A00}" destId="{23637B14-43AB-4252-AF70-3CD5288D3F8F}" srcOrd="0" destOrd="0" presId="urn:microsoft.com/office/officeart/2008/layout/LinedList"/>
    <dgm:cxn modelId="{832BA062-6F48-4F5E-822F-B8843833BCFA}" type="presOf" srcId="{78B738FB-262B-41B2-8D92-A8CFC4DB32BD}" destId="{1BAB52B7-C195-4206-AF48-5CB8650AECF3}" srcOrd="0" destOrd="0" presId="urn:microsoft.com/office/officeart/2008/layout/LinedList"/>
    <dgm:cxn modelId="{30F65643-4812-4791-8525-AE5D37AD1BEE}" type="presOf" srcId="{133E150B-D3C1-43EA-9929-47D366754533}" destId="{148A2702-EE67-4F57-A061-31A87CAD60F9}" srcOrd="0" destOrd="0" presId="urn:microsoft.com/office/officeart/2008/layout/LinedList"/>
    <dgm:cxn modelId="{7DD4CD49-C743-4DDD-8B15-125F0F3EA63A}" type="presOf" srcId="{8FA2F0CE-7208-4AA8-AC07-F422218A8878}" destId="{99CF1CA7-9FF3-45BC-A3E4-E051ED46838D}" srcOrd="0" destOrd="0" presId="urn:microsoft.com/office/officeart/2008/layout/LinedList"/>
    <dgm:cxn modelId="{202E876E-3426-4A3F-A261-E84FB3187CF7}" srcId="{F81B1B6F-AB8E-4CF6-A482-8941178188F0}" destId="{133E150B-D3C1-43EA-9929-47D366754533}" srcOrd="2" destOrd="0" parTransId="{F21DD493-4825-4F5C-9F1E-B892244913E5}" sibTransId="{1E223713-1503-4DF1-943C-76CF3E16D685}"/>
    <dgm:cxn modelId="{38FFA858-59F6-45A5-BEBE-BF15AEFB650E}" srcId="{F81B1B6F-AB8E-4CF6-A482-8941178188F0}" destId="{78B738FB-262B-41B2-8D92-A8CFC4DB32BD}" srcOrd="3" destOrd="0" parTransId="{92716F60-0F24-45D9-BD67-F1270F9C45D7}" sibTransId="{4F56495B-83CF-4214-9155-6ACA699F2A24}"/>
    <dgm:cxn modelId="{7A85CF96-D41D-414E-8432-CC40C101D17C}" srcId="{F81B1B6F-AB8E-4CF6-A482-8941178188F0}" destId="{D6F1EDBA-5E96-4FFA-9ED2-319971703A00}" srcOrd="0" destOrd="0" parTransId="{E0F2BF31-5330-46F4-9564-7DAB090F34A9}" sibTransId="{78D31E3D-1535-478F-AC14-08942EBD64FD}"/>
    <dgm:cxn modelId="{F2F48AA0-8CAD-400C-A5E5-B14769D96637}" srcId="{08A94B5F-8BFF-4D73-B60D-FDBEB5B8EEBD}" destId="{F81B1B6F-AB8E-4CF6-A482-8941178188F0}" srcOrd="0" destOrd="0" parTransId="{C6B28A22-A205-4BF3-AD68-7C4C0ADEB147}" sibTransId="{1F7F0ECC-5AB4-4951-A35F-4F024DFD2E8F}"/>
    <dgm:cxn modelId="{8B4B2EA4-0590-4C59-B1A9-0ED821795F7B}" srcId="{F81B1B6F-AB8E-4CF6-A482-8941178188F0}" destId="{8FA2F0CE-7208-4AA8-AC07-F422218A8878}" srcOrd="1" destOrd="0" parTransId="{2634486A-3E65-401F-A422-169039A6112D}" sibTransId="{6481750A-822A-4715-B6F8-E4C7050AA5BE}"/>
    <dgm:cxn modelId="{F599FDDB-F2A5-406E-8AB0-0690ECD0FF1E}" type="presOf" srcId="{F81B1B6F-AB8E-4CF6-A482-8941178188F0}" destId="{F63AE44C-3BCB-4597-9A84-6AA3B471C299}" srcOrd="0" destOrd="0" presId="urn:microsoft.com/office/officeart/2008/layout/LinedList"/>
    <dgm:cxn modelId="{DC1422DC-8F40-4496-AD8A-D679D0D95EAA}" type="presOf" srcId="{08A94B5F-8BFF-4D73-B60D-FDBEB5B8EEBD}" destId="{05FB2C85-6E35-4815-B0DB-4F3A32555661}" srcOrd="0" destOrd="0" presId="urn:microsoft.com/office/officeart/2008/layout/LinedList"/>
    <dgm:cxn modelId="{245B0E6C-47F8-4BC2-933A-4C9AC8CCFFDB}" type="presParOf" srcId="{05FB2C85-6E35-4815-B0DB-4F3A32555661}" destId="{0F90D711-A6C8-44B8-8CDC-366758689C6D}" srcOrd="0" destOrd="0" presId="urn:microsoft.com/office/officeart/2008/layout/LinedList"/>
    <dgm:cxn modelId="{26A22D33-7D31-4D22-9B9F-1372D2965572}" type="presParOf" srcId="{05FB2C85-6E35-4815-B0DB-4F3A32555661}" destId="{9DD7D42B-E4FC-4982-96A7-F6BAB307480B}" srcOrd="1" destOrd="0" presId="urn:microsoft.com/office/officeart/2008/layout/LinedList"/>
    <dgm:cxn modelId="{57482547-6EB6-4D11-A4C9-8577A5259801}" type="presParOf" srcId="{9DD7D42B-E4FC-4982-96A7-F6BAB307480B}" destId="{F63AE44C-3BCB-4597-9A84-6AA3B471C299}" srcOrd="0" destOrd="0" presId="urn:microsoft.com/office/officeart/2008/layout/LinedList"/>
    <dgm:cxn modelId="{F0E2F6BA-DE54-4621-9546-BA1AAB7AB6C3}" type="presParOf" srcId="{9DD7D42B-E4FC-4982-96A7-F6BAB307480B}" destId="{18BB7AAF-607D-4228-B1AE-E035C1D3C30D}" srcOrd="1" destOrd="0" presId="urn:microsoft.com/office/officeart/2008/layout/LinedList"/>
    <dgm:cxn modelId="{43E6815C-EA46-472A-B4B5-9EAF55159FE5}" type="presParOf" srcId="{18BB7AAF-607D-4228-B1AE-E035C1D3C30D}" destId="{92C7E566-B603-4CFB-A321-415F29A6B25A}" srcOrd="0" destOrd="0" presId="urn:microsoft.com/office/officeart/2008/layout/LinedList"/>
    <dgm:cxn modelId="{66CFB96F-1F97-423A-AB3C-CC95AD289B6C}" type="presParOf" srcId="{18BB7AAF-607D-4228-B1AE-E035C1D3C30D}" destId="{3445ADD0-487E-4F22-ABE2-B99BB2C35C97}" srcOrd="1" destOrd="0" presId="urn:microsoft.com/office/officeart/2008/layout/LinedList"/>
    <dgm:cxn modelId="{2F62BDDD-815B-42F4-BBB3-B82E7E2501F9}" type="presParOf" srcId="{3445ADD0-487E-4F22-ABE2-B99BB2C35C97}" destId="{28BB89E6-652E-4BDE-8B9E-A0AB549BBDA8}" srcOrd="0" destOrd="0" presId="urn:microsoft.com/office/officeart/2008/layout/LinedList"/>
    <dgm:cxn modelId="{A8E0C12E-8962-4BBE-A27B-3E76B6D911F6}" type="presParOf" srcId="{3445ADD0-487E-4F22-ABE2-B99BB2C35C97}" destId="{23637B14-43AB-4252-AF70-3CD5288D3F8F}" srcOrd="1" destOrd="0" presId="urn:microsoft.com/office/officeart/2008/layout/LinedList"/>
    <dgm:cxn modelId="{EF860207-DC46-460C-8EC6-C4DAF12AB2CE}" type="presParOf" srcId="{3445ADD0-487E-4F22-ABE2-B99BB2C35C97}" destId="{A49C782D-3593-4E09-ACE1-B74F5C7D71E3}" srcOrd="2" destOrd="0" presId="urn:microsoft.com/office/officeart/2008/layout/LinedList"/>
    <dgm:cxn modelId="{17756D3A-477F-49B4-A882-D32C400622C2}" type="presParOf" srcId="{18BB7AAF-607D-4228-B1AE-E035C1D3C30D}" destId="{C4CD5A4A-10D2-44B1-8742-B284A18E100B}" srcOrd="2" destOrd="0" presId="urn:microsoft.com/office/officeart/2008/layout/LinedList"/>
    <dgm:cxn modelId="{A99C27C7-8CD6-47F5-BF4C-CC9960E429DE}" type="presParOf" srcId="{18BB7AAF-607D-4228-B1AE-E035C1D3C30D}" destId="{681ADA4C-20CB-48C4-9C72-81D05DDA1F4E}" srcOrd="3" destOrd="0" presId="urn:microsoft.com/office/officeart/2008/layout/LinedList"/>
    <dgm:cxn modelId="{0D80E532-0BA4-4D58-BF19-6A62440D77D0}" type="presParOf" srcId="{18BB7AAF-607D-4228-B1AE-E035C1D3C30D}" destId="{B20CE06B-A3FF-488C-9E04-223491C6F6B8}" srcOrd="4" destOrd="0" presId="urn:microsoft.com/office/officeart/2008/layout/LinedList"/>
    <dgm:cxn modelId="{C3598C48-0B54-4EF4-8617-1F9303917291}" type="presParOf" srcId="{B20CE06B-A3FF-488C-9E04-223491C6F6B8}" destId="{CCF70F57-A687-49B2-B589-CED0BCE172DB}" srcOrd="0" destOrd="0" presId="urn:microsoft.com/office/officeart/2008/layout/LinedList"/>
    <dgm:cxn modelId="{728A392D-8814-4F0F-AA46-D0BF4CBFDE34}" type="presParOf" srcId="{B20CE06B-A3FF-488C-9E04-223491C6F6B8}" destId="{99CF1CA7-9FF3-45BC-A3E4-E051ED46838D}" srcOrd="1" destOrd="0" presId="urn:microsoft.com/office/officeart/2008/layout/LinedList"/>
    <dgm:cxn modelId="{37EB162F-4C75-457F-82DD-5B4FBF132CA2}" type="presParOf" srcId="{B20CE06B-A3FF-488C-9E04-223491C6F6B8}" destId="{0C190C79-B03E-4C6D-9525-20EBB97B8D0C}" srcOrd="2" destOrd="0" presId="urn:microsoft.com/office/officeart/2008/layout/LinedList"/>
    <dgm:cxn modelId="{387C248E-6D34-46F7-9C9B-1705A15E86D0}" type="presParOf" srcId="{18BB7AAF-607D-4228-B1AE-E035C1D3C30D}" destId="{B1B506E7-D4C3-4D4D-BF92-E102C4FD6C1E}" srcOrd="5" destOrd="0" presId="urn:microsoft.com/office/officeart/2008/layout/LinedList"/>
    <dgm:cxn modelId="{8653D337-5C0B-4E52-8440-F15D8CB04EBC}" type="presParOf" srcId="{18BB7AAF-607D-4228-B1AE-E035C1D3C30D}" destId="{3585EE57-2396-4BDD-855B-A7D0CDAC62A8}" srcOrd="6" destOrd="0" presId="urn:microsoft.com/office/officeart/2008/layout/LinedList"/>
    <dgm:cxn modelId="{A166E4FD-241E-479D-AE41-519871D060EA}" type="presParOf" srcId="{18BB7AAF-607D-4228-B1AE-E035C1D3C30D}" destId="{F9BCF99A-5F65-46B0-9FD4-4FF423A4836B}" srcOrd="7" destOrd="0" presId="urn:microsoft.com/office/officeart/2008/layout/LinedList"/>
    <dgm:cxn modelId="{45148FDE-0710-495F-9B48-2FF7D4BF4AB6}" type="presParOf" srcId="{F9BCF99A-5F65-46B0-9FD4-4FF423A4836B}" destId="{87549378-C427-4A74-9CB4-5DEE8AB4D9A0}" srcOrd="0" destOrd="0" presId="urn:microsoft.com/office/officeart/2008/layout/LinedList"/>
    <dgm:cxn modelId="{505D02F9-46E5-4DD9-8C7F-6A12F1BF0C52}" type="presParOf" srcId="{F9BCF99A-5F65-46B0-9FD4-4FF423A4836B}" destId="{148A2702-EE67-4F57-A061-31A87CAD60F9}" srcOrd="1" destOrd="0" presId="urn:microsoft.com/office/officeart/2008/layout/LinedList"/>
    <dgm:cxn modelId="{DEE02AA4-F4DA-4631-82CC-97FB2FEE3B1C}" type="presParOf" srcId="{F9BCF99A-5F65-46B0-9FD4-4FF423A4836B}" destId="{230AB7AF-32F6-46B2-8D9D-15CEF5FBEB81}" srcOrd="2" destOrd="0" presId="urn:microsoft.com/office/officeart/2008/layout/LinedList"/>
    <dgm:cxn modelId="{4E3624D5-17CF-45F7-A15E-4C00DF396D0E}" type="presParOf" srcId="{18BB7AAF-607D-4228-B1AE-E035C1D3C30D}" destId="{D277EE70-F719-4EA5-928F-0CBDCB71301E}" srcOrd="8" destOrd="0" presId="urn:microsoft.com/office/officeart/2008/layout/LinedList"/>
    <dgm:cxn modelId="{1EA9D06A-7122-4F8C-9A09-32790041C816}" type="presParOf" srcId="{18BB7AAF-607D-4228-B1AE-E035C1D3C30D}" destId="{64924D37-7442-4BCB-AEE0-37E4A50834B5}" srcOrd="9" destOrd="0" presId="urn:microsoft.com/office/officeart/2008/layout/LinedList"/>
    <dgm:cxn modelId="{682B2148-5BE3-4E47-99D2-6950F3F59B68}" type="presParOf" srcId="{18BB7AAF-607D-4228-B1AE-E035C1D3C30D}" destId="{C7CE14CF-06FC-4B05-AE44-B0428B58F4C3}" srcOrd="10" destOrd="0" presId="urn:microsoft.com/office/officeart/2008/layout/LinedList"/>
    <dgm:cxn modelId="{CFDAF8F1-ACEA-4135-B247-DF2AA450D4FA}" type="presParOf" srcId="{C7CE14CF-06FC-4B05-AE44-B0428B58F4C3}" destId="{11BCEB8C-588D-41BA-9684-941191C49753}" srcOrd="0" destOrd="0" presId="urn:microsoft.com/office/officeart/2008/layout/LinedList"/>
    <dgm:cxn modelId="{BD3FDC78-57FD-4282-B85B-0BA3E334AD3B}" type="presParOf" srcId="{C7CE14CF-06FC-4B05-AE44-B0428B58F4C3}" destId="{1BAB52B7-C195-4206-AF48-5CB8650AECF3}" srcOrd="1" destOrd="0" presId="urn:microsoft.com/office/officeart/2008/layout/LinedList"/>
    <dgm:cxn modelId="{097BB06D-4A05-4ABD-A64A-45BEC1D6A97A}" type="presParOf" srcId="{C7CE14CF-06FC-4B05-AE44-B0428B58F4C3}" destId="{AEFD3DF6-DF30-4EE6-AFE2-51CA8338F0FC}" srcOrd="2" destOrd="0" presId="urn:microsoft.com/office/officeart/2008/layout/LinedList"/>
    <dgm:cxn modelId="{3CB79A9F-4D8B-4775-A20B-E4EE47D4CB47}" type="presParOf" srcId="{18BB7AAF-607D-4228-B1AE-E035C1D3C30D}" destId="{8DB27B3E-5C3C-4DDB-A602-F54D10F96A2D}" srcOrd="11" destOrd="0" presId="urn:microsoft.com/office/officeart/2008/layout/LinedList"/>
    <dgm:cxn modelId="{574C115B-B126-4AAC-9CF7-0DC8DFD1A4F2}" type="presParOf" srcId="{18BB7AAF-607D-4228-B1AE-E035C1D3C30D}" destId="{09EA482F-A588-460F-90DC-5B2033F0FBB0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25974C-605D-4230-8CCE-361EBE78F7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8C60B4-5350-4BE4-B5E0-B5F5BABF7360}">
      <dgm:prSet phldrT="[Text]"/>
      <dgm:spPr/>
      <dgm:t>
        <a:bodyPr/>
        <a:lstStyle/>
        <a:p>
          <a:r>
            <a:rPr lang="en-US" dirty="0"/>
            <a:t>What WCSS Measures</a:t>
          </a:r>
        </a:p>
      </dgm:t>
    </dgm:pt>
    <dgm:pt modelId="{F823470E-847A-43E3-BFE1-0A676C84BB78}" type="parTrans" cxnId="{F4B0C552-B3E6-476B-9395-68C2D826712B}">
      <dgm:prSet/>
      <dgm:spPr/>
      <dgm:t>
        <a:bodyPr/>
        <a:lstStyle/>
        <a:p>
          <a:endParaRPr lang="en-US"/>
        </a:p>
      </dgm:t>
    </dgm:pt>
    <dgm:pt modelId="{8874C2D5-5CA3-4E01-8FC8-D79E45A20198}" type="sibTrans" cxnId="{F4B0C552-B3E6-476B-9395-68C2D826712B}">
      <dgm:prSet/>
      <dgm:spPr/>
      <dgm:t>
        <a:bodyPr/>
        <a:lstStyle/>
        <a:p>
          <a:endParaRPr lang="en-US"/>
        </a:p>
      </dgm:t>
    </dgm:pt>
    <dgm:pt modelId="{39F9EC3A-64C5-426C-852D-432F2F937109}">
      <dgm:prSet phldrT="[Text]"/>
      <dgm:spPr/>
      <dgm:t>
        <a:bodyPr/>
        <a:lstStyle/>
        <a:p>
          <a:r>
            <a:rPr lang="en-US" dirty="0"/>
            <a:t>Total sum of squared distances of all intra-cluster</a:t>
          </a:r>
        </a:p>
      </dgm:t>
    </dgm:pt>
    <dgm:pt modelId="{F6ED77B5-2A4A-47F1-A241-73C38BF2061C}" type="parTrans" cxnId="{9F3D2C72-4EE5-4B77-ADFB-7B128DC065D0}">
      <dgm:prSet/>
      <dgm:spPr/>
      <dgm:t>
        <a:bodyPr/>
        <a:lstStyle/>
        <a:p>
          <a:endParaRPr lang="en-US"/>
        </a:p>
      </dgm:t>
    </dgm:pt>
    <dgm:pt modelId="{6E5356AF-048D-4183-B108-DE23970BF45F}" type="sibTrans" cxnId="{9F3D2C72-4EE5-4B77-ADFB-7B128DC065D0}">
      <dgm:prSet/>
      <dgm:spPr/>
      <dgm:t>
        <a:bodyPr/>
        <a:lstStyle/>
        <a:p>
          <a:endParaRPr lang="en-US"/>
        </a:p>
      </dgm:t>
    </dgm:pt>
    <dgm:pt modelId="{0E27B861-71AF-4302-A787-13611F1340EB}">
      <dgm:prSet phldrT="[Text]"/>
      <dgm:spPr/>
      <dgm:t>
        <a:bodyPr/>
        <a:lstStyle/>
        <a:p>
          <a:r>
            <a:rPr lang="en-US" dirty="0"/>
            <a:t>How the Elbow Method Works?</a:t>
          </a:r>
        </a:p>
      </dgm:t>
    </dgm:pt>
    <dgm:pt modelId="{447D3079-CCB0-49A7-AC52-695CD0A9C790}" type="parTrans" cxnId="{A7CEF515-4D40-46BA-86D1-F16AFD3EF99E}">
      <dgm:prSet/>
      <dgm:spPr/>
      <dgm:t>
        <a:bodyPr/>
        <a:lstStyle/>
        <a:p>
          <a:endParaRPr lang="en-US"/>
        </a:p>
      </dgm:t>
    </dgm:pt>
    <dgm:pt modelId="{C023746C-E7DB-49FF-AE69-06DA05A871B7}" type="sibTrans" cxnId="{A7CEF515-4D40-46BA-86D1-F16AFD3EF99E}">
      <dgm:prSet/>
      <dgm:spPr/>
      <dgm:t>
        <a:bodyPr/>
        <a:lstStyle/>
        <a:p>
          <a:endParaRPr lang="en-US"/>
        </a:p>
      </dgm:t>
    </dgm:pt>
    <dgm:pt modelId="{DFF408E7-E39D-4078-BCF6-36C9A38AFF05}">
      <dgm:prSet phldrT="[Text]"/>
      <dgm:spPr/>
      <dgm:t>
        <a:bodyPr/>
        <a:lstStyle/>
        <a:p>
          <a:r>
            <a:rPr lang="en-US" dirty="0"/>
            <a:t>Run clustering with different values of k (e.g., k = 1, 2, …, 10)</a:t>
          </a:r>
        </a:p>
      </dgm:t>
    </dgm:pt>
    <dgm:pt modelId="{9A83BE99-BFD0-4314-B2EA-A8B6A3D64503}" type="parTrans" cxnId="{A6667F39-BB3B-4E81-9395-7FC641624D42}">
      <dgm:prSet/>
      <dgm:spPr/>
      <dgm:t>
        <a:bodyPr/>
        <a:lstStyle/>
        <a:p>
          <a:endParaRPr lang="en-US"/>
        </a:p>
      </dgm:t>
    </dgm:pt>
    <dgm:pt modelId="{8E4761AC-88B7-4819-BFDF-8FADFCF5EB9A}" type="sibTrans" cxnId="{A6667F39-BB3B-4E81-9395-7FC641624D42}">
      <dgm:prSet/>
      <dgm:spPr/>
      <dgm:t>
        <a:bodyPr/>
        <a:lstStyle/>
        <a:p>
          <a:endParaRPr lang="en-US"/>
        </a:p>
      </dgm:t>
    </dgm:pt>
    <dgm:pt modelId="{CD7EEBFE-1002-495A-ACA2-B56EA15A9096}">
      <dgm:prSet phldrT="[Text]"/>
      <dgm:spPr/>
      <dgm:t>
        <a:bodyPr/>
        <a:lstStyle/>
        <a:p>
          <a:r>
            <a:rPr lang="en-US" dirty="0"/>
            <a:t>Lower WCSS = tighter, more compact clusters</a:t>
          </a:r>
        </a:p>
      </dgm:t>
    </dgm:pt>
    <dgm:pt modelId="{4458BA91-8727-4DBE-9164-D3136E531189}" type="parTrans" cxnId="{BDE2FA6A-0CA9-4D49-9E63-2009A6BCA573}">
      <dgm:prSet/>
      <dgm:spPr/>
      <dgm:t>
        <a:bodyPr/>
        <a:lstStyle/>
        <a:p>
          <a:endParaRPr lang="en-US"/>
        </a:p>
      </dgm:t>
    </dgm:pt>
    <dgm:pt modelId="{79A81458-FDA3-4A2C-95B2-4945CF80E8F6}" type="sibTrans" cxnId="{BDE2FA6A-0CA9-4D49-9E63-2009A6BCA573}">
      <dgm:prSet/>
      <dgm:spPr/>
      <dgm:t>
        <a:bodyPr/>
        <a:lstStyle/>
        <a:p>
          <a:endParaRPr lang="en-US"/>
        </a:p>
      </dgm:t>
    </dgm:pt>
    <dgm:pt modelId="{4DFDD8E2-D754-46D5-9459-24AE2839BA54}">
      <dgm:prSet phldrT="[Text]"/>
      <dgm:spPr/>
      <dgm:t>
        <a:bodyPr/>
        <a:lstStyle/>
        <a:p>
          <a:r>
            <a:rPr lang="en-US" dirty="0"/>
            <a:t>Calculate WCSS for each k</a:t>
          </a:r>
        </a:p>
      </dgm:t>
    </dgm:pt>
    <dgm:pt modelId="{76A7AE77-7767-479B-A9DA-621EB23CB9C3}" type="parTrans" cxnId="{F31C85A8-E19A-4333-A1D4-24638476F7D9}">
      <dgm:prSet/>
      <dgm:spPr/>
      <dgm:t>
        <a:bodyPr/>
        <a:lstStyle/>
        <a:p>
          <a:endParaRPr lang="en-US"/>
        </a:p>
      </dgm:t>
    </dgm:pt>
    <dgm:pt modelId="{6C8EF373-1A16-40E8-BD7F-5464D327FD3F}" type="sibTrans" cxnId="{F31C85A8-E19A-4333-A1D4-24638476F7D9}">
      <dgm:prSet/>
      <dgm:spPr/>
      <dgm:t>
        <a:bodyPr/>
        <a:lstStyle/>
        <a:p>
          <a:endParaRPr lang="en-US"/>
        </a:p>
      </dgm:t>
    </dgm:pt>
    <dgm:pt modelId="{01BA2CC8-A008-4F68-8DA3-7E156C250825}">
      <dgm:prSet phldrT="[Text]"/>
      <dgm:spPr/>
      <dgm:t>
        <a:bodyPr/>
        <a:lstStyle/>
        <a:p>
          <a:r>
            <a:rPr lang="en-US" dirty="0"/>
            <a:t>Plot WCSS vs. k</a:t>
          </a:r>
        </a:p>
      </dgm:t>
    </dgm:pt>
    <dgm:pt modelId="{2932558B-7B70-459B-B46A-9D0C27CEDD58}" type="parTrans" cxnId="{9C85477E-4988-441E-A66E-4C6A1D926DB7}">
      <dgm:prSet/>
      <dgm:spPr/>
      <dgm:t>
        <a:bodyPr/>
        <a:lstStyle/>
        <a:p>
          <a:endParaRPr lang="en-US"/>
        </a:p>
      </dgm:t>
    </dgm:pt>
    <dgm:pt modelId="{EA1E3A47-3A7C-489C-BF1B-FF97048A5C80}" type="sibTrans" cxnId="{9C85477E-4988-441E-A66E-4C6A1D926DB7}">
      <dgm:prSet/>
      <dgm:spPr/>
      <dgm:t>
        <a:bodyPr/>
        <a:lstStyle/>
        <a:p>
          <a:endParaRPr lang="en-US"/>
        </a:p>
      </dgm:t>
    </dgm:pt>
    <dgm:pt modelId="{413326EF-8937-4601-9074-05F7CC14A290}">
      <dgm:prSet phldrT="[Text]"/>
      <dgm:spPr/>
      <dgm:t>
        <a:bodyPr/>
        <a:lstStyle/>
        <a:p>
          <a:r>
            <a:rPr lang="en-US" dirty="0"/>
            <a:t>Look for the “elbow” where the curve bends sharply and WCSS stops decreasing dramatically</a:t>
          </a:r>
        </a:p>
      </dgm:t>
    </dgm:pt>
    <dgm:pt modelId="{B2239078-FC89-4036-987F-4665BAE71169}" type="parTrans" cxnId="{E265BD15-5C26-47E8-87A6-12B40514F98D}">
      <dgm:prSet/>
      <dgm:spPr/>
      <dgm:t>
        <a:bodyPr/>
        <a:lstStyle/>
        <a:p>
          <a:endParaRPr lang="en-US"/>
        </a:p>
      </dgm:t>
    </dgm:pt>
    <dgm:pt modelId="{CB96E413-04C5-4148-832A-43D9771F3C83}" type="sibTrans" cxnId="{E265BD15-5C26-47E8-87A6-12B40514F98D}">
      <dgm:prSet/>
      <dgm:spPr/>
      <dgm:t>
        <a:bodyPr/>
        <a:lstStyle/>
        <a:p>
          <a:endParaRPr lang="en-US"/>
        </a:p>
      </dgm:t>
    </dgm:pt>
    <dgm:pt modelId="{7CFB3225-6F9C-4BDC-9E35-FB5013CF2FD5}">
      <dgm:prSet phldrT="[Text]"/>
      <dgm:spPr/>
      <dgm:t>
        <a:bodyPr/>
        <a:lstStyle/>
        <a:p>
          <a:r>
            <a:rPr lang="en-US" dirty="0"/>
            <a:t>Why is there an “Elbow”?</a:t>
          </a:r>
        </a:p>
      </dgm:t>
    </dgm:pt>
    <dgm:pt modelId="{0754D017-7B31-480E-A839-1C50EBBFC0B4}" type="parTrans" cxnId="{464D24A7-44F9-4496-BCA2-117182D7FAB2}">
      <dgm:prSet/>
      <dgm:spPr/>
      <dgm:t>
        <a:bodyPr/>
        <a:lstStyle/>
        <a:p>
          <a:endParaRPr lang="en-US"/>
        </a:p>
      </dgm:t>
    </dgm:pt>
    <dgm:pt modelId="{C4235A1B-6379-4026-8B4B-429FF6C07644}" type="sibTrans" cxnId="{464D24A7-44F9-4496-BCA2-117182D7FAB2}">
      <dgm:prSet/>
      <dgm:spPr/>
      <dgm:t>
        <a:bodyPr/>
        <a:lstStyle/>
        <a:p>
          <a:endParaRPr lang="en-US"/>
        </a:p>
      </dgm:t>
    </dgm:pt>
    <dgm:pt modelId="{CEEF7FC1-FAF8-482B-B54D-587D4FE0EBED}">
      <dgm:prSet phldrT="[Text]"/>
      <dgm:spPr/>
      <dgm:t>
        <a:bodyPr/>
        <a:lstStyle/>
        <a:p>
          <a:r>
            <a:rPr lang="en-US" dirty="0"/>
            <a:t>As k increases, WCSS always decreases (more clusters = tighter fit)</a:t>
          </a:r>
        </a:p>
      </dgm:t>
    </dgm:pt>
    <dgm:pt modelId="{5C0FA6D6-4B09-4BFF-BE5A-7E785D6E5272}" type="parTrans" cxnId="{F60790DA-5065-4AC7-8FFB-4AFD76CC2361}">
      <dgm:prSet/>
      <dgm:spPr/>
      <dgm:t>
        <a:bodyPr/>
        <a:lstStyle/>
        <a:p>
          <a:endParaRPr lang="en-US"/>
        </a:p>
      </dgm:t>
    </dgm:pt>
    <dgm:pt modelId="{F575B3D7-E724-4CD2-B857-501CB863586C}" type="sibTrans" cxnId="{F60790DA-5065-4AC7-8FFB-4AFD76CC2361}">
      <dgm:prSet/>
      <dgm:spPr/>
      <dgm:t>
        <a:bodyPr/>
        <a:lstStyle/>
        <a:p>
          <a:endParaRPr lang="en-US"/>
        </a:p>
      </dgm:t>
    </dgm:pt>
    <dgm:pt modelId="{864F6018-AB3C-4976-B63A-85B00E16C4F7}">
      <dgm:prSet phldrT="[Text]"/>
      <dgm:spPr/>
      <dgm:t>
        <a:bodyPr/>
        <a:lstStyle/>
        <a:p>
          <a:r>
            <a:rPr lang="en-US" dirty="0"/>
            <a:t>As some point, adding more clusters gives diminishing returns</a:t>
          </a:r>
        </a:p>
      </dgm:t>
    </dgm:pt>
    <dgm:pt modelId="{CEAA2FCA-7AE4-4553-8ED6-980FB1E8C50C}" type="parTrans" cxnId="{305DD8C0-334A-4246-9924-1A692B895E0C}">
      <dgm:prSet/>
      <dgm:spPr/>
      <dgm:t>
        <a:bodyPr/>
        <a:lstStyle/>
        <a:p>
          <a:endParaRPr lang="en-US"/>
        </a:p>
      </dgm:t>
    </dgm:pt>
    <dgm:pt modelId="{B55314D7-315D-4242-A3A6-EF44AB587675}" type="sibTrans" cxnId="{305DD8C0-334A-4246-9924-1A692B895E0C}">
      <dgm:prSet/>
      <dgm:spPr/>
      <dgm:t>
        <a:bodyPr/>
        <a:lstStyle/>
        <a:p>
          <a:endParaRPr lang="en-US"/>
        </a:p>
      </dgm:t>
    </dgm:pt>
    <dgm:pt modelId="{84658DB6-5E65-4BE4-8CB7-14D8B31A253D}">
      <dgm:prSet phldrT="[Text]"/>
      <dgm:spPr/>
      <dgm:t>
        <a:bodyPr/>
        <a:lstStyle/>
        <a:p>
          <a:r>
            <a:rPr lang="en-US" dirty="0"/>
            <a:t>The elbow point is where you get the best balance between simplicity (fewer clusters) and fit (lower WCSS)</a:t>
          </a:r>
        </a:p>
      </dgm:t>
    </dgm:pt>
    <dgm:pt modelId="{D44CF67C-B195-4D96-B2FC-1AFE5AFE51DD}" type="parTrans" cxnId="{415C29A0-883B-4F16-8BD3-899B114129A1}">
      <dgm:prSet/>
      <dgm:spPr/>
      <dgm:t>
        <a:bodyPr/>
        <a:lstStyle/>
        <a:p>
          <a:endParaRPr lang="en-US"/>
        </a:p>
      </dgm:t>
    </dgm:pt>
    <dgm:pt modelId="{C28A2D6B-D736-4728-93CC-4E39B35338B8}" type="sibTrans" cxnId="{415C29A0-883B-4F16-8BD3-899B114129A1}">
      <dgm:prSet/>
      <dgm:spPr/>
      <dgm:t>
        <a:bodyPr/>
        <a:lstStyle/>
        <a:p>
          <a:endParaRPr lang="en-US"/>
        </a:p>
      </dgm:t>
    </dgm:pt>
    <dgm:pt modelId="{F142AE8B-E977-4070-8E3D-311169BC856F}" type="pres">
      <dgm:prSet presAssocID="{9025974C-605D-4230-8CCE-361EBE78F735}" presName="linear" presStyleCnt="0">
        <dgm:presLayoutVars>
          <dgm:animLvl val="lvl"/>
          <dgm:resizeHandles val="exact"/>
        </dgm:presLayoutVars>
      </dgm:prSet>
      <dgm:spPr/>
    </dgm:pt>
    <dgm:pt modelId="{4FF8309B-CC16-4425-9A90-CB2559A43857}" type="pres">
      <dgm:prSet presAssocID="{538C60B4-5350-4BE4-B5E0-B5F5BABF73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E53BFA-5E2E-42B8-BB74-6AF03F73E3B7}" type="pres">
      <dgm:prSet presAssocID="{538C60B4-5350-4BE4-B5E0-B5F5BABF7360}" presName="childText" presStyleLbl="revTx" presStyleIdx="0" presStyleCnt="3">
        <dgm:presLayoutVars>
          <dgm:bulletEnabled val="1"/>
        </dgm:presLayoutVars>
      </dgm:prSet>
      <dgm:spPr/>
    </dgm:pt>
    <dgm:pt modelId="{8462B9A4-F61D-479D-A50E-E666728F8386}" type="pres">
      <dgm:prSet presAssocID="{0E27B861-71AF-4302-A787-13611F1340E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9670E4D-DB22-471A-AACA-693D55FAE71F}" type="pres">
      <dgm:prSet presAssocID="{0E27B861-71AF-4302-A787-13611F1340EB}" presName="childText" presStyleLbl="revTx" presStyleIdx="1" presStyleCnt="3">
        <dgm:presLayoutVars>
          <dgm:bulletEnabled val="1"/>
        </dgm:presLayoutVars>
      </dgm:prSet>
      <dgm:spPr/>
    </dgm:pt>
    <dgm:pt modelId="{EA52E190-8C32-4C8F-ADD4-BCA8FED28315}" type="pres">
      <dgm:prSet presAssocID="{7CFB3225-6F9C-4BDC-9E35-FB5013CF2FD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4B11780-4780-47A9-BC83-B69801A950BC}" type="pres">
      <dgm:prSet presAssocID="{7CFB3225-6F9C-4BDC-9E35-FB5013CF2FD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DBCF208-7AA1-4D4E-A2CE-87CC5E5AF91B}" type="presOf" srcId="{DFF408E7-E39D-4078-BCF6-36C9A38AFF05}" destId="{E9670E4D-DB22-471A-AACA-693D55FAE71F}" srcOrd="0" destOrd="0" presId="urn:microsoft.com/office/officeart/2005/8/layout/vList2"/>
    <dgm:cxn modelId="{A654380E-A83D-4279-9E5A-EEADA4385A58}" type="presOf" srcId="{538C60B4-5350-4BE4-B5E0-B5F5BABF7360}" destId="{4FF8309B-CC16-4425-9A90-CB2559A43857}" srcOrd="0" destOrd="0" presId="urn:microsoft.com/office/officeart/2005/8/layout/vList2"/>
    <dgm:cxn modelId="{AF842311-6BFE-40C3-AB3C-79F710BFA437}" type="presOf" srcId="{864F6018-AB3C-4976-B63A-85B00E16C4F7}" destId="{E4B11780-4780-47A9-BC83-B69801A950BC}" srcOrd="0" destOrd="1" presId="urn:microsoft.com/office/officeart/2005/8/layout/vList2"/>
    <dgm:cxn modelId="{E265BD15-5C26-47E8-87A6-12B40514F98D}" srcId="{0E27B861-71AF-4302-A787-13611F1340EB}" destId="{413326EF-8937-4601-9074-05F7CC14A290}" srcOrd="3" destOrd="0" parTransId="{B2239078-FC89-4036-987F-4665BAE71169}" sibTransId="{CB96E413-04C5-4148-832A-43D9771F3C83}"/>
    <dgm:cxn modelId="{A7CEF515-4D40-46BA-86D1-F16AFD3EF99E}" srcId="{9025974C-605D-4230-8CCE-361EBE78F735}" destId="{0E27B861-71AF-4302-A787-13611F1340EB}" srcOrd="1" destOrd="0" parTransId="{447D3079-CCB0-49A7-AC52-695CD0A9C790}" sibTransId="{C023746C-E7DB-49FF-AE69-06DA05A871B7}"/>
    <dgm:cxn modelId="{0FC08F21-B373-4EEB-B0CA-BCF714607D0C}" type="presOf" srcId="{CD7EEBFE-1002-495A-ACA2-B56EA15A9096}" destId="{5EE53BFA-5E2E-42B8-BB74-6AF03F73E3B7}" srcOrd="0" destOrd="1" presId="urn:microsoft.com/office/officeart/2005/8/layout/vList2"/>
    <dgm:cxn modelId="{998BA532-FE12-4B34-9D34-C9097C3BC9D6}" type="presOf" srcId="{9025974C-605D-4230-8CCE-361EBE78F735}" destId="{F142AE8B-E977-4070-8E3D-311169BC856F}" srcOrd="0" destOrd="0" presId="urn:microsoft.com/office/officeart/2005/8/layout/vList2"/>
    <dgm:cxn modelId="{A6667F39-BB3B-4E81-9395-7FC641624D42}" srcId="{0E27B861-71AF-4302-A787-13611F1340EB}" destId="{DFF408E7-E39D-4078-BCF6-36C9A38AFF05}" srcOrd="0" destOrd="0" parTransId="{9A83BE99-BFD0-4314-B2EA-A8B6A3D64503}" sibTransId="{8E4761AC-88B7-4819-BFDF-8FADFCF5EB9A}"/>
    <dgm:cxn modelId="{283F3362-930E-4A1F-B2A2-AD78FD2914AB}" type="presOf" srcId="{01BA2CC8-A008-4F68-8DA3-7E156C250825}" destId="{E9670E4D-DB22-471A-AACA-693D55FAE71F}" srcOrd="0" destOrd="2" presId="urn:microsoft.com/office/officeart/2005/8/layout/vList2"/>
    <dgm:cxn modelId="{AFA45163-54B8-443B-9518-2AD7780BD35E}" type="presOf" srcId="{4DFDD8E2-D754-46D5-9459-24AE2839BA54}" destId="{E9670E4D-DB22-471A-AACA-693D55FAE71F}" srcOrd="0" destOrd="1" presId="urn:microsoft.com/office/officeart/2005/8/layout/vList2"/>
    <dgm:cxn modelId="{BDE2FA6A-0CA9-4D49-9E63-2009A6BCA573}" srcId="{538C60B4-5350-4BE4-B5E0-B5F5BABF7360}" destId="{CD7EEBFE-1002-495A-ACA2-B56EA15A9096}" srcOrd="1" destOrd="0" parTransId="{4458BA91-8727-4DBE-9164-D3136E531189}" sibTransId="{79A81458-FDA3-4A2C-95B2-4945CF80E8F6}"/>
    <dgm:cxn modelId="{9F3D2C72-4EE5-4B77-ADFB-7B128DC065D0}" srcId="{538C60B4-5350-4BE4-B5E0-B5F5BABF7360}" destId="{39F9EC3A-64C5-426C-852D-432F2F937109}" srcOrd="0" destOrd="0" parTransId="{F6ED77B5-2A4A-47F1-A241-73C38BF2061C}" sibTransId="{6E5356AF-048D-4183-B108-DE23970BF45F}"/>
    <dgm:cxn modelId="{F4B0C552-B3E6-476B-9395-68C2D826712B}" srcId="{9025974C-605D-4230-8CCE-361EBE78F735}" destId="{538C60B4-5350-4BE4-B5E0-B5F5BABF7360}" srcOrd="0" destOrd="0" parTransId="{F823470E-847A-43E3-BFE1-0A676C84BB78}" sibTransId="{8874C2D5-5CA3-4E01-8FC8-D79E45A20198}"/>
    <dgm:cxn modelId="{9C85477E-4988-441E-A66E-4C6A1D926DB7}" srcId="{0E27B861-71AF-4302-A787-13611F1340EB}" destId="{01BA2CC8-A008-4F68-8DA3-7E156C250825}" srcOrd="2" destOrd="0" parTransId="{2932558B-7B70-459B-B46A-9D0C27CEDD58}" sibTransId="{EA1E3A47-3A7C-489C-BF1B-FF97048A5C80}"/>
    <dgm:cxn modelId="{852A3495-EF69-4731-A5C7-47B4EE197A6E}" type="presOf" srcId="{0E27B861-71AF-4302-A787-13611F1340EB}" destId="{8462B9A4-F61D-479D-A50E-E666728F8386}" srcOrd="0" destOrd="0" presId="urn:microsoft.com/office/officeart/2005/8/layout/vList2"/>
    <dgm:cxn modelId="{AFBDF89D-3B79-4BF1-8E62-399D86509DC6}" type="presOf" srcId="{39F9EC3A-64C5-426C-852D-432F2F937109}" destId="{5EE53BFA-5E2E-42B8-BB74-6AF03F73E3B7}" srcOrd="0" destOrd="0" presId="urn:microsoft.com/office/officeart/2005/8/layout/vList2"/>
    <dgm:cxn modelId="{415C29A0-883B-4F16-8BD3-899B114129A1}" srcId="{7CFB3225-6F9C-4BDC-9E35-FB5013CF2FD5}" destId="{84658DB6-5E65-4BE4-8CB7-14D8B31A253D}" srcOrd="2" destOrd="0" parTransId="{D44CF67C-B195-4D96-B2FC-1AFE5AFE51DD}" sibTransId="{C28A2D6B-D736-4728-93CC-4E39B35338B8}"/>
    <dgm:cxn modelId="{464D24A7-44F9-4496-BCA2-117182D7FAB2}" srcId="{9025974C-605D-4230-8CCE-361EBE78F735}" destId="{7CFB3225-6F9C-4BDC-9E35-FB5013CF2FD5}" srcOrd="2" destOrd="0" parTransId="{0754D017-7B31-480E-A839-1C50EBBFC0B4}" sibTransId="{C4235A1B-6379-4026-8B4B-429FF6C07644}"/>
    <dgm:cxn modelId="{F31C85A8-E19A-4333-A1D4-24638476F7D9}" srcId="{0E27B861-71AF-4302-A787-13611F1340EB}" destId="{4DFDD8E2-D754-46D5-9459-24AE2839BA54}" srcOrd="1" destOrd="0" parTransId="{76A7AE77-7767-479B-A9DA-621EB23CB9C3}" sibTransId="{6C8EF373-1A16-40E8-BD7F-5464D327FD3F}"/>
    <dgm:cxn modelId="{0BB86BB0-6CDD-4A5E-9426-460BB797AF24}" type="presOf" srcId="{7CFB3225-6F9C-4BDC-9E35-FB5013CF2FD5}" destId="{EA52E190-8C32-4C8F-ADD4-BCA8FED28315}" srcOrd="0" destOrd="0" presId="urn:microsoft.com/office/officeart/2005/8/layout/vList2"/>
    <dgm:cxn modelId="{305DD8C0-334A-4246-9924-1A692B895E0C}" srcId="{7CFB3225-6F9C-4BDC-9E35-FB5013CF2FD5}" destId="{864F6018-AB3C-4976-B63A-85B00E16C4F7}" srcOrd="1" destOrd="0" parTransId="{CEAA2FCA-7AE4-4553-8ED6-980FB1E8C50C}" sibTransId="{B55314D7-315D-4242-A3A6-EF44AB587675}"/>
    <dgm:cxn modelId="{8BB464C7-659A-4BA0-A038-2A45DB1AB31E}" type="presOf" srcId="{CEEF7FC1-FAF8-482B-B54D-587D4FE0EBED}" destId="{E4B11780-4780-47A9-BC83-B69801A950BC}" srcOrd="0" destOrd="0" presId="urn:microsoft.com/office/officeart/2005/8/layout/vList2"/>
    <dgm:cxn modelId="{F60790DA-5065-4AC7-8FFB-4AFD76CC2361}" srcId="{7CFB3225-6F9C-4BDC-9E35-FB5013CF2FD5}" destId="{CEEF7FC1-FAF8-482B-B54D-587D4FE0EBED}" srcOrd="0" destOrd="0" parTransId="{5C0FA6D6-4B09-4BFF-BE5A-7E785D6E5272}" sibTransId="{F575B3D7-E724-4CD2-B857-501CB863586C}"/>
    <dgm:cxn modelId="{866C73E7-1AC2-4566-9531-01608C0E4840}" type="presOf" srcId="{84658DB6-5E65-4BE4-8CB7-14D8B31A253D}" destId="{E4B11780-4780-47A9-BC83-B69801A950BC}" srcOrd="0" destOrd="2" presId="urn:microsoft.com/office/officeart/2005/8/layout/vList2"/>
    <dgm:cxn modelId="{B604EEE7-6F43-46C9-8472-7449BEB5BCB7}" type="presOf" srcId="{413326EF-8937-4601-9074-05F7CC14A290}" destId="{E9670E4D-DB22-471A-AACA-693D55FAE71F}" srcOrd="0" destOrd="3" presId="urn:microsoft.com/office/officeart/2005/8/layout/vList2"/>
    <dgm:cxn modelId="{E9151ADE-296D-42C5-8782-3CA913E078D4}" type="presParOf" srcId="{F142AE8B-E977-4070-8E3D-311169BC856F}" destId="{4FF8309B-CC16-4425-9A90-CB2559A43857}" srcOrd="0" destOrd="0" presId="urn:microsoft.com/office/officeart/2005/8/layout/vList2"/>
    <dgm:cxn modelId="{6D969CC3-5D90-41C2-A512-8F7CF5F173C6}" type="presParOf" srcId="{F142AE8B-E977-4070-8E3D-311169BC856F}" destId="{5EE53BFA-5E2E-42B8-BB74-6AF03F73E3B7}" srcOrd="1" destOrd="0" presId="urn:microsoft.com/office/officeart/2005/8/layout/vList2"/>
    <dgm:cxn modelId="{CC052DC4-FCD4-420E-B4D2-736E3B030032}" type="presParOf" srcId="{F142AE8B-E977-4070-8E3D-311169BC856F}" destId="{8462B9A4-F61D-479D-A50E-E666728F8386}" srcOrd="2" destOrd="0" presId="urn:microsoft.com/office/officeart/2005/8/layout/vList2"/>
    <dgm:cxn modelId="{C520C2DF-2961-4D77-89A3-C5001F4679CD}" type="presParOf" srcId="{F142AE8B-E977-4070-8E3D-311169BC856F}" destId="{E9670E4D-DB22-471A-AACA-693D55FAE71F}" srcOrd="3" destOrd="0" presId="urn:microsoft.com/office/officeart/2005/8/layout/vList2"/>
    <dgm:cxn modelId="{FE83AF4C-95CD-402B-940A-BF7CFAD6B8A8}" type="presParOf" srcId="{F142AE8B-E977-4070-8E3D-311169BC856F}" destId="{EA52E190-8C32-4C8F-ADD4-BCA8FED28315}" srcOrd="4" destOrd="0" presId="urn:microsoft.com/office/officeart/2005/8/layout/vList2"/>
    <dgm:cxn modelId="{ACFC4F35-3189-4103-8C3D-42EECEF465FD}" type="presParOf" srcId="{F142AE8B-E977-4070-8E3D-311169BC856F}" destId="{E4B11780-4780-47A9-BC83-B69801A950B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8C651E-650F-4E51-A0E0-EBCC7A105AD5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37FCFF65-7B4C-4E8A-9EC6-DFB8C952DB34}">
      <dgm:prSet phldrT="[Text]"/>
      <dgm:spPr/>
      <dgm:t>
        <a:bodyPr/>
        <a:lstStyle/>
        <a:p>
          <a:r>
            <a:rPr lang="en-US" dirty="0"/>
            <a:t>Extract topics from “title”</a:t>
          </a:r>
        </a:p>
      </dgm:t>
    </dgm:pt>
    <dgm:pt modelId="{7E604781-87ED-4227-AD51-BB320A3C17E1}" type="parTrans" cxnId="{D8C84727-7BB7-4607-8374-9B8F8FD1BCB1}">
      <dgm:prSet/>
      <dgm:spPr/>
      <dgm:t>
        <a:bodyPr/>
        <a:lstStyle/>
        <a:p>
          <a:endParaRPr lang="en-US"/>
        </a:p>
      </dgm:t>
    </dgm:pt>
    <dgm:pt modelId="{FA419A7A-595E-48CB-9377-621ADB0DF79B}" type="sibTrans" cxnId="{D8C84727-7BB7-4607-8374-9B8F8FD1BCB1}">
      <dgm:prSet/>
      <dgm:spPr/>
      <dgm:t>
        <a:bodyPr/>
        <a:lstStyle/>
        <a:p>
          <a:endParaRPr lang="en-US"/>
        </a:p>
      </dgm:t>
    </dgm:pt>
    <dgm:pt modelId="{9E937892-0C86-43BE-A587-BDA22180E731}">
      <dgm:prSet phldrT="[Text]"/>
      <dgm:spPr/>
      <dgm:t>
        <a:bodyPr/>
        <a:lstStyle/>
        <a:p>
          <a:r>
            <a:rPr lang="en-US" dirty="0"/>
            <a:t>Unsupervised clustering (based on relevant features)</a:t>
          </a:r>
        </a:p>
      </dgm:t>
    </dgm:pt>
    <dgm:pt modelId="{0F5EDEA6-57BD-4207-AC43-36D2C02D7ABB}" type="parTrans" cxnId="{2AB98BEF-6CEF-4E45-AA4E-D6E632C22044}">
      <dgm:prSet/>
      <dgm:spPr/>
      <dgm:t>
        <a:bodyPr/>
        <a:lstStyle/>
        <a:p>
          <a:endParaRPr lang="en-US"/>
        </a:p>
      </dgm:t>
    </dgm:pt>
    <dgm:pt modelId="{08C0A303-E043-44EE-96F3-A0FB7403CF5C}" type="sibTrans" cxnId="{2AB98BEF-6CEF-4E45-AA4E-D6E632C22044}">
      <dgm:prSet/>
      <dgm:spPr/>
      <dgm:t>
        <a:bodyPr/>
        <a:lstStyle/>
        <a:p>
          <a:endParaRPr lang="en-US"/>
        </a:p>
      </dgm:t>
    </dgm:pt>
    <dgm:pt modelId="{7228A3EB-6FC6-472A-AD14-A7714D919AE1}">
      <dgm:prSet phldrT="[Text]"/>
      <dgm:spPr/>
      <dgm:t>
        <a:bodyPr/>
        <a:lstStyle/>
        <a:p>
          <a:r>
            <a:rPr lang="en-US" dirty="0"/>
            <a:t>Visualize cluster results</a:t>
          </a:r>
        </a:p>
      </dgm:t>
    </dgm:pt>
    <dgm:pt modelId="{39A53E91-D236-4CB0-8FF8-70C0A0B5AFB9}" type="parTrans" cxnId="{9E1C6DC4-773C-4D1C-B5F0-9EDEE31E6028}">
      <dgm:prSet/>
      <dgm:spPr/>
      <dgm:t>
        <a:bodyPr/>
        <a:lstStyle/>
        <a:p>
          <a:endParaRPr lang="en-US"/>
        </a:p>
      </dgm:t>
    </dgm:pt>
    <dgm:pt modelId="{FC7D69F0-A238-44FE-B212-A631FE4A6215}" type="sibTrans" cxnId="{9E1C6DC4-773C-4D1C-B5F0-9EDEE31E6028}">
      <dgm:prSet/>
      <dgm:spPr/>
      <dgm:t>
        <a:bodyPr/>
        <a:lstStyle/>
        <a:p>
          <a:endParaRPr lang="en-US"/>
        </a:p>
      </dgm:t>
    </dgm:pt>
    <dgm:pt modelId="{23A6023F-DA0F-40BD-ABE2-0EC1FA138669}" type="pres">
      <dgm:prSet presAssocID="{408C651E-650F-4E51-A0E0-EBCC7A105AD5}" presName="CompostProcess" presStyleCnt="0">
        <dgm:presLayoutVars>
          <dgm:dir/>
          <dgm:resizeHandles val="exact"/>
        </dgm:presLayoutVars>
      </dgm:prSet>
      <dgm:spPr/>
    </dgm:pt>
    <dgm:pt modelId="{88E68F93-3D15-498E-8CA3-53FD5A5DB59C}" type="pres">
      <dgm:prSet presAssocID="{408C651E-650F-4E51-A0E0-EBCC7A105AD5}" presName="arrow" presStyleLbl="bgShp" presStyleIdx="0" presStyleCnt="1"/>
      <dgm:spPr/>
    </dgm:pt>
    <dgm:pt modelId="{72FE8A26-5920-48D2-B9A1-B7136CA320F6}" type="pres">
      <dgm:prSet presAssocID="{408C651E-650F-4E51-A0E0-EBCC7A105AD5}" presName="linearProcess" presStyleCnt="0"/>
      <dgm:spPr/>
    </dgm:pt>
    <dgm:pt modelId="{A9DBE6C9-8CB3-47AA-BD1C-88C6D6D145E3}" type="pres">
      <dgm:prSet presAssocID="{37FCFF65-7B4C-4E8A-9EC6-DFB8C952DB34}" presName="textNode" presStyleLbl="node1" presStyleIdx="0" presStyleCnt="3">
        <dgm:presLayoutVars>
          <dgm:bulletEnabled val="1"/>
        </dgm:presLayoutVars>
      </dgm:prSet>
      <dgm:spPr/>
    </dgm:pt>
    <dgm:pt modelId="{86C42AF3-E5E1-4687-85A2-435B558DAA3B}" type="pres">
      <dgm:prSet presAssocID="{FA419A7A-595E-48CB-9377-621ADB0DF79B}" presName="sibTrans" presStyleCnt="0"/>
      <dgm:spPr/>
    </dgm:pt>
    <dgm:pt modelId="{4DB4C495-5010-4AAA-99F7-1ACADEDA9A87}" type="pres">
      <dgm:prSet presAssocID="{9E937892-0C86-43BE-A587-BDA22180E731}" presName="textNode" presStyleLbl="node1" presStyleIdx="1" presStyleCnt="3">
        <dgm:presLayoutVars>
          <dgm:bulletEnabled val="1"/>
        </dgm:presLayoutVars>
      </dgm:prSet>
      <dgm:spPr/>
    </dgm:pt>
    <dgm:pt modelId="{990E4492-50BD-440A-85F6-42740BFC06B5}" type="pres">
      <dgm:prSet presAssocID="{08C0A303-E043-44EE-96F3-A0FB7403CF5C}" presName="sibTrans" presStyleCnt="0"/>
      <dgm:spPr/>
    </dgm:pt>
    <dgm:pt modelId="{C02BC5E1-82BE-4EFC-B6BB-1EC61163023A}" type="pres">
      <dgm:prSet presAssocID="{7228A3EB-6FC6-472A-AD14-A7714D919AE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8C84727-7BB7-4607-8374-9B8F8FD1BCB1}" srcId="{408C651E-650F-4E51-A0E0-EBCC7A105AD5}" destId="{37FCFF65-7B4C-4E8A-9EC6-DFB8C952DB34}" srcOrd="0" destOrd="0" parTransId="{7E604781-87ED-4227-AD51-BB320A3C17E1}" sibTransId="{FA419A7A-595E-48CB-9377-621ADB0DF79B}"/>
    <dgm:cxn modelId="{974C3B2C-5CD4-4780-AE25-BAF7D3FB1E0E}" type="presOf" srcId="{9E937892-0C86-43BE-A587-BDA22180E731}" destId="{4DB4C495-5010-4AAA-99F7-1ACADEDA9A87}" srcOrd="0" destOrd="0" presId="urn:microsoft.com/office/officeart/2005/8/layout/hProcess9"/>
    <dgm:cxn modelId="{78CC9970-7B60-46B1-8DE1-81F0D7C02DEF}" type="presOf" srcId="{7228A3EB-6FC6-472A-AD14-A7714D919AE1}" destId="{C02BC5E1-82BE-4EFC-B6BB-1EC61163023A}" srcOrd="0" destOrd="0" presId="urn:microsoft.com/office/officeart/2005/8/layout/hProcess9"/>
    <dgm:cxn modelId="{4074FA82-DA6B-4759-8D08-30B775E09ACC}" type="presOf" srcId="{37FCFF65-7B4C-4E8A-9EC6-DFB8C952DB34}" destId="{A9DBE6C9-8CB3-47AA-BD1C-88C6D6D145E3}" srcOrd="0" destOrd="0" presId="urn:microsoft.com/office/officeart/2005/8/layout/hProcess9"/>
    <dgm:cxn modelId="{9E1C6DC4-773C-4D1C-B5F0-9EDEE31E6028}" srcId="{408C651E-650F-4E51-A0E0-EBCC7A105AD5}" destId="{7228A3EB-6FC6-472A-AD14-A7714D919AE1}" srcOrd="2" destOrd="0" parTransId="{39A53E91-D236-4CB0-8FF8-70C0A0B5AFB9}" sibTransId="{FC7D69F0-A238-44FE-B212-A631FE4A6215}"/>
    <dgm:cxn modelId="{2AB98BEF-6CEF-4E45-AA4E-D6E632C22044}" srcId="{408C651E-650F-4E51-A0E0-EBCC7A105AD5}" destId="{9E937892-0C86-43BE-A587-BDA22180E731}" srcOrd="1" destOrd="0" parTransId="{0F5EDEA6-57BD-4207-AC43-36D2C02D7ABB}" sibTransId="{08C0A303-E043-44EE-96F3-A0FB7403CF5C}"/>
    <dgm:cxn modelId="{5726F2F3-4EBF-455F-8699-0A88A291BC1D}" type="presOf" srcId="{408C651E-650F-4E51-A0E0-EBCC7A105AD5}" destId="{23A6023F-DA0F-40BD-ABE2-0EC1FA138669}" srcOrd="0" destOrd="0" presId="urn:microsoft.com/office/officeart/2005/8/layout/hProcess9"/>
    <dgm:cxn modelId="{8A48E8B2-C0B2-42B7-82FC-B3CA553060CE}" type="presParOf" srcId="{23A6023F-DA0F-40BD-ABE2-0EC1FA138669}" destId="{88E68F93-3D15-498E-8CA3-53FD5A5DB59C}" srcOrd="0" destOrd="0" presId="urn:microsoft.com/office/officeart/2005/8/layout/hProcess9"/>
    <dgm:cxn modelId="{37F21943-E194-4DBE-A118-BEC16A74C0B7}" type="presParOf" srcId="{23A6023F-DA0F-40BD-ABE2-0EC1FA138669}" destId="{72FE8A26-5920-48D2-B9A1-B7136CA320F6}" srcOrd="1" destOrd="0" presId="urn:microsoft.com/office/officeart/2005/8/layout/hProcess9"/>
    <dgm:cxn modelId="{5B3E4535-A693-4639-8DD0-F4AD57D5AC07}" type="presParOf" srcId="{72FE8A26-5920-48D2-B9A1-B7136CA320F6}" destId="{A9DBE6C9-8CB3-47AA-BD1C-88C6D6D145E3}" srcOrd="0" destOrd="0" presId="urn:microsoft.com/office/officeart/2005/8/layout/hProcess9"/>
    <dgm:cxn modelId="{A6130DBC-E6E7-45F4-BD0E-787DA2FB0A1E}" type="presParOf" srcId="{72FE8A26-5920-48D2-B9A1-B7136CA320F6}" destId="{86C42AF3-E5E1-4687-85A2-435B558DAA3B}" srcOrd="1" destOrd="0" presId="urn:microsoft.com/office/officeart/2005/8/layout/hProcess9"/>
    <dgm:cxn modelId="{E7196D22-C610-4847-A3E6-5BE2D48375AD}" type="presParOf" srcId="{72FE8A26-5920-48D2-B9A1-B7136CA320F6}" destId="{4DB4C495-5010-4AAA-99F7-1ACADEDA9A87}" srcOrd="2" destOrd="0" presId="urn:microsoft.com/office/officeart/2005/8/layout/hProcess9"/>
    <dgm:cxn modelId="{5BEB290A-1762-454A-B956-34271944EEA7}" type="presParOf" srcId="{72FE8A26-5920-48D2-B9A1-B7136CA320F6}" destId="{990E4492-50BD-440A-85F6-42740BFC06B5}" srcOrd="3" destOrd="0" presId="urn:microsoft.com/office/officeart/2005/8/layout/hProcess9"/>
    <dgm:cxn modelId="{0528C3D6-E9B9-4D34-A693-5278C079E3D3}" type="presParOf" srcId="{72FE8A26-5920-48D2-B9A1-B7136CA320F6}" destId="{C02BC5E1-82BE-4EFC-B6BB-1EC61163023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BEEE8C-F460-4EC6-948B-42F76DFC0B69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E55FC4C-5634-411A-BA44-E1881393EDEF}">
      <dgm:prSet phldrT="[Text]"/>
      <dgm:spPr/>
      <dgm:t>
        <a:bodyPr/>
        <a:lstStyle/>
        <a:p>
          <a:r>
            <a:rPr lang="en-US" dirty="0"/>
            <a:t>Crafting the Compelling Story (50%)</a:t>
          </a:r>
        </a:p>
      </dgm:t>
    </dgm:pt>
    <dgm:pt modelId="{DBC89A29-5B07-42B8-B7E0-F748040ECCCF}" type="parTrans" cxnId="{FB688E3F-48DE-4E92-9113-9F910A1C6E36}">
      <dgm:prSet/>
      <dgm:spPr/>
      <dgm:t>
        <a:bodyPr/>
        <a:lstStyle/>
        <a:p>
          <a:endParaRPr lang="en-US"/>
        </a:p>
      </dgm:t>
    </dgm:pt>
    <dgm:pt modelId="{DB3BD554-8DE8-456E-857E-00974F4E86A8}" type="sibTrans" cxnId="{FB688E3F-48DE-4E92-9113-9F910A1C6E36}">
      <dgm:prSet/>
      <dgm:spPr/>
      <dgm:t>
        <a:bodyPr/>
        <a:lstStyle/>
        <a:p>
          <a:endParaRPr lang="en-US"/>
        </a:p>
      </dgm:t>
    </dgm:pt>
    <dgm:pt modelId="{AA72A656-C32B-4BC0-85ED-03603935A70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Depth and relevance of insights drawn from the data analysis</a:t>
          </a:r>
        </a:p>
      </dgm:t>
    </dgm:pt>
    <dgm:pt modelId="{39D79BB8-5D9E-43E1-BF6E-026867E09AAF}" type="parTrans" cxnId="{D2ACA50B-2B61-4893-937D-6DE42C60B3B8}">
      <dgm:prSet/>
      <dgm:spPr/>
      <dgm:t>
        <a:bodyPr/>
        <a:lstStyle/>
        <a:p>
          <a:endParaRPr lang="en-US"/>
        </a:p>
      </dgm:t>
    </dgm:pt>
    <dgm:pt modelId="{F72B3D69-5A02-4BF3-9745-7A9985DC855D}" type="sibTrans" cxnId="{D2ACA50B-2B61-4893-937D-6DE42C60B3B8}">
      <dgm:prSet/>
      <dgm:spPr/>
      <dgm:t>
        <a:bodyPr/>
        <a:lstStyle/>
        <a:p>
          <a:endParaRPr lang="en-US"/>
        </a:p>
      </dgm:t>
    </dgm:pt>
    <dgm:pt modelId="{485137B7-57A5-4A2D-BE93-B11D8422C2B3}">
      <dgm:prSet phldrT="[Text]"/>
      <dgm:spPr/>
      <dgm:t>
        <a:bodyPr/>
        <a:lstStyle/>
        <a:p>
          <a:r>
            <a:rPr lang="en-US" dirty="0"/>
            <a:t>Articulating the Compelling Story (50%)</a:t>
          </a:r>
        </a:p>
      </dgm:t>
    </dgm:pt>
    <dgm:pt modelId="{CC27110B-6BBC-4107-B2E4-B050AEBBF183}" type="parTrans" cxnId="{9BDF7E95-370C-409F-8BFF-85F4C6A81C63}">
      <dgm:prSet/>
      <dgm:spPr/>
      <dgm:t>
        <a:bodyPr/>
        <a:lstStyle/>
        <a:p>
          <a:endParaRPr lang="en-US"/>
        </a:p>
      </dgm:t>
    </dgm:pt>
    <dgm:pt modelId="{F86A5FD2-FA68-4E0D-B3DA-BAB273DD7995}" type="sibTrans" cxnId="{9BDF7E95-370C-409F-8BFF-85F4C6A81C63}">
      <dgm:prSet/>
      <dgm:spPr/>
      <dgm:t>
        <a:bodyPr/>
        <a:lstStyle/>
        <a:p>
          <a:endParaRPr lang="en-US"/>
        </a:p>
      </dgm:t>
    </dgm:pt>
    <dgm:pt modelId="{E140779B-5534-4D1F-A4BC-48C5A337E786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Clarity, coherence, and organization of the executive summary</a:t>
          </a:r>
        </a:p>
      </dgm:t>
    </dgm:pt>
    <dgm:pt modelId="{EABD9B38-D890-413F-90EF-39248C8A0F29}" type="parTrans" cxnId="{B40C7F0E-3F68-460C-9A59-A67FBBAE85D4}">
      <dgm:prSet/>
      <dgm:spPr/>
      <dgm:t>
        <a:bodyPr/>
        <a:lstStyle/>
        <a:p>
          <a:endParaRPr lang="en-US"/>
        </a:p>
      </dgm:t>
    </dgm:pt>
    <dgm:pt modelId="{7EA8082F-7993-4AD6-A692-D92E9D0980F3}" type="sibTrans" cxnId="{B40C7F0E-3F68-460C-9A59-A67FBBAE85D4}">
      <dgm:prSet/>
      <dgm:spPr/>
      <dgm:t>
        <a:bodyPr/>
        <a:lstStyle/>
        <a:p>
          <a:endParaRPr lang="en-US"/>
        </a:p>
      </dgm:t>
    </dgm:pt>
    <dgm:pt modelId="{86847064-EA1A-45BB-AFD7-56E23E2783E3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Effectiveness of recommendations for countering GenAI threats</a:t>
          </a:r>
        </a:p>
      </dgm:t>
    </dgm:pt>
    <dgm:pt modelId="{C4EAF8C5-1F6B-4210-A1FE-6239CBAB6CCF}" type="parTrans" cxnId="{95318B59-180E-48B4-B80F-0E5909415A6B}">
      <dgm:prSet/>
      <dgm:spPr/>
      <dgm:t>
        <a:bodyPr/>
        <a:lstStyle/>
        <a:p>
          <a:endParaRPr lang="en-US"/>
        </a:p>
      </dgm:t>
    </dgm:pt>
    <dgm:pt modelId="{70EE8977-FE33-4BA9-BB48-57A6961A4248}" type="sibTrans" cxnId="{95318B59-180E-48B4-B80F-0E5909415A6B}">
      <dgm:prSet/>
      <dgm:spPr/>
      <dgm:t>
        <a:bodyPr/>
        <a:lstStyle/>
        <a:p>
          <a:endParaRPr lang="en-US"/>
        </a:p>
      </dgm:t>
    </dgm:pt>
    <dgm:pt modelId="{2DBF707B-247D-4D1B-9CE5-8EDF19E60B2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Originality and creativity of the approach</a:t>
          </a:r>
        </a:p>
      </dgm:t>
    </dgm:pt>
    <dgm:pt modelId="{AB6B28EA-DB23-4CC1-9C8B-B9E0477967B0}" type="parTrans" cxnId="{1515A8E1-3345-45E9-A473-54FC5D290A94}">
      <dgm:prSet/>
      <dgm:spPr/>
      <dgm:t>
        <a:bodyPr/>
        <a:lstStyle/>
        <a:p>
          <a:endParaRPr lang="en-US"/>
        </a:p>
      </dgm:t>
    </dgm:pt>
    <dgm:pt modelId="{47042F0B-3FF3-4729-A1EB-26843C4A5279}" type="sibTrans" cxnId="{1515A8E1-3345-45E9-A473-54FC5D290A94}">
      <dgm:prSet/>
      <dgm:spPr/>
      <dgm:t>
        <a:bodyPr/>
        <a:lstStyle/>
        <a:p>
          <a:endParaRPr lang="en-US"/>
        </a:p>
      </dgm:t>
    </dgm:pt>
    <dgm:pt modelId="{E299730D-3461-4A7D-8571-575EA259D66C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identify and leverage key relationships, trends and patterns in the data</a:t>
          </a:r>
        </a:p>
      </dgm:t>
    </dgm:pt>
    <dgm:pt modelId="{D7806ACF-2E09-4425-8C56-1AD747EF3EAB}" type="parTrans" cxnId="{BA1B2FF8-5134-4CB1-A47C-7D998AB49A96}">
      <dgm:prSet/>
      <dgm:spPr/>
      <dgm:t>
        <a:bodyPr/>
        <a:lstStyle/>
        <a:p>
          <a:endParaRPr lang="en-US"/>
        </a:p>
      </dgm:t>
    </dgm:pt>
    <dgm:pt modelId="{6834A353-C398-4B21-9192-3433D9218AFE}" type="sibTrans" cxnId="{BA1B2FF8-5134-4CB1-A47C-7D998AB49A96}">
      <dgm:prSet/>
      <dgm:spPr/>
      <dgm:t>
        <a:bodyPr/>
        <a:lstStyle/>
        <a:p>
          <a:endParaRPr lang="en-US"/>
        </a:p>
      </dgm:t>
    </dgm:pt>
    <dgm:pt modelId="{CEF2AF6E-5101-4181-BE77-2296F66B83F1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Use of effective visualizations to support findings and recommendations</a:t>
          </a:r>
        </a:p>
      </dgm:t>
    </dgm:pt>
    <dgm:pt modelId="{A8790C5A-7235-40A6-BCEF-E34748985B08}" type="parTrans" cxnId="{8BFAD232-61B0-47C3-BBB1-058B56B77A03}">
      <dgm:prSet/>
      <dgm:spPr/>
      <dgm:t>
        <a:bodyPr/>
        <a:lstStyle/>
        <a:p>
          <a:endParaRPr lang="en-US"/>
        </a:p>
      </dgm:t>
    </dgm:pt>
    <dgm:pt modelId="{93C38D59-F21E-4FDB-AD52-6B69ACFD6AFB}" type="sibTrans" cxnId="{8BFAD232-61B0-47C3-BBB1-058B56B77A03}">
      <dgm:prSet/>
      <dgm:spPr/>
      <dgm:t>
        <a:bodyPr/>
        <a:lstStyle/>
        <a:p>
          <a:endParaRPr lang="en-US"/>
        </a:p>
      </dgm:t>
    </dgm:pt>
    <dgm:pt modelId="{F55DAAD3-0C0E-45AD-AF7D-8EF24ABE8407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communicate complex ideas and insights in a clear and concise manner</a:t>
          </a:r>
        </a:p>
      </dgm:t>
    </dgm:pt>
    <dgm:pt modelId="{5D88466D-4B78-4CFC-945B-53A9AA65D2DB}" type="parTrans" cxnId="{D6B1FF86-0296-4BA3-AFB8-C836C95FE3C5}">
      <dgm:prSet/>
      <dgm:spPr/>
      <dgm:t>
        <a:bodyPr/>
        <a:lstStyle/>
        <a:p>
          <a:endParaRPr lang="en-US"/>
        </a:p>
      </dgm:t>
    </dgm:pt>
    <dgm:pt modelId="{A27DFC4B-A2AD-4B19-AFC1-C6707E90CD51}" type="sibTrans" cxnId="{D6B1FF86-0296-4BA3-AFB8-C836C95FE3C5}">
      <dgm:prSet/>
      <dgm:spPr/>
      <dgm:t>
        <a:bodyPr/>
        <a:lstStyle/>
        <a:p>
          <a:endParaRPr lang="en-US"/>
        </a:p>
      </dgm:t>
    </dgm:pt>
    <dgm:pt modelId="{680EC471-FA92-4B00-93AA-1E1C9C4A82E6}" type="pres">
      <dgm:prSet presAssocID="{6DBEEE8C-F460-4EC6-948B-42F76DFC0B69}" presName="Name0" presStyleCnt="0">
        <dgm:presLayoutVars>
          <dgm:dir/>
          <dgm:animLvl val="lvl"/>
          <dgm:resizeHandles val="exact"/>
        </dgm:presLayoutVars>
      </dgm:prSet>
      <dgm:spPr/>
    </dgm:pt>
    <dgm:pt modelId="{941E8AB1-2C94-43E0-9C22-FDA17C0574C8}" type="pres">
      <dgm:prSet presAssocID="{8E55FC4C-5634-411A-BA44-E1881393EDEF}" presName="linNode" presStyleCnt="0"/>
      <dgm:spPr/>
    </dgm:pt>
    <dgm:pt modelId="{FBF6E5E8-E81E-4B60-805B-2FCCD741304C}" type="pres">
      <dgm:prSet presAssocID="{8E55FC4C-5634-411A-BA44-E1881393EDEF}" presName="parTx" presStyleLbl="revTx" presStyleIdx="0" presStyleCnt="2">
        <dgm:presLayoutVars>
          <dgm:chMax val="1"/>
          <dgm:bulletEnabled val="1"/>
        </dgm:presLayoutVars>
      </dgm:prSet>
      <dgm:spPr/>
    </dgm:pt>
    <dgm:pt modelId="{7ED151F3-7AE3-4BCE-A19C-9F0A5F9D9773}" type="pres">
      <dgm:prSet presAssocID="{8E55FC4C-5634-411A-BA44-E1881393EDEF}" presName="bracket" presStyleLbl="parChTrans1D1" presStyleIdx="0" presStyleCnt="2"/>
      <dgm:spPr/>
    </dgm:pt>
    <dgm:pt modelId="{E758D229-0FFF-444D-B80F-1916A491AA07}" type="pres">
      <dgm:prSet presAssocID="{8E55FC4C-5634-411A-BA44-E1881393EDEF}" presName="spH" presStyleCnt="0"/>
      <dgm:spPr/>
    </dgm:pt>
    <dgm:pt modelId="{C8CAE565-8C0C-4C27-ADFA-8AE07D3FAC4E}" type="pres">
      <dgm:prSet presAssocID="{8E55FC4C-5634-411A-BA44-E1881393EDEF}" presName="desTx" presStyleLbl="node1" presStyleIdx="0" presStyleCnt="2" custScaleX="131290">
        <dgm:presLayoutVars>
          <dgm:bulletEnabled val="1"/>
        </dgm:presLayoutVars>
      </dgm:prSet>
      <dgm:spPr/>
    </dgm:pt>
    <dgm:pt modelId="{35EB3566-33A7-4C92-9EC2-3C8364A7D1D3}" type="pres">
      <dgm:prSet presAssocID="{DB3BD554-8DE8-456E-857E-00974F4E86A8}" presName="spV" presStyleCnt="0"/>
      <dgm:spPr/>
    </dgm:pt>
    <dgm:pt modelId="{BE3BE316-EDDD-4F4B-8020-F4D96881509A}" type="pres">
      <dgm:prSet presAssocID="{485137B7-57A5-4A2D-BE93-B11D8422C2B3}" presName="linNode" presStyleCnt="0"/>
      <dgm:spPr/>
    </dgm:pt>
    <dgm:pt modelId="{05F093D8-3863-4634-8DAE-B74F8899AC2F}" type="pres">
      <dgm:prSet presAssocID="{485137B7-57A5-4A2D-BE93-B11D8422C2B3}" presName="parTx" presStyleLbl="revTx" presStyleIdx="1" presStyleCnt="2">
        <dgm:presLayoutVars>
          <dgm:chMax val="1"/>
          <dgm:bulletEnabled val="1"/>
        </dgm:presLayoutVars>
      </dgm:prSet>
      <dgm:spPr/>
    </dgm:pt>
    <dgm:pt modelId="{7BEF4F51-DD8D-470E-8568-A9E145D04396}" type="pres">
      <dgm:prSet presAssocID="{485137B7-57A5-4A2D-BE93-B11D8422C2B3}" presName="bracket" presStyleLbl="parChTrans1D1" presStyleIdx="1" presStyleCnt="2"/>
      <dgm:spPr/>
    </dgm:pt>
    <dgm:pt modelId="{C06FE857-84B1-480D-A779-77AE8E619587}" type="pres">
      <dgm:prSet presAssocID="{485137B7-57A5-4A2D-BE93-B11D8422C2B3}" presName="spH" presStyleCnt="0"/>
      <dgm:spPr/>
    </dgm:pt>
    <dgm:pt modelId="{F2A15066-A464-4434-BEE1-EE98D4AA2F69}" type="pres">
      <dgm:prSet presAssocID="{485137B7-57A5-4A2D-BE93-B11D8422C2B3}" presName="desTx" presStyleLbl="node1" presStyleIdx="1" presStyleCnt="2" custScaleX="131290">
        <dgm:presLayoutVars>
          <dgm:bulletEnabled val="1"/>
        </dgm:presLayoutVars>
      </dgm:prSet>
      <dgm:spPr/>
    </dgm:pt>
  </dgm:ptLst>
  <dgm:cxnLst>
    <dgm:cxn modelId="{08C87402-410E-4B41-B80C-8181D435C53D}" type="presOf" srcId="{8E55FC4C-5634-411A-BA44-E1881393EDEF}" destId="{FBF6E5E8-E81E-4B60-805B-2FCCD741304C}" srcOrd="0" destOrd="0" presId="urn:diagrams.loki3.com/BracketList"/>
    <dgm:cxn modelId="{D2ACA50B-2B61-4893-937D-6DE42C60B3B8}" srcId="{8E55FC4C-5634-411A-BA44-E1881393EDEF}" destId="{AA72A656-C32B-4BC0-85ED-03603935A70D}" srcOrd="0" destOrd="0" parTransId="{39D79BB8-5D9E-43E1-BF6E-026867E09AAF}" sibTransId="{F72B3D69-5A02-4BF3-9745-7A9985DC855D}"/>
    <dgm:cxn modelId="{B40C7F0E-3F68-460C-9A59-A67FBBAE85D4}" srcId="{485137B7-57A5-4A2D-BE93-B11D8422C2B3}" destId="{E140779B-5534-4D1F-A4BC-48C5A337E786}" srcOrd="0" destOrd="0" parTransId="{EABD9B38-D890-413F-90EF-39248C8A0F29}" sibTransId="{7EA8082F-7993-4AD6-A692-D92E9D0980F3}"/>
    <dgm:cxn modelId="{BDED1913-E754-4674-859A-1595E939B68C}" type="presOf" srcId="{6DBEEE8C-F460-4EC6-948B-42F76DFC0B69}" destId="{680EC471-FA92-4B00-93AA-1E1C9C4A82E6}" srcOrd="0" destOrd="0" presId="urn:diagrams.loki3.com/BracketList"/>
    <dgm:cxn modelId="{BF2F8414-DC28-4132-BEA5-1C80BC95E3A5}" type="presOf" srcId="{E140779B-5534-4D1F-A4BC-48C5A337E786}" destId="{F2A15066-A464-4434-BEE1-EE98D4AA2F69}" srcOrd="0" destOrd="0" presId="urn:diagrams.loki3.com/BracketList"/>
    <dgm:cxn modelId="{0AE5431B-9ACF-4E18-A1AF-E3DB1551EEDD}" type="presOf" srcId="{F55DAAD3-0C0E-45AD-AF7D-8EF24ABE8407}" destId="{F2A15066-A464-4434-BEE1-EE98D4AA2F69}" srcOrd="0" destOrd="2" presId="urn:diagrams.loki3.com/BracketList"/>
    <dgm:cxn modelId="{8BFAD232-61B0-47C3-BBB1-058B56B77A03}" srcId="{485137B7-57A5-4A2D-BE93-B11D8422C2B3}" destId="{CEF2AF6E-5101-4181-BE77-2296F66B83F1}" srcOrd="1" destOrd="0" parTransId="{A8790C5A-7235-40A6-BCEF-E34748985B08}" sibTransId="{93C38D59-F21E-4FDB-AD52-6B69ACFD6AFB}"/>
    <dgm:cxn modelId="{C46D653A-1855-4A8F-AE6A-F1BABC7A8F2B}" type="presOf" srcId="{485137B7-57A5-4A2D-BE93-B11D8422C2B3}" destId="{05F093D8-3863-4634-8DAE-B74F8899AC2F}" srcOrd="0" destOrd="0" presId="urn:diagrams.loki3.com/BracketList"/>
    <dgm:cxn modelId="{FB688E3F-48DE-4E92-9113-9F910A1C6E36}" srcId="{6DBEEE8C-F460-4EC6-948B-42F76DFC0B69}" destId="{8E55FC4C-5634-411A-BA44-E1881393EDEF}" srcOrd="0" destOrd="0" parTransId="{DBC89A29-5B07-42B8-B7E0-F748040ECCCF}" sibTransId="{DB3BD554-8DE8-456E-857E-00974F4E86A8}"/>
    <dgm:cxn modelId="{983FE741-21EA-43BC-9E0D-7AE961A0E09B}" type="presOf" srcId="{86847064-EA1A-45BB-AFD7-56E23E2783E3}" destId="{C8CAE565-8C0C-4C27-ADFA-8AE07D3FAC4E}" srcOrd="0" destOrd="1" presId="urn:diagrams.loki3.com/BracketList"/>
    <dgm:cxn modelId="{50130643-F0CA-4F9B-BA93-EC94FD95718B}" type="presOf" srcId="{AA72A656-C32B-4BC0-85ED-03603935A70D}" destId="{C8CAE565-8C0C-4C27-ADFA-8AE07D3FAC4E}" srcOrd="0" destOrd="0" presId="urn:diagrams.loki3.com/BracketList"/>
    <dgm:cxn modelId="{6623B36A-0FBA-4662-BD98-57148777FBBE}" type="presOf" srcId="{CEF2AF6E-5101-4181-BE77-2296F66B83F1}" destId="{F2A15066-A464-4434-BEE1-EE98D4AA2F69}" srcOrd="0" destOrd="1" presId="urn:diagrams.loki3.com/BracketList"/>
    <dgm:cxn modelId="{9CAE7B73-B455-4A21-9898-9745DACEFB92}" type="presOf" srcId="{E299730D-3461-4A7D-8571-575EA259D66C}" destId="{C8CAE565-8C0C-4C27-ADFA-8AE07D3FAC4E}" srcOrd="0" destOrd="3" presId="urn:diagrams.loki3.com/BracketList"/>
    <dgm:cxn modelId="{95318B59-180E-48B4-B80F-0E5909415A6B}" srcId="{8E55FC4C-5634-411A-BA44-E1881393EDEF}" destId="{86847064-EA1A-45BB-AFD7-56E23E2783E3}" srcOrd="1" destOrd="0" parTransId="{C4EAF8C5-1F6B-4210-A1FE-6239CBAB6CCF}" sibTransId="{70EE8977-FE33-4BA9-BB48-57A6961A4248}"/>
    <dgm:cxn modelId="{D6B1FF86-0296-4BA3-AFB8-C836C95FE3C5}" srcId="{485137B7-57A5-4A2D-BE93-B11D8422C2B3}" destId="{F55DAAD3-0C0E-45AD-AF7D-8EF24ABE8407}" srcOrd="2" destOrd="0" parTransId="{5D88466D-4B78-4CFC-945B-53A9AA65D2DB}" sibTransId="{A27DFC4B-A2AD-4B19-AFC1-C6707E90CD51}"/>
    <dgm:cxn modelId="{9BDF7E95-370C-409F-8BFF-85F4C6A81C63}" srcId="{6DBEEE8C-F460-4EC6-948B-42F76DFC0B69}" destId="{485137B7-57A5-4A2D-BE93-B11D8422C2B3}" srcOrd="1" destOrd="0" parTransId="{CC27110B-6BBC-4107-B2E4-B050AEBBF183}" sibTransId="{F86A5FD2-FA68-4E0D-B3DA-BAB273DD7995}"/>
    <dgm:cxn modelId="{5B1578DF-D1AD-428B-AF6A-61AC0A35479F}" type="presOf" srcId="{2DBF707B-247D-4D1B-9CE5-8EDF19E60B2D}" destId="{C8CAE565-8C0C-4C27-ADFA-8AE07D3FAC4E}" srcOrd="0" destOrd="2" presId="urn:diagrams.loki3.com/BracketList"/>
    <dgm:cxn modelId="{1515A8E1-3345-45E9-A473-54FC5D290A94}" srcId="{8E55FC4C-5634-411A-BA44-E1881393EDEF}" destId="{2DBF707B-247D-4D1B-9CE5-8EDF19E60B2D}" srcOrd="2" destOrd="0" parTransId="{AB6B28EA-DB23-4CC1-9C8B-B9E0477967B0}" sibTransId="{47042F0B-3FF3-4729-A1EB-26843C4A5279}"/>
    <dgm:cxn modelId="{BA1B2FF8-5134-4CB1-A47C-7D998AB49A96}" srcId="{8E55FC4C-5634-411A-BA44-E1881393EDEF}" destId="{E299730D-3461-4A7D-8571-575EA259D66C}" srcOrd="3" destOrd="0" parTransId="{D7806ACF-2E09-4425-8C56-1AD747EF3EAB}" sibTransId="{6834A353-C398-4B21-9192-3433D9218AFE}"/>
    <dgm:cxn modelId="{5FE74D68-B54C-49E8-89D1-6F6028D81729}" type="presParOf" srcId="{680EC471-FA92-4B00-93AA-1E1C9C4A82E6}" destId="{941E8AB1-2C94-43E0-9C22-FDA17C0574C8}" srcOrd="0" destOrd="0" presId="urn:diagrams.loki3.com/BracketList"/>
    <dgm:cxn modelId="{39ADB287-5A80-40FF-A049-E83A0FD2E07F}" type="presParOf" srcId="{941E8AB1-2C94-43E0-9C22-FDA17C0574C8}" destId="{FBF6E5E8-E81E-4B60-805B-2FCCD741304C}" srcOrd="0" destOrd="0" presId="urn:diagrams.loki3.com/BracketList"/>
    <dgm:cxn modelId="{E81EAA69-5732-4719-9B2C-72D74EF2D794}" type="presParOf" srcId="{941E8AB1-2C94-43E0-9C22-FDA17C0574C8}" destId="{7ED151F3-7AE3-4BCE-A19C-9F0A5F9D9773}" srcOrd="1" destOrd="0" presId="urn:diagrams.loki3.com/BracketList"/>
    <dgm:cxn modelId="{A2299E1A-DA76-4AC2-A70E-CAA7AF2D604A}" type="presParOf" srcId="{941E8AB1-2C94-43E0-9C22-FDA17C0574C8}" destId="{E758D229-0FFF-444D-B80F-1916A491AA07}" srcOrd="2" destOrd="0" presId="urn:diagrams.loki3.com/BracketList"/>
    <dgm:cxn modelId="{215E7D41-2B8B-461F-8B76-E2AC077E24D4}" type="presParOf" srcId="{941E8AB1-2C94-43E0-9C22-FDA17C0574C8}" destId="{C8CAE565-8C0C-4C27-ADFA-8AE07D3FAC4E}" srcOrd="3" destOrd="0" presId="urn:diagrams.loki3.com/BracketList"/>
    <dgm:cxn modelId="{3E984741-A58D-46AE-A744-FFF45B897DF9}" type="presParOf" srcId="{680EC471-FA92-4B00-93AA-1E1C9C4A82E6}" destId="{35EB3566-33A7-4C92-9EC2-3C8364A7D1D3}" srcOrd="1" destOrd="0" presId="urn:diagrams.loki3.com/BracketList"/>
    <dgm:cxn modelId="{A95C62DD-C4ED-4B8A-A5BE-E7EFFFE323E8}" type="presParOf" srcId="{680EC471-FA92-4B00-93AA-1E1C9C4A82E6}" destId="{BE3BE316-EDDD-4F4B-8020-F4D96881509A}" srcOrd="2" destOrd="0" presId="urn:diagrams.loki3.com/BracketList"/>
    <dgm:cxn modelId="{23E651E4-30FC-4395-A01F-7111B19E6D0D}" type="presParOf" srcId="{BE3BE316-EDDD-4F4B-8020-F4D96881509A}" destId="{05F093D8-3863-4634-8DAE-B74F8899AC2F}" srcOrd="0" destOrd="0" presId="urn:diagrams.loki3.com/BracketList"/>
    <dgm:cxn modelId="{3B8B8DC3-5E9A-4EDA-B721-502270B0045C}" type="presParOf" srcId="{BE3BE316-EDDD-4F4B-8020-F4D96881509A}" destId="{7BEF4F51-DD8D-470E-8568-A9E145D04396}" srcOrd="1" destOrd="0" presId="urn:diagrams.loki3.com/BracketList"/>
    <dgm:cxn modelId="{D2B487B1-D461-4129-B469-2CD2F6B2AA0E}" type="presParOf" srcId="{BE3BE316-EDDD-4F4B-8020-F4D96881509A}" destId="{C06FE857-84B1-480D-A779-77AE8E619587}" srcOrd="2" destOrd="0" presId="urn:diagrams.loki3.com/BracketList"/>
    <dgm:cxn modelId="{5867D710-BAE3-4881-BF03-5B01D9EA613D}" type="presParOf" srcId="{BE3BE316-EDDD-4F4B-8020-F4D96881509A}" destId="{F2A15066-A464-4434-BEE1-EE98D4AA2F6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6D373-B0F4-46A8-BFBB-EAA3572C3DBA}">
      <dsp:nvSpPr>
        <dsp:cNvPr id="0" name=""/>
        <dsp:cNvSpPr/>
      </dsp:nvSpPr>
      <dsp:spPr>
        <a:xfrm>
          <a:off x="0" y="403807"/>
          <a:ext cx="5916168" cy="18474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9160" tIns="479044" rIns="45916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Divides the texts into “tokens”. This determines the “vocabulary” of the dataset/corpus (i.e., a set of unique tokens present in the data)</a:t>
          </a:r>
        </a:p>
      </dsp:txBody>
      <dsp:txXfrm>
        <a:off x="0" y="403807"/>
        <a:ext cx="5916168" cy="1847475"/>
      </dsp:txXfrm>
    </dsp:sp>
    <dsp:sp modelId="{3B5D513B-D032-478C-84B9-3ECA3512D782}">
      <dsp:nvSpPr>
        <dsp:cNvPr id="0" name=""/>
        <dsp:cNvSpPr/>
      </dsp:nvSpPr>
      <dsp:spPr>
        <a:xfrm>
          <a:off x="295808" y="64327"/>
          <a:ext cx="4141317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532" tIns="0" rIns="1565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Step 1: Tokenization</a:t>
          </a:r>
        </a:p>
      </dsp:txBody>
      <dsp:txXfrm>
        <a:off x="328952" y="97471"/>
        <a:ext cx="4075029" cy="612672"/>
      </dsp:txXfrm>
    </dsp:sp>
    <dsp:sp modelId="{58C4D5BC-790D-4088-8A8D-58ADECC3F713}">
      <dsp:nvSpPr>
        <dsp:cNvPr id="0" name=""/>
        <dsp:cNvSpPr/>
      </dsp:nvSpPr>
      <dsp:spPr>
        <a:xfrm>
          <a:off x="0" y="2714962"/>
          <a:ext cx="5916168" cy="15576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9160" tIns="479044" rIns="45916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Define a good numerical representation to characterize each token</a:t>
          </a:r>
        </a:p>
      </dsp:txBody>
      <dsp:txXfrm>
        <a:off x="0" y="2714962"/>
        <a:ext cx="5916168" cy="1557674"/>
      </dsp:txXfrm>
    </dsp:sp>
    <dsp:sp modelId="{38677438-0340-409B-80B5-48E61E614E1B}">
      <dsp:nvSpPr>
        <dsp:cNvPr id="0" name=""/>
        <dsp:cNvSpPr/>
      </dsp:nvSpPr>
      <dsp:spPr>
        <a:xfrm>
          <a:off x="295808" y="2375482"/>
          <a:ext cx="4141317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532" tIns="0" rIns="1565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Step 2: Vectorization (Embeddings)</a:t>
          </a:r>
        </a:p>
      </dsp:txBody>
      <dsp:txXfrm>
        <a:off x="328952" y="2408626"/>
        <a:ext cx="4075029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5A04C-0F88-4D09-ACD4-9BE03C411235}">
      <dsp:nvSpPr>
        <dsp:cNvPr id="0" name=""/>
        <dsp:cNvSpPr/>
      </dsp:nvSpPr>
      <dsp:spPr>
        <a:xfrm>
          <a:off x="0" y="72737"/>
          <a:ext cx="10452100" cy="10266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Unsupervised Clustering</a:t>
          </a:r>
        </a:p>
      </dsp:txBody>
      <dsp:txXfrm>
        <a:off x="50118" y="122855"/>
        <a:ext cx="10351864" cy="926438"/>
      </dsp:txXfrm>
    </dsp:sp>
    <dsp:sp modelId="{E3CB0392-000C-45A8-BF7A-788937ED582D}">
      <dsp:nvSpPr>
        <dsp:cNvPr id="0" name=""/>
        <dsp:cNvSpPr/>
      </dsp:nvSpPr>
      <dsp:spPr>
        <a:xfrm>
          <a:off x="0" y="1099412"/>
          <a:ext cx="10452100" cy="2701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1854" tIns="57150" rIns="320040" bIns="5715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Groups similar data points together automatically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No labels or pre-defined categories needed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Algorithm finds hidden patterns on its own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3500" kern="1200" dirty="0"/>
            <a:t>Examples: customer segments, document categories, image grouping</a:t>
          </a:r>
        </a:p>
      </dsp:txBody>
      <dsp:txXfrm>
        <a:off x="0" y="1099412"/>
        <a:ext cx="10452100" cy="2701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84B47-0EB7-474D-A9A5-42E136AF46AE}">
      <dsp:nvSpPr>
        <dsp:cNvPr id="0" name=""/>
        <dsp:cNvSpPr/>
      </dsp:nvSpPr>
      <dsp:spPr>
        <a:xfrm>
          <a:off x="0" y="0"/>
          <a:ext cx="607202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208BD-F7F9-4D01-9059-126EED1E76BC}">
      <dsp:nvSpPr>
        <dsp:cNvPr id="0" name=""/>
        <dsp:cNvSpPr/>
      </dsp:nvSpPr>
      <dsp:spPr>
        <a:xfrm>
          <a:off x="0" y="0"/>
          <a:ext cx="1214405" cy="4919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Intra-Cluster (within cluster)</a:t>
          </a:r>
        </a:p>
      </dsp:txBody>
      <dsp:txXfrm>
        <a:off x="0" y="0"/>
        <a:ext cx="1214405" cy="4919225"/>
      </dsp:txXfrm>
    </dsp:sp>
    <dsp:sp modelId="{3D072732-C66E-4FF0-8362-22B6F8A9E100}">
      <dsp:nvSpPr>
        <dsp:cNvPr id="0" name=""/>
        <dsp:cNvSpPr/>
      </dsp:nvSpPr>
      <dsp:spPr>
        <a:xfrm>
          <a:off x="1305485" y="57827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Measures how close data points are to each other within the same cluster</a:t>
          </a:r>
        </a:p>
      </dsp:txBody>
      <dsp:txXfrm>
        <a:off x="1305485" y="57827"/>
        <a:ext cx="4766541" cy="1156546"/>
      </dsp:txXfrm>
    </dsp:sp>
    <dsp:sp modelId="{89D2C17F-EFC4-45AE-BC53-AB7D86DFEED7}">
      <dsp:nvSpPr>
        <dsp:cNvPr id="0" name=""/>
        <dsp:cNvSpPr/>
      </dsp:nvSpPr>
      <dsp:spPr>
        <a:xfrm>
          <a:off x="1214405" y="1214373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C7884-1EF6-4B81-B066-06543EE3ADDB}">
      <dsp:nvSpPr>
        <dsp:cNvPr id="0" name=""/>
        <dsp:cNvSpPr/>
      </dsp:nvSpPr>
      <dsp:spPr>
        <a:xfrm>
          <a:off x="1305485" y="1272200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Calculated as the distance from each point to its cluster center (centroid) or to other points in the same cluster</a:t>
          </a:r>
        </a:p>
      </dsp:txBody>
      <dsp:txXfrm>
        <a:off x="1305485" y="1272200"/>
        <a:ext cx="4766541" cy="1156546"/>
      </dsp:txXfrm>
    </dsp:sp>
    <dsp:sp modelId="{4E030267-C21D-4D17-8C9C-CC124870762B}">
      <dsp:nvSpPr>
        <dsp:cNvPr id="0" name=""/>
        <dsp:cNvSpPr/>
      </dsp:nvSpPr>
      <dsp:spPr>
        <a:xfrm>
          <a:off x="1214405" y="2428747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C6137-5EF6-4C51-AE6A-3BD6385C8575}">
      <dsp:nvSpPr>
        <dsp:cNvPr id="0" name=""/>
        <dsp:cNvSpPr/>
      </dsp:nvSpPr>
      <dsp:spPr>
        <a:xfrm>
          <a:off x="1305485" y="2486574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Goal: Minimize this distance (i.e., tight, compact clusters)</a:t>
          </a:r>
        </a:p>
      </dsp:txBody>
      <dsp:txXfrm>
        <a:off x="1305485" y="2486574"/>
        <a:ext cx="4766541" cy="1156546"/>
      </dsp:txXfrm>
    </dsp:sp>
    <dsp:sp modelId="{0A05C9D9-BABE-45B6-AB52-59424DF0119C}">
      <dsp:nvSpPr>
        <dsp:cNvPr id="0" name=""/>
        <dsp:cNvSpPr/>
      </dsp:nvSpPr>
      <dsp:spPr>
        <a:xfrm>
          <a:off x="1214405" y="3643120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014E24-8EB7-40E2-A29B-A441A961ECFD}">
      <dsp:nvSpPr>
        <dsp:cNvPr id="0" name=""/>
        <dsp:cNvSpPr/>
      </dsp:nvSpPr>
      <dsp:spPr>
        <a:xfrm>
          <a:off x="1305485" y="3700948"/>
          <a:ext cx="4766541" cy="1156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Small intra-cluster distance = similar customers grouped together</a:t>
          </a:r>
        </a:p>
      </dsp:txBody>
      <dsp:txXfrm>
        <a:off x="1305485" y="3700948"/>
        <a:ext cx="4766541" cy="1156546"/>
      </dsp:txXfrm>
    </dsp:sp>
    <dsp:sp modelId="{A1B45F7E-A16E-4EC8-997E-C4EDACA2755D}">
      <dsp:nvSpPr>
        <dsp:cNvPr id="0" name=""/>
        <dsp:cNvSpPr/>
      </dsp:nvSpPr>
      <dsp:spPr>
        <a:xfrm>
          <a:off x="1214405" y="4857494"/>
          <a:ext cx="48576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0D711-A6C8-44B8-8CDC-366758689C6D}">
      <dsp:nvSpPr>
        <dsp:cNvPr id="0" name=""/>
        <dsp:cNvSpPr/>
      </dsp:nvSpPr>
      <dsp:spPr>
        <a:xfrm>
          <a:off x="0" y="0"/>
          <a:ext cx="66165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AE44C-3BCB-4597-9A84-6AA3B471C299}">
      <dsp:nvSpPr>
        <dsp:cNvPr id="0" name=""/>
        <dsp:cNvSpPr/>
      </dsp:nvSpPr>
      <dsp:spPr>
        <a:xfrm>
          <a:off x="0" y="0"/>
          <a:ext cx="1323311" cy="5112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Inter-Cluster (between cluster)</a:t>
          </a:r>
        </a:p>
      </dsp:txBody>
      <dsp:txXfrm>
        <a:off x="0" y="0"/>
        <a:ext cx="1323311" cy="5112236"/>
      </dsp:txXfrm>
    </dsp:sp>
    <dsp:sp modelId="{23637B14-43AB-4252-AF70-3CD5288D3F8F}">
      <dsp:nvSpPr>
        <dsp:cNvPr id="0" name=""/>
        <dsp:cNvSpPr/>
      </dsp:nvSpPr>
      <dsp:spPr>
        <a:xfrm>
          <a:off x="1422559" y="60096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Measures how far apart different clusters are from each other</a:t>
          </a:r>
        </a:p>
      </dsp:txBody>
      <dsp:txXfrm>
        <a:off x="1422559" y="60096"/>
        <a:ext cx="5193996" cy="1201924"/>
      </dsp:txXfrm>
    </dsp:sp>
    <dsp:sp modelId="{C4CD5A4A-10D2-44B1-8742-B284A18E100B}">
      <dsp:nvSpPr>
        <dsp:cNvPr id="0" name=""/>
        <dsp:cNvSpPr/>
      </dsp:nvSpPr>
      <dsp:spPr>
        <a:xfrm>
          <a:off x="1323311" y="1262020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F1CA7-9FF3-45BC-A3E4-E051ED46838D}">
      <dsp:nvSpPr>
        <dsp:cNvPr id="0" name=""/>
        <dsp:cNvSpPr/>
      </dsp:nvSpPr>
      <dsp:spPr>
        <a:xfrm>
          <a:off x="1422559" y="1322117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Calculated as the distance between cluster centers or between the closest/ farthest points of different clusters</a:t>
          </a:r>
        </a:p>
      </dsp:txBody>
      <dsp:txXfrm>
        <a:off x="1422559" y="1322117"/>
        <a:ext cx="5193996" cy="1201924"/>
      </dsp:txXfrm>
    </dsp:sp>
    <dsp:sp modelId="{B1B506E7-D4C3-4D4D-BF92-E102C4FD6C1E}">
      <dsp:nvSpPr>
        <dsp:cNvPr id="0" name=""/>
        <dsp:cNvSpPr/>
      </dsp:nvSpPr>
      <dsp:spPr>
        <a:xfrm>
          <a:off x="1323311" y="2524041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A2702-EE67-4F57-A061-31A87CAD60F9}">
      <dsp:nvSpPr>
        <dsp:cNvPr id="0" name=""/>
        <dsp:cNvSpPr/>
      </dsp:nvSpPr>
      <dsp:spPr>
        <a:xfrm>
          <a:off x="1422559" y="2584137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Goal: Maximize this distance (well-separated clusters)</a:t>
          </a:r>
        </a:p>
      </dsp:txBody>
      <dsp:txXfrm>
        <a:off x="1422559" y="2584137"/>
        <a:ext cx="5193996" cy="1201924"/>
      </dsp:txXfrm>
    </dsp:sp>
    <dsp:sp modelId="{D277EE70-F719-4EA5-928F-0CBDCB71301E}">
      <dsp:nvSpPr>
        <dsp:cNvPr id="0" name=""/>
        <dsp:cNvSpPr/>
      </dsp:nvSpPr>
      <dsp:spPr>
        <a:xfrm>
          <a:off x="1323311" y="3786062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B52B7-C195-4206-AF48-5CB8650AECF3}">
      <dsp:nvSpPr>
        <dsp:cNvPr id="0" name=""/>
        <dsp:cNvSpPr/>
      </dsp:nvSpPr>
      <dsp:spPr>
        <a:xfrm>
          <a:off x="1422559" y="3846158"/>
          <a:ext cx="5193996" cy="1201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Large inter-cluster distance = distinct, different customer segments</a:t>
          </a:r>
        </a:p>
      </dsp:txBody>
      <dsp:txXfrm>
        <a:off x="1422559" y="3846158"/>
        <a:ext cx="5193996" cy="1201924"/>
      </dsp:txXfrm>
    </dsp:sp>
    <dsp:sp modelId="{8DB27B3E-5C3C-4DDB-A602-F54D10F96A2D}">
      <dsp:nvSpPr>
        <dsp:cNvPr id="0" name=""/>
        <dsp:cNvSpPr/>
      </dsp:nvSpPr>
      <dsp:spPr>
        <a:xfrm>
          <a:off x="1323311" y="5048083"/>
          <a:ext cx="52932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8309B-CC16-4425-9A90-CB2559A43857}">
      <dsp:nvSpPr>
        <dsp:cNvPr id="0" name=""/>
        <dsp:cNvSpPr/>
      </dsp:nvSpPr>
      <dsp:spPr>
        <a:xfrm>
          <a:off x="0" y="30999"/>
          <a:ext cx="7834045" cy="5931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What WCSS Measures</a:t>
          </a:r>
        </a:p>
      </dsp:txBody>
      <dsp:txXfrm>
        <a:off x="28957" y="59956"/>
        <a:ext cx="7776131" cy="535276"/>
      </dsp:txXfrm>
    </dsp:sp>
    <dsp:sp modelId="{5EE53BFA-5E2E-42B8-BB74-6AF03F73E3B7}">
      <dsp:nvSpPr>
        <dsp:cNvPr id="0" name=""/>
        <dsp:cNvSpPr/>
      </dsp:nvSpPr>
      <dsp:spPr>
        <a:xfrm>
          <a:off x="0" y="624189"/>
          <a:ext cx="7834045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3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Total sum of squared distances of all intra-cluster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Lower WCSS = tighter, more compact clusters</a:t>
          </a:r>
        </a:p>
      </dsp:txBody>
      <dsp:txXfrm>
        <a:off x="0" y="624189"/>
        <a:ext cx="7834045" cy="645840"/>
      </dsp:txXfrm>
    </dsp:sp>
    <dsp:sp modelId="{8462B9A4-F61D-479D-A50E-E666728F8386}">
      <dsp:nvSpPr>
        <dsp:cNvPr id="0" name=""/>
        <dsp:cNvSpPr/>
      </dsp:nvSpPr>
      <dsp:spPr>
        <a:xfrm>
          <a:off x="0" y="1270029"/>
          <a:ext cx="7834045" cy="593190"/>
        </a:xfrm>
        <a:prstGeom prst="roundRect">
          <a:avLst/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the Elbow Method Works?</a:t>
          </a:r>
        </a:p>
      </dsp:txBody>
      <dsp:txXfrm>
        <a:off x="28957" y="1298986"/>
        <a:ext cx="7776131" cy="535276"/>
      </dsp:txXfrm>
    </dsp:sp>
    <dsp:sp modelId="{E9670E4D-DB22-471A-AACA-693D55FAE71F}">
      <dsp:nvSpPr>
        <dsp:cNvPr id="0" name=""/>
        <dsp:cNvSpPr/>
      </dsp:nvSpPr>
      <dsp:spPr>
        <a:xfrm>
          <a:off x="0" y="1863220"/>
          <a:ext cx="7834045" cy="156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3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Run clustering with different values of k (e.g., k = 1, 2, …, 10)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Calculate WCSS for each 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Plot WCSS vs. 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Look for the “elbow” where the curve bends sharply and WCSS stops decreasing dramatically</a:t>
          </a:r>
        </a:p>
      </dsp:txBody>
      <dsp:txXfrm>
        <a:off x="0" y="1863220"/>
        <a:ext cx="7834045" cy="1560780"/>
      </dsp:txXfrm>
    </dsp:sp>
    <dsp:sp modelId="{EA52E190-8C32-4C8F-ADD4-BCA8FED28315}">
      <dsp:nvSpPr>
        <dsp:cNvPr id="0" name=""/>
        <dsp:cNvSpPr/>
      </dsp:nvSpPr>
      <dsp:spPr>
        <a:xfrm>
          <a:off x="0" y="3424000"/>
          <a:ext cx="7834045" cy="593190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Why is there an “Elbow”?</a:t>
          </a:r>
        </a:p>
      </dsp:txBody>
      <dsp:txXfrm>
        <a:off x="28957" y="3452957"/>
        <a:ext cx="7776131" cy="535276"/>
      </dsp:txXfrm>
    </dsp:sp>
    <dsp:sp modelId="{E4B11780-4780-47A9-BC83-B69801A950BC}">
      <dsp:nvSpPr>
        <dsp:cNvPr id="0" name=""/>
        <dsp:cNvSpPr/>
      </dsp:nvSpPr>
      <dsp:spPr>
        <a:xfrm>
          <a:off x="0" y="4017190"/>
          <a:ext cx="7834045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73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As k increases, WCSS always decreases (more clusters = tighter fit)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As some point, adding more clusters gives diminishing returns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The elbow point is where you get the best balance between simplicity (fewer clusters) and fit (lower WCSS)</a:t>
          </a:r>
        </a:p>
      </dsp:txBody>
      <dsp:txXfrm>
        <a:off x="0" y="4017190"/>
        <a:ext cx="7834045" cy="12378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68F93-3D15-498E-8CA3-53FD5A5DB59C}">
      <dsp:nvSpPr>
        <dsp:cNvPr id="0" name=""/>
        <dsp:cNvSpPr/>
      </dsp:nvSpPr>
      <dsp:spPr>
        <a:xfrm>
          <a:off x="609599" y="0"/>
          <a:ext cx="6908800" cy="4522367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BE6C9-8CB3-47AA-BD1C-88C6D6D145E3}">
      <dsp:nvSpPr>
        <dsp:cNvPr id="0" name=""/>
        <dsp:cNvSpPr/>
      </dsp:nvSpPr>
      <dsp:spPr>
        <a:xfrm>
          <a:off x="8731" y="1356710"/>
          <a:ext cx="2616200" cy="180894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Extract topics from “title”</a:t>
          </a:r>
        </a:p>
      </dsp:txBody>
      <dsp:txXfrm>
        <a:off x="97036" y="1445015"/>
        <a:ext cx="2439590" cy="1632336"/>
      </dsp:txXfrm>
    </dsp:sp>
    <dsp:sp modelId="{4DB4C495-5010-4AAA-99F7-1ACADEDA9A87}">
      <dsp:nvSpPr>
        <dsp:cNvPr id="0" name=""/>
        <dsp:cNvSpPr/>
      </dsp:nvSpPr>
      <dsp:spPr>
        <a:xfrm>
          <a:off x="2755899" y="1356710"/>
          <a:ext cx="2616200" cy="1808946"/>
        </a:xfrm>
        <a:prstGeom prst="roundRect">
          <a:avLst/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Unsupervised clustering (based on relevant features)</a:t>
          </a:r>
        </a:p>
      </dsp:txBody>
      <dsp:txXfrm>
        <a:off x="2844204" y="1445015"/>
        <a:ext cx="2439590" cy="1632336"/>
      </dsp:txXfrm>
    </dsp:sp>
    <dsp:sp modelId="{C02BC5E1-82BE-4EFC-B6BB-1EC61163023A}">
      <dsp:nvSpPr>
        <dsp:cNvPr id="0" name=""/>
        <dsp:cNvSpPr/>
      </dsp:nvSpPr>
      <dsp:spPr>
        <a:xfrm>
          <a:off x="5503068" y="1356710"/>
          <a:ext cx="2616200" cy="180894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Visualize cluster results</a:t>
          </a:r>
        </a:p>
      </dsp:txBody>
      <dsp:txXfrm>
        <a:off x="5591373" y="1445015"/>
        <a:ext cx="2439590" cy="16323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E5E8-E81E-4B60-805B-2FCCD741304C}">
      <dsp:nvSpPr>
        <dsp:cNvPr id="0" name=""/>
        <dsp:cNvSpPr/>
      </dsp:nvSpPr>
      <dsp:spPr>
        <a:xfrm>
          <a:off x="2248" y="923261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Crafting the Compelling Story (50%)</a:t>
          </a:r>
        </a:p>
      </dsp:txBody>
      <dsp:txXfrm>
        <a:off x="2248" y="923261"/>
        <a:ext cx="2256510" cy="1024650"/>
      </dsp:txXfrm>
    </dsp:sp>
    <dsp:sp modelId="{7ED151F3-7AE3-4BCE-A19C-9F0A5F9D9773}">
      <dsp:nvSpPr>
        <dsp:cNvPr id="0" name=""/>
        <dsp:cNvSpPr/>
      </dsp:nvSpPr>
      <dsp:spPr>
        <a:xfrm>
          <a:off x="2258758" y="378915"/>
          <a:ext cx="451302" cy="211334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AE565-8C0C-4C27-ADFA-8AE07D3FAC4E}">
      <dsp:nvSpPr>
        <dsp:cNvPr id="0" name=""/>
        <dsp:cNvSpPr/>
      </dsp:nvSpPr>
      <dsp:spPr>
        <a:xfrm>
          <a:off x="2890581" y="378915"/>
          <a:ext cx="8058198" cy="21133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Depth and relevance of insights drawn from the data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Effectiveness of recommendations for countering GenAI threats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Originality and creativity of the approach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identify and leverage key relationships, trends and patterns in the data</a:t>
          </a:r>
        </a:p>
      </dsp:txBody>
      <dsp:txXfrm>
        <a:off x="2890581" y="378915"/>
        <a:ext cx="8058198" cy="2113340"/>
      </dsp:txXfrm>
    </dsp:sp>
    <dsp:sp modelId="{05F093D8-3863-4634-8DAE-B74F8899AC2F}">
      <dsp:nvSpPr>
        <dsp:cNvPr id="0" name=""/>
        <dsp:cNvSpPr/>
      </dsp:nvSpPr>
      <dsp:spPr>
        <a:xfrm>
          <a:off x="2248" y="2959300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Articulating the Compelling Story (50%)</a:t>
          </a:r>
        </a:p>
      </dsp:txBody>
      <dsp:txXfrm>
        <a:off x="2248" y="2959300"/>
        <a:ext cx="2256510" cy="1024650"/>
      </dsp:txXfrm>
    </dsp:sp>
    <dsp:sp modelId="{7BEF4F51-DD8D-470E-8568-A9E145D04396}">
      <dsp:nvSpPr>
        <dsp:cNvPr id="0" name=""/>
        <dsp:cNvSpPr/>
      </dsp:nvSpPr>
      <dsp:spPr>
        <a:xfrm>
          <a:off x="2258758" y="2575056"/>
          <a:ext cx="451302" cy="17931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A15066-A464-4434-BEE1-EE98D4AA2F69}">
      <dsp:nvSpPr>
        <dsp:cNvPr id="0" name=""/>
        <dsp:cNvSpPr/>
      </dsp:nvSpPr>
      <dsp:spPr>
        <a:xfrm>
          <a:off x="2890581" y="2575056"/>
          <a:ext cx="8058198" cy="1793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Clarity, coherence, and organization of the executive summary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Use of effective visualizations to support findings and recommendations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communicate complex ideas and insights in a clear and concise manner</a:t>
          </a:r>
        </a:p>
      </dsp:txBody>
      <dsp:txXfrm>
        <a:off x="2890581" y="2575056"/>
        <a:ext cx="8058198" cy="1793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0T17:27:19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0 255 0,'6808'-255'0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0T17:27:25.8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1 207,'0'482,"0"-475,0 0,1 0,0 1,1-1,0 0,0 0,0 0,1 0,0 0,0-1,1 1,0-1,0 0,0 0,1-1,10 11,5 1,0-1,1-1,34 19,-13-8,7 0,2-1,0-3,1-2,104 25,-134-40,1-1,-1 0,1-2,1 0,-1-2,33-3,-52 2,0 0,0 0,0-1,1 0,-1 1,-1-1,1-1,0 1,0 0,-1-1,0 0,1 0,-1 0,0 0,0 0,-1-1,1 1,-1-1,1 0,-1 0,2-6,5-12,-1 0,10-45,-3 11,0 14,-2 9,-2 0,-1-1,-1-1,-2 0,-1 0,1-45,-6 9,1 30,-3 0,-8-71,7 105,0 0,-1 0,0 0,0 0,0 1,-1-1,0 1,0 0,-1 0,0 0,0 1,0 0,-7-6,-12-7,-49-31,48 34,9 5,0 0,0 2,-1 0,0 1,0 0,0 2,-1 0,0 1,0 0,0 2,-1 0,-20 1,24 1,1 0,-1 0,1 1,0 0,0 1,0 0,0 1,0 1,0 0,-13 7,-25 11,43-19,-1 0,1 0,1 1,-1 0,0 0,1 1,0 1,0-1,1 1,-1 0,1 1,1 0,-11 13,-9 19,16-26,1 1,0 0,1 1,1 0,-8 24,7-14,1 0,2 0,1 1,0 0,2 0,3 50,-1-73,1 0,0 0,0-1,0 1,0 0,0-1,0 1,1-1,-1 1,1-1,-1 0,1 0,0 0,0 0,0 0,0 0,1 0,-1-1,0 1,1-1,-1 1,1-1,-1 0,1 0,0 0,-1 0,1-1,0 1,0-1,3 0,14 2,-1-1,1-1,28-3,-15 0,400 1,-410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40:30.88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0 197 24575,'3985'-197'0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41:40.09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5217.03174"/>
      <inkml:brushProperty name="anchorY" value="-1073.13623"/>
      <inkml:brushProperty name="scaleFactor" value="0.5"/>
    </inkml:brush>
  </inkml:definitions>
  <inkml:trace contextRef="#ctx0" brushRef="#br0">0 3745 22788,'4817'-3744'0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41:45.10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1436.20996"/>
      <inkml:brushProperty name="anchorY" value="1597.83533"/>
      <inkml:brushProperty name="scaleFactor" value="0.5"/>
    </inkml:brush>
  </inkml:definitions>
  <inkml:trace contextRef="#ctx0" brushRef="#br0">0 0 24575,'0'0'0,"0"4"0,4 14 0,1 4 0,4 13 0,8 5 0,-1 0 0,3 7 0,-4 4 0,1-8 0,1 0 0,-3-7 0,1-8 0,5-5 0,2-2 0,-3 2 0,1 1 0,-1-1 0,1 1 0,0-5 0,-3 0 0,8-1 0,1 5 0,1-4 0,9 6 0,-2-5 0,0 0 0,-3 0 0,-7 0 0,6 5 0,-2-4 0,0-4 0,-6-1 0,-2-4 0,0-4 0,-6-3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41:46.58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3409.12012"/>
      <inkml:brushProperty name="anchorY" value="-524.1145"/>
      <inkml:brushProperty name="scaleFactor" value="0.5"/>
    </inkml:brush>
  </inkml:definitions>
  <inkml:trace contextRef="#ctx0" brushRef="#br0">665 1 24575,'0'0'0,"0"3"0,13 7 0,14 12 0,0 4 0,14 7 0,-3 5 0,-3-6 0,-3 2 0,-4-3 0,-3-6 0,-2-4 0,-5 4 0,-10-1 0,-9-1 0,-17 1 0,-20 3 0,-12 1 0,-15 7 0,-15-4 0,1-2 0,-16 11 0,-2-3 0,10-5 0,4-3 0,5 0 0,14-1 0,12-2 0,12-6 0,9-6 0,9-5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52:53.080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1474.45508"/>
      <inkml:brushProperty name="anchorY" value="-39.74079"/>
      <inkml:brushProperty name="scaleFactor" value="0.5"/>
    </inkml:brush>
  </inkml:definitions>
  <inkml:trace contextRef="#ctx0" brushRef="#br0">0 189 24575,'0'0'0,"23"0"0,13 0 0,18 0 0,0 0 0,15 0 0,0 0 0,4 0 0,-2 0 0,6 0 0,-4 0 0,-8 0 0,-6 0 0,-9 0 0,-8 0 0,4 0 0,0 0 0,3 0 0,-3 0 0,-5 0 0,-5 0 0,-3 0 0,7 0 0,-1 0 0,-2 0 0,3 0 0,-3 0 0,4 0 0,2 0 0,-2 0 0,-3 0 0,-3 0 0,7 0 0,14 0 0,-1 0 0,13-11 0,4 0 0,0-5 0,3 1 0,-5 3 0,2-2 0,-10 4 0,1 1 0,-3-7 0,3 1 0,-7 3 0,4-3 0,-7 3 0,-2 3 0,-6 3 0,0 2 0,-10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52:54.465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5421.84961"/>
      <inkml:brushProperty name="anchorY" value="-1121.68872"/>
      <inkml:brushProperty name="scaleFactor" value="0.5"/>
    </inkml:brush>
  </inkml:definitions>
  <inkml:trace contextRef="#ctx0" brushRef="#br0">0 1 24575,'0'0'0,"5"0"0,6 0 0,31 15 0,6 7 0,-2 10 0,2 3 0,-5-5 0,-4-1 0,0-2 0,-2-6 0,-4-1 0,-2 0 0,-1-4 0,-3-4 0,0 1 0,4 7 0,1-1 0,-1 2 0,0 1 0,-2 2 0,0 1 0,-2-4 0,5 0 0,5 5 0,-5 2 0,-6 1 0,-14 0 0,-11 0 0,-22 9 0,-9 1 0,-15 4 0,-2 3 0,-14 14 0,7-3 0,6 1 0,13-7 0,10 4 0,5 0 0,-3 5 0,-1 5 0,-7 5 0,4-6 0,0-14 0,7-9 0,5-12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5:01:40.15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18432.66797"/>
      <inkml:brushProperty name="anchorY" value="-5042.66309"/>
      <inkml:brushProperty name="scaleFactor" value="0.5"/>
    </inkml:brush>
  </inkml:definitions>
  <inkml:trace contextRef="#ctx0" brushRef="#br0">0 236 24575,'0'0'0,"9"0"0,9 0 0,25-5 0,14-6 0,18-10 0,9-5 0,-7 2 0,-5 4 0,-17 1 0,0-6 0,-10 4 0,-5 3 0,-6 6 0,1 4 0,-2-2 0,-1 3 0,-2 2 0,-7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5:01:42.079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0518.9668"/>
      <inkml:brushProperty name="anchorY" value="-6076.76807"/>
      <inkml:brushProperty name="scaleFactor" value="0.5"/>
    </inkml:brush>
  </inkml:definitions>
  <inkml:trace contextRef="#ctx0" brushRef="#br0">0 1 24575,'0'0'0,"5"0"0,1 5 0,4 0 0,5 1 0,-1 9 0,9-1 0,7 4 0,-3 3 0,2-3 0,-2-4 0,1-4 0,-2 1 0,0-2 0,1 3 0,4 3 0,1-2 0,0 4 0,-1-4 0,-1-3 0,-2-2 0,0-4 0,-1-2 0,4-1 0,1 4 0,0 0 0,4 11 0,4-1 0,-1-2 0,-1-2 0,-9 1 0,-3-2 0,-2-2 0,-5 2 0,-12 4 0,-10 4 0,-9 3 0,-1 8 0,-11 2 0,2 1 0,-1 0 0,-2-2 0,1 0 0,3-2 0,6 4 0,5 0 0,4 0 0,3-1 0,3-2 0,0 0 0,1-2 0,0 0 0,0 4 0,0 1 0,-1 0 0,0-2 0,1-5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5:03:33.064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39060.68359"/>
      <inkml:brushProperty name="anchorY" value="-9742.62305"/>
      <inkml:brushProperty name="scaleFactor" value="0.5"/>
    </inkml:brush>
  </inkml:definitions>
  <inkml:trace contextRef="#ctx0" brushRef="#br0">0 1578 24575,'0'0'0,"0"-5"0,0-12 0,0-9 0,0-6 0,6-7 0,4-10 0,11-10 0,6 2 0,2 0 0,12-5 0,10-3 0,-5 5 0,-3-3 0,5 8 0,-3 12 0,-5 2 0,-3 11 0,1-1 0,-3 2 0,-1 1 0,-4 1 0,10 0 0,-2 6 0,5-5 0,-7-1 0,-3 5 0,-4 5 0,-7 1 0,3 3 0,-4 0 0,0 2 0,0 3 0,1 2 0,2 3 0,0 2 0,12 0 0,2 1 0,-1 1 0,-1-1 0,-3 1 0,8-1 0,4 1 0,-1-1 0,7 0 0,-3 0 0,-3 0 0,-1 0 0,2 0 0,-5 0 0,39 0 0,14 0 0,13 0 0,16 0 0,3 0 0,4 0 0,-3 0 0,-5 0 0,-10 0 0,-15 0 0,-9 0 0,-12 0 0,-10 0 0,-11 0 0,-11 0 0,-7 0 0,-7 0 0,-2 0 0,-3 0 0,4 0 0,1 0 0,0 0 0,5 0 0,0 0 0,9-5 0,-1-1 0,-2 1 0,7-5 0,-3 1 0,-4-9 0,-3 1 0,-5-2 0,8 2 0,-2-1 0,-2 3 0,-2-1 0,-3-2 0,-2 3 0,-2 4 0,4-2 0,0-3 0,0-8 0,-2 2 0,-1 4 0,-6-1 0,-6-1 0,-7-1 0,-4-2 0,-3-1 0,-3-1 0,-1-2 0,-5 6 0,-6 5 0,0 10 0,-4 11 0,-8 8 0,2 7 0,4 5 0,4 2 0,5 6 0,4 1 0,8-1 0,7 0 0,1-3 0,5-1 0,4 10 0,2-2 0,13 1 0,2-3 0,-5-2 0,-2 2 0,-2-6 0,-7-2 0,0-6 0,-1-7 0,7-5 0,1 0 0,1-2 0,1 4 0,-1-2 0,10-2 0,-1 3 0,0-1 0,-2-2 0,-3-1 0,3-3 0,3-1 0,-1-2 0,4 6 0,-3 0 0,3-1 0,2-1 0,-2 10 0,28-2 0,14 0 0,23-3 0,13 3 0,5-3 0,0-2 0,-19-2 0,-17-2 0,-8-1 0,-6-1 0,-13-1 0,0-1 0,-10 1 0,-1-1 0,-8 1 0,-4 0 0,-6 0 0,2 0 0,-2 0 0,-2 0 0,-1 0 0,-1 0 0,-2 0 0,0 0 0,5 0 0,0 0 0,-1 0 0,0 0 0,-2 0 0,-1 0 0,0 0 0,9 0 0,1 0 0,-1 0 0,9 0 0,3 0 0,-3 0 0,8 0 0,0 0 0,12 0 0,5 0 0,11 0 0,4 0 0,-5 0 0,0 0 0,71 0 0,9 0 0,25 0 0,-18 0 0,-8 0 0,-5 0 0,-25 0 0,-16 0 0,-21 0 0,-10 0 0,-18 0 0,-14 0 0,-11 0 0,-7 0 0,0 0 0,-3 0 0,-1 0 0,-1 0 0,-1 0 0,11 0 0,15 0 0,16 0 0,26 0 0,10 0 0,18 0 0,-2 0 0,-1 0 0,-3 0 0,1 0 0,-2 0 0,-8 0 0,-14 0 0,-1 0 0,-7 0 0,-8 0 0,-8 0 0,-1 0 0,-5 0 0,-4 0 0,-8 0 0,3 0 0,-7 0 0,-5 0 0,-6 0 0,1 0 0,2 0 0,-2 0 0,-2 0 0,-3 0 0,14 0 0,-2 0 0,4 0 0,-4 0 0,1 0 0,-4 0 0,-4 0 0,-4 0 0,-3 0 0,-2 0 0,-3 0 0,6 0 0,-1 0 0,0 0 0,-1 0 0,-1 0 0,10 0 0,5 0 0,-1 0 0,14 0 0,12 0 0,8 0 0,-1 0 0,18 0 0,-4 0 0,-11 0 0,-13 0 0,-14 0 0,-11 0 0,-8 0 0,-5 0 0,2 0 0,-1 0 0,16 0 0,16 0 0,5 0 0,-4 0 0,-1 0 0,-8 0 0,-9 0 0,-6 0 0,-6 0 0,-3 5 0,-3 0 0,5 1 0,-1-2 0,1 5 0,-1-2 0,-1 0 0,-2-2 0,1-1 0,9-2 0,1-1 0,-1-1 0,-2 0 0,-2 0 0,2 5 0,-1 0 0,-1 0 0,-2-1 0,-2-1 0,5-1 0,9 9 0,0 1 0,3-2 0,-2-1 0,-4-3 0,-4-2 0,-4-2 0,-2-1 0,-3-1 0,0-1 0,4 1 0,0 0 0,0-1 0,-1 6 0,0 1 0,-2 0 0,-1 4 0,5-2 0,0 0 0,0-3 0,-1-1 0,-2-2 0,0 4 0,-2 0 0,-5 4 0,4 5 0,0-1 0,2 8 0,-6 3 0,0 2 0,0 1 0,-5 1 0,-4-1 0,-5-1 0,-3 6 0,-3 0 0,-2-1 0,0-1 0,-1-1 0,0-2 0,0 0 0,1 4 0,0 0 0,-1-1 0,1 0 0,0-2 0,0 0 0,0-2 0,5 5 0,6-5 0,11-7 0,-1-5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98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it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hyperlink" Target="https://learning.oreilly.com/library/view/hands-on-large-language/9781098150952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7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400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YfTlJoD7xUCxQtQgL44L1irwcGB-iyWn?usp=sharing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customXml" Target="../ink/ink3.xml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customXml" Target="../ink/ink6.xml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customXml" Target="../ink/ink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customXml" Target="../ink/ink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customXml" Target="../ink/ink9.xml"/><Relationship Id="rId7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customXml" Target="../ink/ink10.xml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ix" TargetMode="External"/><Relationship Id="rId2" Type="http://schemas.openxmlformats.org/officeDocument/2006/relationships/hyperlink" Target="https://www.kaggle.com/datasets/shivamb/netflix-show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10/01/2025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dirty="0"/>
              <a:t>Reminder, Assignment 2 is due this </a:t>
            </a:r>
            <a:r>
              <a:rPr lang="en-US" sz="3000" b="1" dirty="0">
                <a:highlight>
                  <a:srgbClr val="FFFF00"/>
                </a:highlight>
              </a:rPr>
              <a:t>Friday, Oct 3</a:t>
            </a:r>
            <a:r>
              <a:rPr lang="en-US" sz="3000" b="1" baseline="30000" dirty="0">
                <a:highlight>
                  <a:srgbClr val="FFFF00"/>
                </a:highlight>
              </a:rPr>
              <a:t>rd</a:t>
            </a:r>
            <a:r>
              <a:rPr lang="en-US" sz="3000" b="1" dirty="0">
                <a:highlight>
                  <a:srgbClr val="FFFF00"/>
                </a:highlight>
              </a:rPr>
              <a:t>, at 11:59 pm</a:t>
            </a:r>
            <a:r>
              <a:rPr lang="en-US" sz="3000" dirty="0"/>
              <a:t>.</a:t>
            </a:r>
          </a:p>
          <a:p>
            <a:endParaRPr lang="en-US" sz="3000" dirty="0"/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Project Presentation Details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Kahoot</a:t>
            </a: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Hands-on Exercise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Cluster visual analytics – Unstructured Data</a:t>
            </a:r>
          </a:p>
          <a:p>
            <a:r>
              <a:rPr lang="en-US" sz="3000" dirty="0"/>
              <a:t>4. Assignment 2 working session</a:t>
            </a:r>
          </a:p>
          <a:p>
            <a:pPr marL="342900" indent="-342900">
              <a:buFont typeface="+mj-lt"/>
              <a:buAutoNum type="arabicPeriod"/>
            </a:pPr>
            <a:endParaRPr lang="en-US" sz="2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1DC749-87F3-14DB-B45C-3F1CB41AE7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6 teams for each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9CE58-CDA9-DEFF-FD65-C6A98F4C7B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Each team will have 15 minutes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5 minutes for context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5 minutes “Killer figure” &amp; pitch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5 minutes Q&amp;A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The rest of the class will act as the CTO and ask questions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You will vote for one project you would like to fund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Bonus points: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The team that got the most votes from the class will get 5% bonus on their project grade.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One vote per person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/>
              <a:t>You cannot vote for your own team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3% bonus points for creative/ fun/ coordinated team outfits (i.e., matching bow ties? Ya!)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658469-3B18-D7A9-0E23-625B5E09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Presentation – Next Week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CF98C-C4D3-9692-4047-6FC11422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0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 dirty="0"/>
              <a:t>Special Graph “Show and tell” – Last chance!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7C3462-72CF-1989-9C42-D34D0CC1E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454099-DF82-7DD5-269B-5A61AF65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Game on… Final round!!!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39742-6D25-BE28-9B60-B8005276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FC16C-F108-0BD0-9F4B-2BFEABEE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7" y="1433705"/>
            <a:ext cx="2385063" cy="761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672EFE-27DB-8042-E2E6-5202B9C7F066}"/>
              </a:ext>
            </a:extLst>
          </p:cNvPr>
          <p:cNvSpPr txBox="1"/>
          <p:nvPr/>
        </p:nvSpPr>
        <p:spPr>
          <a:xfrm>
            <a:off x="925065" y="2441448"/>
            <a:ext cx="7697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Go to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https://kahoot.it/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 open the Kahoot mobile app and tap </a:t>
            </a:r>
            <a:r>
              <a:rPr lang="en-US" b="1" dirty="0"/>
              <a:t>Join</a:t>
            </a:r>
          </a:p>
          <a:p>
            <a:pPr marL="342900" indent="-342900">
              <a:buAutoNum type="arabicPeriod"/>
            </a:pPr>
            <a:r>
              <a:rPr lang="en-US" b="1" dirty="0"/>
              <a:t>Enter </a:t>
            </a:r>
            <a:r>
              <a:rPr lang="en-US" dirty="0"/>
              <a:t>the game </a:t>
            </a:r>
            <a:r>
              <a:rPr lang="en-US" b="1" dirty="0"/>
              <a:t>PIN</a:t>
            </a:r>
          </a:p>
          <a:p>
            <a:pPr marL="342900" indent="-342900">
              <a:buAutoNum type="arabicPeriod"/>
            </a:pPr>
            <a:r>
              <a:rPr lang="en-US" b="1" dirty="0"/>
              <a:t>Enter your name and join</a:t>
            </a:r>
          </a:p>
          <a:p>
            <a:pPr marL="342900" indent="-342900">
              <a:buAutoNum type="arabicPeriod"/>
            </a:pPr>
            <a:endParaRPr lang="en-US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34710E-D457-8B2C-B167-C339A3E34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06" y="2976745"/>
            <a:ext cx="7009654" cy="3378527"/>
          </a:xfrm>
          <a:prstGeom prst="rect">
            <a:avLst/>
          </a:prstGeom>
        </p:spPr>
      </p:pic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327A2D94-12E3-F209-8E37-110191E59699}"/>
              </a:ext>
            </a:extLst>
          </p:cNvPr>
          <p:cNvSpPr/>
          <p:nvPr/>
        </p:nvSpPr>
        <p:spPr>
          <a:xfrm>
            <a:off x="6003614" y="438486"/>
            <a:ext cx="5986062" cy="1702676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ysClr val="windowText" lastClr="000000"/>
                </a:solidFill>
              </a:rPr>
              <a:t>Winner takes all!</a:t>
            </a:r>
          </a:p>
        </p:txBody>
      </p:sp>
    </p:spTree>
    <p:extLst>
      <p:ext uri="{BB962C8B-B14F-4D97-AF65-F5344CB8AC3E}">
        <p14:creationId xmlns:p14="http://schemas.microsoft.com/office/powerpoint/2010/main" val="279692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9F92-DFA6-E224-38E7-01E7A435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4A15-4B28-2D92-8004-F9A4E644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Hands-on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90D70-22F3-C13E-1F70-D9828A94ED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Clusters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BD7E4-67A1-05F3-643F-0831E256D2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5B33B-797E-C92B-BD11-77DF58C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E4AAEA-EB64-A933-23C9-EBA537ED2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AEE73E-FF97-4238-AA27-E7EA45081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59" y="1430029"/>
            <a:ext cx="7995882" cy="39979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33D1BEB-30B1-14EB-739D-353BA8E1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Turning unstructured to structured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F3928-DD2E-D5E7-30EC-93A842B5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110+ Caveman Computer Technology Laptop Stock Photos ...">
            <a:extLst>
              <a:ext uri="{FF2B5EF4-FFF2-40B4-BE49-F238E27FC236}">
                <a16:creationId xmlns:a16="http://schemas.microsoft.com/office/drawing/2014/main" id="{5255646A-FD1E-64E7-3E65-98700A565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059" y="1889337"/>
            <a:ext cx="4022599" cy="345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33783580-6C57-7F3A-0D45-863AC16D0C21}"/>
              </a:ext>
            </a:extLst>
          </p:cNvPr>
          <p:cNvSpPr/>
          <p:nvPr/>
        </p:nvSpPr>
        <p:spPr>
          <a:xfrm>
            <a:off x="5935162" y="1145884"/>
            <a:ext cx="4297680" cy="1486907"/>
          </a:xfrm>
          <a:prstGeom prst="cloudCallout">
            <a:avLst>
              <a:gd name="adj1" fmla="val -49556"/>
              <a:gd name="adj2" fmla="val 8832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OK, but HOW?</a:t>
            </a:r>
          </a:p>
        </p:txBody>
      </p:sp>
    </p:spTree>
    <p:extLst>
      <p:ext uri="{BB962C8B-B14F-4D97-AF65-F5344CB8AC3E}">
        <p14:creationId xmlns:p14="http://schemas.microsoft.com/office/powerpoint/2010/main" val="213720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oes on stairs">
            <a:extLst>
              <a:ext uri="{FF2B5EF4-FFF2-40B4-BE49-F238E27FC236}">
                <a16:creationId xmlns:a16="http://schemas.microsoft.com/office/drawing/2014/main" id="{B33065A5-69C1-0B09-8ACE-A4AC2028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4" r="1" b="33154"/>
          <a:stretch>
            <a:fillRect/>
          </a:stretch>
        </p:blipFill>
        <p:spPr>
          <a:xfrm>
            <a:off x="468086" y="1543324"/>
            <a:ext cx="1126671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573D1D-004C-0892-F657-4BAEAAA4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 dirty="0"/>
              <a:t>A simple two-step process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2D1877-50FF-1A31-0117-00D96209A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Tokenization and Vectorization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66F4D-01A6-D770-F1DD-881E04E304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39F97C8-C236-B110-DBB3-67BBB2ED3899}"/>
              </a:ext>
            </a:extLst>
          </p:cNvPr>
          <p:cNvGraphicFramePr/>
          <p:nvPr/>
        </p:nvGraphicFramePr>
        <p:xfrm>
          <a:off x="640081" y="1602194"/>
          <a:ext cx="5916168" cy="4336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4EEB0F2-3EA1-26F2-A066-9A687AB055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4018" y="2011680"/>
            <a:ext cx="4957901" cy="31089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67CFA1-A933-531E-B454-400869C89653}"/>
              </a:ext>
            </a:extLst>
          </p:cNvPr>
          <p:cNvSpPr txBox="1"/>
          <p:nvPr/>
        </p:nvSpPr>
        <p:spPr>
          <a:xfrm>
            <a:off x="4190238" y="622130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9"/>
              </a:rPr>
              <a:t>Hands-On Large Language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6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hite alphabet letters placed flat and stacked">
            <a:extLst>
              <a:ext uri="{FF2B5EF4-FFF2-40B4-BE49-F238E27FC236}">
                <a16:creationId xmlns:a16="http://schemas.microsoft.com/office/drawing/2014/main" id="{FA34E38E-5E0E-C642-15A2-EE3ED142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099" r="1" b="5668"/>
          <a:stretch>
            <a:fillRect/>
          </a:stretch>
        </p:blipFill>
        <p:spPr>
          <a:xfrm>
            <a:off x="468086" y="1543324"/>
            <a:ext cx="11266714" cy="4454706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3453E3-953C-19DA-19AD-1FC4C4C7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Tokenization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B4115-8FBE-5DEC-B256-5A7A61FD09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 dirty="0"/>
              <a:t>Paragraphs, sentences, and words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06D1A-4659-7878-7C87-AA53A6CE66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A2422-F102-3A7F-8489-33B32FD1339F}"/>
              </a:ext>
            </a:extLst>
          </p:cNvPr>
          <p:cNvSpPr txBox="1"/>
          <p:nvPr/>
        </p:nvSpPr>
        <p:spPr>
          <a:xfrm>
            <a:off x="3925062" y="62062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 it yourself: </a:t>
            </a:r>
            <a:r>
              <a:rPr lang="en-US" dirty="0">
                <a:hlinkClick r:id="rId3"/>
              </a:rPr>
              <a:t>https://platform.openai.com/tokenizer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3287A-DF0E-84DD-4B60-23F5E39EB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1275511"/>
            <a:ext cx="5768122" cy="4760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9482F2-500E-868E-6F7D-4D44E5B44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55636"/>
            <a:ext cx="5455311" cy="23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F1148F-9438-0EEB-034A-274FE1DE3A1A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962808" y="1320051"/>
            <a:ext cx="6089628" cy="462887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FE5CBBF-96A6-BDFB-9CA2-FA4AABEB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Tokens come in all different shapes and sizes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15123-3A7B-083A-A2B5-B7AABB84DB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Sentence, word, </a:t>
            </a:r>
            <a:r>
              <a:rPr lang="en-US" dirty="0" err="1"/>
              <a:t>subword</a:t>
            </a:r>
            <a:r>
              <a:rPr lang="en-US" dirty="0"/>
              <a:t>, character…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52D99-6904-63A8-FBEC-4529C7EF70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6C977-97F7-DACA-A906-FDDF08A0A4EB}"/>
              </a:ext>
            </a:extLst>
          </p:cNvPr>
          <p:cNvSpPr txBox="1"/>
          <p:nvPr/>
        </p:nvSpPr>
        <p:spPr>
          <a:xfrm>
            <a:off x="6943726" y="1583805"/>
            <a:ext cx="4533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Basically, the tokenization step assigns a unique ID to each token (chunk of word(s))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1EC48-B998-E4C5-CBD9-0A8096DFD6E6}"/>
              </a:ext>
            </a:extLst>
          </p:cNvPr>
          <p:cNvSpPr txBox="1"/>
          <p:nvPr/>
        </p:nvSpPr>
        <p:spPr>
          <a:xfrm>
            <a:off x="6943726" y="3183459"/>
            <a:ext cx="4876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Different tokenizers handle various kinds of tokens differently, for example:</a:t>
            </a:r>
            <a:br>
              <a:rPr lang="en-US" sz="2400" dirty="0"/>
            </a:br>
            <a:r>
              <a:rPr lang="en-US" sz="2400" dirty="0"/>
              <a:t>1. Capitalization</a:t>
            </a:r>
          </a:p>
          <a:p>
            <a:r>
              <a:rPr lang="en-US" sz="2400" dirty="0"/>
              <a:t>2. Emojis</a:t>
            </a:r>
          </a:p>
          <a:p>
            <a:r>
              <a:rPr lang="en-US" sz="2400" dirty="0"/>
              <a:t>3. Numbers and digits</a:t>
            </a:r>
          </a:p>
        </p:txBody>
      </p:sp>
    </p:spTree>
    <p:extLst>
      <p:ext uri="{BB962C8B-B14F-4D97-AF65-F5344CB8AC3E}">
        <p14:creationId xmlns:p14="http://schemas.microsoft.com/office/powerpoint/2010/main" val="48941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9921F6-5D78-F00C-AB4B-4A0F13655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Translating each token into a numerical representation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CCA2FC-84F7-DECE-9ED5-DADB752B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Detour: Embeddings and beyond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C468A-9D97-0835-829E-E546F96F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 descr="Apples and pomegranates">
            <a:extLst>
              <a:ext uri="{FF2B5EF4-FFF2-40B4-BE49-F238E27FC236}">
                <a16:creationId xmlns:a16="http://schemas.microsoft.com/office/drawing/2014/main" id="{01324ACF-8488-A7E5-A574-3E429A47BB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396" y="2870817"/>
            <a:ext cx="5585324" cy="347346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79A4F2-8B0F-BE95-E1BD-869331EC0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86" y="1477385"/>
            <a:ext cx="8390804" cy="446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500E81-59A6-0B69-C830-D11121F1F6F9}"/>
              </a:ext>
            </a:extLst>
          </p:cNvPr>
          <p:cNvSpPr txBox="1"/>
          <p:nvPr/>
        </p:nvSpPr>
        <p:spPr>
          <a:xfrm>
            <a:off x="8858889" y="513723"/>
            <a:ext cx="3075935" cy="1211818"/>
          </a:xfrm>
          <a:prstGeom prst="wedgeEllipseCallout">
            <a:avLst>
              <a:gd name="adj1" fmla="val -51320"/>
              <a:gd name="adj2" fmla="val 7348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2500" dirty="0"/>
              <a:t>What if we add </a:t>
            </a:r>
            <a:r>
              <a:rPr lang="en-CA" sz="2500" b="1" dirty="0"/>
              <a:t>“Orange”</a:t>
            </a:r>
            <a:r>
              <a:rPr lang="en-CA" sz="2500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568F45-12B3-56B1-3828-A7E5B544995C}"/>
                  </a:ext>
                </a:extLst>
              </p14:cNvPr>
              <p14:cNvContentPartPr/>
              <p14:nvPr/>
            </p14:nvContentPartPr>
            <p14:xfrm>
              <a:off x="6043824" y="2075256"/>
              <a:ext cx="2451240" cy="92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568F45-12B3-56B1-3828-A7E5B54499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9824" y="1967256"/>
                <a:ext cx="25588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69DDE8-C604-9EA3-A758-3209126626E6}"/>
                  </a:ext>
                </a:extLst>
              </p14:cNvPr>
              <p14:cNvContentPartPr/>
              <p14:nvPr/>
            </p14:nvContentPartPr>
            <p14:xfrm>
              <a:off x="3327984" y="2906496"/>
              <a:ext cx="349920" cy="387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69DDE8-C604-9EA3-A758-3209126626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4344" y="2798856"/>
                <a:ext cx="457560" cy="6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254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trips of candy">
            <a:extLst>
              <a:ext uri="{FF2B5EF4-FFF2-40B4-BE49-F238E27FC236}">
                <a16:creationId xmlns:a16="http://schemas.microsoft.com/office/drawing/2014/main" id="{B0BF26E3-721F-9DC2-9A06-2AB7D834F9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4" r="1" b="23545"/>
          <a:stretch>
            <a:fillRect/>
          </a:stretch>
        </p:blipFill>
        <p:spPr>
          <a:xfrm>
            <a:off x="468086" y="1543324"/>
            <a:ext cx="1126671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7885EF-A723-BF81-8538-D660F911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CA" sz="3400"/>
              <a:t>Where would you put the “Cow”?</a:t>
            </a:r>
            <a:endParaRPr lang="en-US" sz="340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26D71AC-259D-44C2-F7B8-4D075212D5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A, B or C?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E43FE-0F3D-227B-9D0E-89217DBECC1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D29EE1B-7996-F76A-C12E-B608E0540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433" y="1027966"/>
            <a:ext cx="5300691" cy="474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8C21DC-8550-51BF-5A3A-1B913565B65E}"/>
              </a:ext>
            </a:extLst>
          </p:cNvPr>
          <p:cNvSpPr txBox="1"/>
          <p:nvPr/>
        </p:nvSpPr>
        <p:spPr>
          <a:xfrm>
            <a:off x="5986434" y="5859546"/>
            <a:ext cx="5891242" cy="8617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2500" b="1" dirty="0"/>
              <a:t>Age of the animals (x-axis):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sz="2500" dirty="0"/>
              <a:t>A puppy to a calf is like a dog to a cow.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284C2-7398-8B35-A63F-EDDA0C27FD8D}"/>
              </a:ext>
            </a:extLst>
          </p:cNvPr>
          <p:cNvSpPr txBox="1"/>
          <p:nvPr/>
        </p:nvSpPr>
        <p:spPr>
          <a:xfrm>
            <a:off x="2705102" y="3912851"/>
            <a:ext cx="3095623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CA" sz="2500" b="1" dirty="0"/>
              <a:t>Species of the animals (y-axis):</a:t>
            </a:r>
          </a:p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CA" sz="2500" dirty="0"/>
              <a:t>A puppy to a dog is like a calf to a cow.</a:t>
            </a:r>
          </a:p>
        </p:txBody>
      </p:sp>
    </p:spTree>
    <p:extLst>
      <p:ext uri="{BB962C8B-B14F-4D97-AF65-F5344CB8AC3E}">
        <p14:creationId xmlns:p14="http://schemas.microsoft.com/office/powerpoint/2010/main" val="43715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94C814-28CB-B76C-84AC-2790C8B7F5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clustering?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65CB7F-E50A-FE9F-23B0-3EFF9A01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 Analytics: Unsupervised ML on Structured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90023-9632-CA38-89CB-CCEAD87F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7D0D6F4-7D25-7674-1052-DA6B5C2EAFFE}"/>
              </a:ext>
            </a:extLst>
          </p:cNvPr>
          <p:cNvGraphicFramePr/>
          <p:nvPr/>
        </p:nvGraphicFramePr>
        <p:xfrm>
          <a:off x="793750" y="1778000"/>
          <a:ext cx="10452100" cy="387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351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97FD54-7D83-5DDA-2FC7-2C8D35EE09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Intra-cluster distance vs. Inter-cluster distance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EC85DA-AA5F-7997-DF2A-2CEB50F3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technicalities on Distance Measure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55523-50EA-B4C2-E85D-4B9F6DB2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EB001-963B-77A0-EE9B-34D5FDFDD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08" y="1543323"/>
            <a:ext cx="4971903" cy="4360386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AB312B7-C362-AF64-9088-DD54BF234471}"/>
              </a:ext>
            </a:extLst>
          </p:cNvPr>
          <p:cNvGraphicFramePr/>
          <p:nvPr/>
        </p:nvGraphicFramePr>
        <p:xfrm>
          <a:off x="5794625" y="1736333"/>
          <a:ext cx="6072027" cy="4919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2949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4C67-3EE3-F5F5-B35D-82DADFA5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787E92-A81E-7B7D-4C72-D6F3B7C74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Intra-cluster distance vs. Inter-cluster distance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8BCD7D-8253-F264-C089-1662127B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technicalities on Distance Measure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6F085-28E4-DADA-FACB-588D876C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B0A45-2D57-C4A9-2F19-485AAF32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65" y="1543323"/>
            <a:ext cx="4971903" cy="4360386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05C31F2-24CF-79AB-530C-C780BAD275F7}"/>
              </a:ext>
            </a:extLst>
          </p:cNvPr>
          <p:cNvGraphicFramePr/>
          <p:nvPr/>
        </p:nvGraphicFramePr>
        <p:xfrm>
          <a:off x="5393934" y="1543323"/>
          <a:ext cx="6616556" cy="5112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2983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75F220-3CCA-962D-7651-3857142EEF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Within-Cluster Sum of Squares (WCSS) or inertia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4840BE-5DBB-9B6C-13E9-9ADE3809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Determine how many clusters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135E7-3FDA-018D-785D-A821AA06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4148E-0974-9CD2-6D2A-FB3FA113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3323"/>
            <a:ext cx="3503850" cy="225483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A019DBB-7311-D8D7-F06C-3AAAE3769FF2}"/>
              </a:ext>
            </a:extLst>
          </p:cNvPr>
          <p:cNvGraphicFramePr/>
          <p:nvPr/>
        </p:nvGraphicFramePr>
        <p:xfrm>
          <a:off x="4145622" y="1369508"/>
          <a:ext cx="7834045" cy="5286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9341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A280-CDE1-3ADE-6398-67902C07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387016-4D6D-C147-41A4-A15F4F5F2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53BF0-13DF-3AA3-D3EC-A65C2D05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Demo – Clustering on Unstructured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AD4CB-8A56-8902-E3AA-0579BEF1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Picture 2" descr="What is Google Colab?. Introduction to Google Colab. | by Hrishikesh Mane |  Medium">
            <a:extLst>
              <a:ext uri="{FF2B5EF4-FFF2-40B4-BE49-F238E27FC236}">
                <a16:creationId xmlns:a16="http://schemas.microsoft.com/office/drawing/2014/main" id="{BF3AA156-C3AF-5757-58DF-0517F10E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531" y="1382815"/>
            <a:ext cx="6763699" cy="298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F4CECD-DD43-BECE-6720-6EBE70897A5A}"/>
              </a:ext>
            </a:extLst>
          </p:cNvPr>
          <p:cNvSpPr txBox="1"/>
          <p:nvPr/>
        </p:nvSpPr>
        <p:spPr>
          <a:xfrm>
            <a:off x="1186174" y="4128579"/>
            <a:ext cx="9875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https://colab.research.google.com/drive/1YfTlJoD7xUCxQtQgL44L1irwcGB-iyWn?usp=sharing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564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66D434-1D16-3C8C-4ACB-9CA7A64B52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FC40E3-9768-1D74-9F3E-8B5A77AD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First, save a copy and rename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335AF-C130-C8B5-040A-1572509A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9CF3D-4BFB-17CB-757F-92C9FE7E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36" y="1541091"/>
            <a:ext cx="3325373" cy="45283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48C24F-EB68-4982-2A35-BE2F7042CF5E}"/>
                  </a:ext>
                </a:extLst>
              </p14:cNvPr>
              <p14:cNvContentPartPr/>
              <p14:nvPr/>
            </p14:nvContentPartPr>
            <p14:xfrm>
              <a:off x="1474150" y="4311633"/>
              <a:ext cx="1434960" cy="71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48C24F-EB68-4982-2A35-BE2F7042CF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150" y="4275633"/>
                <a:ext cx="1506600" cy="14292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59EB0F9-65FB-D3D0-12A2-115A4CA60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604" y="2632219"/>
            <a:ext cx="4363059" cy="1448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03A7D6-80FE-9E7C-3EDE-9561BFB0B858}"/>
              </a:ext>
            </a:extLst>
          </p:cNvPr>
          <p:cNvSpPr txBox="1"/>
          <p:nvPr/>
        </p:nvSpPr>
        <p:spPr>
          <a:xfrm>
            <a:off x="4934607" y="1755976"/>
            <a:ext cx="413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you click “Save a copy in Drive”</a:t>
            </a:r>
          </a:p>
          <a:p>
            <a:r>
              <a:rPr lang="en-US" dirty="0"/>
              <a:t>A new window will open with “Copy of…”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A6883B-4091-C0E0-6464-A3C2B608075D}"/>
                  </a:ext>
                </a:extLst>
              </p14:cNvPr>
              <p14:cNvContentPartPr/>
              <p14:nvPr/>
            </p14:nvContentPartPr>
            <p14:xfrm>
              <a:off x="4020070" y="2372313"/>
              <a:ext cx="1734480" cy="1348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A6883B-4091-C0E0-6464-A3C2B60807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84070" y="2336313"/>
                <a:ext cx="1806120" cy="141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05AF9AB-82B4-911A-B68E-1977D5418188}"/>
              </a:ext>
            </a:extLst>
          </p:cNvPr>
          <p:cNvGrpSpPr/>
          <p:nvPr/>
        </p:nvGrpSpPr>
        <p:grpSpPr>
          <a:xfrm>
            <a:off x="6918070" y="2491113"/>
            <a:ext cx="353160" cy="432720"/>
            <a:chOff x="6918070" y="2491113"/>
            <a:chExt cx="353160" cy="4327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C0C2B3-65B9-FCC4-4343-88E5D9B695B0}"/>
                    </a:ext>
                  </a:extLst>
                </p14:cNvPr>
                <p14:cNvContentPartPr/>
                <p14:nvPr/>
              </p14:nvContentPartPr>
              <p14:xfrm>
                <a:off x="6944710" y="2491113"/>
                <a:ext cx="253440" cy="307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C0C2B3-65B9-FCC4-4343-88E5D9B695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08710" y="2455113"/>
                  <a:ext cx="3250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6802474-8713-E27C-192B-43458B6DF717}"/>
                    </a:ext>
                  </a:extLst>
                </p14:cNvPr>
                <p14:cNvContentPartPr/>
                <p14:nvPr/>
              </p14:nvContentPartPr>
              <p14:xfrm>
                <a:off x="6918070" y="2640513"/>
                <a:ext cx="353160" cy="283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6802474-8713-E27C-192B-43458B6DF7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82070" y="2604873"/>
                  <a:ext cx="424800" cy="354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30261A6-68DE-7B08-2B4A-50DF7EEF8850}"/>
              </a:ext>
            </a:extLst>
          </p:cNvPr>
          <p:cNvSpPr txBox="1"/>
          <p:nvPr/>
        </p:nvSpPr>
        <p:spPr>
          <a:xfrm>
            <a:off x="6637283" y="4311633"/>
            <a:ext cx="450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you can rename your notebook</a:t>
            </a:r>
          </a:p>
        </p:txBody>
      </p:sp>
    </p:spTree>
    <p:extLst>
      <p:ext uri="{BB962C8B-B14F-4D97-AF65-F5344CB8AC3E}">
        <p14:creationId xmlns:p14="http://schemas.microsoft.com/office/powerpoint/2010/main" val="3119763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1536A6-9C8E-1D08-8C0C-B750933FED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Easy as 1, 2, and 3…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B1009E-8238-6B7C-11C6-1B26ADB6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Here’s the roadmap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BC849-0596-A7CE-9D8D-C65885F4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7A07DCF-DD17-6EB3-2459-CA549542E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2360353"/>
              </p:ext>
            </p:extLst>
          </p:nvPr>
        </p:nvGraphicFramePr>
        <p:xfrm>
          <a:off x="2032000" y="1615966"/>
          <a:ext cx="8128000" cy="452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107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293AF6-B04B-0B07-B442-352EEE1666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Extract topics from “title” using LDA (latent Dirichlet allocation)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1BCB3E-80F2-BB18-E285-8365E27A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Topic Modeling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487EB-7A5D-5FCD-5E13-BDFD5E14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53188-3D99-9386-D904-5F1778D2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1" y="3549474"/>
            <a:ext cx="4591050" cy="29235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43836-476F-CE40-506E-CED9F8233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139" y="1397458"/>
            <a:ext cx="3411728" cy="2673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2EE2C6-3C6F-C7DC-6BFE-B838ED923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1685682"/>
            <a:ext cx="5896798" cy="17433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8833E70-FE10-A343-F634-7C3A9B21F57B}"/>
              </a:ext>
            </a:extLst>
          </p:cNvPr>
          <p:cNvGrpSpPr/>
          <p:nvPr/>
        </p:nvGrpSpPr>
        <p:grpSpPr>
          <a:xfrm>
            <a:off x="6572445" y="2295555"/>
            <a:ext cx="1098720" cy="535680"/>
            <a:chOff x="6572445" y="2295555"/>
            <a:chExt cx="1098720" cy="5356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1E6CA7-1F15-D688-ACE2-437AAA8890C4}"/>
                    </a:ext>
                  </a:extLst>
                </p14:cNvPr>
                <p14:cNvContentPartPr/>
                <p14:nvPr/>
              </p14:nvContentPartPr>
              <p14:xfrm>
                <a:off x="6572445" y="2523075"/>
                <a:ext cx="964080" cy="68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1E6CA7-1F15-D688-ACE2-437AAA8890C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36445" y="2487435"/>
                  <a:ext cx="1035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AF89E0-28B5-1AD3-1417-21368C61D04A}"/>
                    </a:ext>
                  </a:extLst>
                </p14:cNvPr>
                <p14:cNvContentPartPr/>
                <p14:nvPr/>
              </p14:nvContentPartPr>
              <p14:xfrm>
                <a:off x="7363005" y="2295555"/>
                <a:ext cx="308160" cy="535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AF89E0-28B5-1AD3-1417-21368C61D0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27005" y="2259915"/>
                  <a:ext cx="379800" cy="607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EC810E-63B4-8C16-DC57-F603FB84D332}"/>
              </a:ext>
            </a:extLst>
          </p:cNvPr>
          <p:cNvSpPr txBox="1"/>
          <p:nvPr/>
        </p:nvSpPr>
        <p:spPr>
          <a:xfrm>
            <a:off x="8053388" y="4138990"/>
            <a:ext cx="258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 common topics extracted from “title”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C77E7-419A-55F1-39F9-0C70DF483B44}"/>
              </a:ext>
            </a:extLst>
          </p:cNvPr>
          <p:cNvSpPr txBox="1"/>
          <p:nvPr/>
        </p:nvSpPr>
        <p:spPr>
          <a:xfrm>
            <a:off x="457200" y="3657600"/>
            <a:ext cx="2505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information can we extract from “title”?</a:t>
            </a:r>
          </a:p>
        </p:txBody>
      </p:sp>
    </p:spTree>
    <p:extLst>
      <p:ext uri="{BB962C8B-B14F-4D97-AF65-F5344CB8AC3E}">
        <p14:creationId xmlns:p14="http://schemas.microsoft.com/office/powerpoint/2010/main" val="163895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3BC9A1-8392-93E8-B0AB-7E1531CC42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Select features to use for clustering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5738C7-9BDA-A009-CB33-88C4F4E0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Unsupervised Clustering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5BBFF-657C-242C-D933-25A98566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C1C79-FDF2-C699-07F4-65DB1C333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0" y="1543323"/>
            <a:ext cx="3610479" cy="366763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CCA7158-22D1-9D59-AC11-FA0C875EF14A}"/>
              </a:ext>
            </a:extLst>
          </p:cNvPr>
          <p:cNvGrpSpPr/>
          <p:nvPr/>
        </p:nvGrpSpPr>
        <p:grpSpPr>
          <a:xfrm>
            <a:off x="289526" y="5012783"/>
            <a:ext cx="357120" cy="360360"/>
            <a:chOff x="342900" y="4895355"/>
            <a:chExt cx="357120" cy="360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8F1C09-0E7B-6FF3-124D-631CB1603175}"/>
                    </a:ext>
                  </a:extLst>
                </p14:cNvPr>
                <p14:cNvContentPartPr/>
                <p14:nvPr/>
              </p14:nvContentPartPr>
              <p14:xfrm>
                <a:off x="342900" y="5058435"/>
                <a:ext cx="294120" cy="85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8F1C09-0E7B-6FF3-124D-631CB16031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6900" y="5022435"/>
                  <a:ext cx="365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5C8339-47AE-C1E3-3F36-D419608E5CFC}"/>
                    </a:ext>
                  </a:extLst>
                </p14:cNvPr>
                <p14:cNvContentPartPr/>
                <p14:nvPr/>
              </p14:nvContentPartPr>
              <p14:xfrm>
                <a:off x="381060" y="4895355"/>
                <a:ext cx="318960" cy="360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5C8339-47AE-C1E3-3F36-D419608E5CF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5060" y="4859715"/>
                  <a:ext cx="390600" cy="43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4E804E0-0214-06FD-F694-5919D6D9D614}"/>
              </a:ext>
            </a:extLst>
          </p:cNvPr>
          <p:cNvSpPr txBox="1"/>
          <p:nvPr/>
        </p:nvSpPr>
        <p:spPr>
          <a:xfrm>
            <a:off x="3505200" y="5192963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instead of only using the structured data (i.e., duration, bitrate, frame rate etc.), we can include topics extracted from titles to form our clusters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1EBA94-6181-71D9-79FB-FAF5C5D0D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215" y="2516120"/>
            <a:ext cx="6411220" cy="18862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E6CD10-122A-2432-A4D0-F12522EFF9B4}"/>
                  </a:ext>
                </a:extLst>
              </p14:cNvPr>
              <p14:cNvContentPartPr/>
              <p14:nvPr/>
            </p14:nvContentPartPr>
            <p14:xfrm>
              <a:off x="5076900" y="2032275"/>
              <a:ext cx="5440680" cy="621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4E6CD10-122A-2432-A4D0-F12522EFF9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40900" y="1996275"/>
                <a:ext cx="5512320" cy="6933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5F20C2F-849E-5B8A-F1ED-2F867C7552DF}"/>
              </a:ext>
            </a:extLst>
          </p:cNvPr>
          <p:cNvSpPr txBox="1"/>
          <p:nvPr/>
        </p:nvSpPr>
        <p:spPr>
          <a:xfrm>
            <a:off x="5238750" y="1320051"/>
            <a:ext cx="390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here are the ones I selected for my clustering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8D586-45FB-2DF1-623F-4926D0BFEA31}"/>
              </a:ext>
            </a:extLst>
          </p:cNvPr>
          <p:cNvSpPr/>
          <p:nvPr/>
        </p:nvSpPr>
        <p:spPr>
          <a:xfrm>
            <a:off x="10517581" y="2362200"/>
            <a:ext cx="970540" cy="2162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7607C6-031A-CE65-7521-21EF20E1AAC4}"/>
              </a:ext>
            </a:extLst>
          </p:cNvPr>
          <p:cNvSpPr txBox="1"/>
          <p:nvPr/>
        </p:nvSpPr>
        <p:spPr>
          <a:xfrm>
            <a:off x="9667875" y="4762500"/>
            <a:ext cx="1887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is the cluster assignment for each data point</a:t>
            </a:r>
          </a:p>
        </p:txBody>
      </p:sp>
    </p:spTree>
    <p:extLst>
      <p:ext uri="{BB962C8B-B14F-4D97-AF65-F5344CB8AC3E}">
        <p14:creationId xmlns:p14="http://schemas.microsoft.com/office/powerpoint/2010/main" val="64057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0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4E6534-A451-3216-C334-88B670D25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Distribution of categories within each cluster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95245C-A685-2065-5513-976D71A9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Visualize Cluster Assignments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3706A-9382-98DF-5798-9315A7F0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CBB3E-F6C7-486E-8477-65F9466E1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337491"/>
            <a:ext cx="7848600" cy="456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9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831DF-B632-A4E6-E4ED-FE8457F2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5C5E0D-7665-F8B3-452A-15263A4A76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Distribution of likes within each cluster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41418C-7AA0-D588-EFEF-CC83FD1E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Visualize Cluster Assignments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87364-D3DE-35C0-11C6-50C06E6C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0E0303-06B0-54C6-976F-9218F2AAC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8" y="1400175"/>
            <a:ext cx="7253288" cy="450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97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28419F-2CF9-92D1-E5E9-41417B2F0F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Duration, Views, and Topics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FC8679-D170-BACD-A5A9-30035F3A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Visualize Cluster Assignments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EEFA7-7E73-A831-5D64-F302F3D6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4C72CC-06FD-9F1D-52AC-C80468E26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1477813"/>
            <a:ext cx="4914900" cy="508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943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8D390B-DDD3-80B4-9674-A2E032601E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94F16-E309-D1FD-CF28-B2548AA6E7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dirty="0"/>
              <a:t>Your task is to:</a:t>
            </a:r>
          </a:p>
          <a:p>
            <a:pPr marL="342900" indent="-342900">
              <a:buAutoNum type="arabicPeriod"/>
            </a:pPr>
            <a:r>
              <a:rPr lang="en-US" dirty="0"/>
              <a:t>Find topics from “description”</a:t>
            </a:r>
          </a:p>
          <a:p>
            <a:pPr marL="342900" indent="-342900">
              <a:buAutoNum type="arabicPeriod"/>
            </a:pPr>
            <a:r>
              <a:rPr lang="en-US" dirty="0"/>
              <a:t>Select a subset of features you think are useful for finding similar videos to predict “likes” or “views” to form your clusters.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dirty="0"/>
              <a:t>Include topics extracted from “description” as one of your features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dirty="0"/>
              <a:t>Exclude “likes” and “views”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Visualize the clusters and try to see if there are any clear signals of key drivers for “likes” or “views”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5891E3-99AB-DB96-E090-31C0312C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let’s try this on “description”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8F9A6-314F-67A1-2F95-7F1C83ED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60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0C77-8405-91B9-4563-2FD38A41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EFB5-F4CB-6B04-AECE-4B51F0EB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6227-CE90-7C6B-219F-C5426CF65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Crafting and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CC5FD-9E45-2579-8A46-22D2F1576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9451C-4AA2-D144-D176-B7318880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60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BC46A3-7AE7-964C-828D-DF9765961D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https://www.kaggle.com/datasets/shivamb/netflix-shows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E1A514-E927-1A44-2F94-83CB0F7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7BF6F-B24C-6A46-7AE7-E3B867D6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CA20A-1010-ABA3-A469-42DD9FAA2B65}"/>
              </a:ext>
            </a:extLst>
          </p:cNvPr>
          <p:cNvSpPr txBox="1"/>
          <p:nvPr/>
        </p:nvSpPr>
        <p:spPr>
          <a:xfrm>
            <a:off x="655655" y="1692369"/>
            <a:ext cx="62978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0" dirty="0">
                <a:effectLst/>
              </a:rPr>
              <a:t>About this Dataset:</a:t>
            </a:r>
            <a:r>
              <a:rPr lang="en-US" sz="2500" b="0" dirty="0">
                <a:effectLst/>
              </a:rPr>
              <a:t> </a:t>
            </a:r>
            <a:r>
              <a:rPr lang="en-US" sz="2500" b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</a:t>
            </a:r>
            <a:r>
              <a:rPr lang="en-US" sz="2500" b="0" dirty="0">
                <a:effectLst/>
              </a:rPr>
              <a:t> is one of the most popular media and video streaming platforms. They have over 8000 movies or </a:t>
            </a:r>
            <a:r>
              <a:rPr lang="en-US" sz="2500" dirty="0"/>
              <a:t>TV shows available on their platform. As of mid-2021, they have over 200 million subscribers</a:t>
            </a:r>
            <a:r>
              <a:rPr lang="en-US" sz="2500" b="0" dirty="0">
                <a:effectLst/>
              </a:rPr>
              <a:t> globally. </a:t>
            </a:r>
          </a:p>
          <a:p>
            <a:r>
              <a:rPr lang="en-US" sz="2500" b="0" dirty="0">
                <a:effectLst/>
              </a:rPr>
              <a:t>This tabular dataset consists of listings of all the </a:t>
            </a:r>
            <a:r>
              <a:rPr lang="en-US" sz="2500" b="1" dirty="0">
                <a:effectLst/>
              </a:rPr>
              <a:t>movies and </a:t>
            </a:r>
            <a:r>
              <a:rPr lang="en-US" sz="2500" b="1" dirty="0"/>
              <a:t>TV shows </a:t>
            </a:r>
            <a:r>
              <a:rPr lang="en-US" sz="2500" dirty="0"/>
              <a:t>available on Netflix, along with details such as </a:t>
            </a:r>
            <a:r>
              <a:rPr lang="en-US" sz="2500" b="1" dirty="0">
                <a:effectLst/>
              </a:rPr>
              <a:t>cast, directors, ratings, release year, duration</a:t>
            </a:r>
            <a:r>
              <a:rPr lang="en-US" sz="2500" b="0" dirty="0">
                <a:effectLst/>
              </a:rPr>
              <a:t>, etc.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6C436-E558-E532-3EFE-9F929CD9E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27" y="1342808"/>
            <a:ext cx="4629757" cy="463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82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C644EF-C358-2125-FBB5-D1E446819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Counter the threat of GenAI-generated movies: a study of Rajiv Chilaka vs. Martin Scorsese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25190-606F-C381-ACD1-BFE539609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3200" dirty="0"/>
              <a:t>You have been hired by a cool animation startup in LA to draw insights from the works of </a:t>
            </a:r>
            <a:r>
              <a:rPr lang="en-US" sz="3200" b="1" dirty="0"/>
              <a:t>Rajiv Chilaka and Martin Scorsese </a:t>
            </a:r>
            <a:r>
              <a:rPr lang="en-US" sz="3200" dirty="0"/>
              <a:t>based on the data available in this dataset.</a:t>
            </a:r>
          </a:p>
          <a:p>
            <a:pPr algn="ctr"/>
            <a:r>
              <a:rPr lang="en-US" sz="3200" dirty="0"/>
              <a:t>You will then use these insights to recommend strategies for them to </a:t>
            </a:r>
            <a:r>
              <a:rPr lang="en-US" sz="3200" b="1" dirty="0"/>
              <a:t>counter the threat of GenAI-generated movies</a:t>
            </a:r>
            <a:r>
              <a:rPr lang="en-US" sz="32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EB7AF0-7A34-2E16-F4C3-4F4F3900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9CFDC-4830-521E-D755-29F6022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43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1A502F-E6CF-273F-4914-F46B876450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Highest number of directed movies in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E10E8-42AB-ACA2-160A-89CDD82804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Rajiv Chilaka is an Indian animation filmmaker known for his work on shows like “Chhota Bheem” and “</a:t>
            </a:r>
            <a:r>
              <a:rPr lang="en-US" sz="3000" dirty="0" err="1"/>
              <a:t>KikoRiki</a:t>
            </a:r>
            <a:r>
              <a:rPr lang="en-US" sz="3000" dirty="0"/>
              <a:t>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4D3039-0AAB-2112-B73E-53C3DB85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Rajiv Chilaka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9AF66-6499-C5AC-2AC1-1D46C4A2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450CF-C700-1A38-7175-76979C8C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43323"/>
            <a:ext cx="4304886" cy="43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54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2396-F2F5-103A-4F1A-119AC98A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894A7-B12B-4B6D-EAE0-CB3E71CE9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 know… the guy who directed Goodfellas, The Departed, The Irishman,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482D-21E2-23DD-8827-98509EB9C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Martin Scorsese is an American film director known for his gritty, intense films like “Goodfellas”, “The Departed”, and “The Irishman”.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CB2D3B-8A47-B96A-4183-CE6F9F3B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Martin Scorsese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951A6-030D-BFAB-FE83-ED0789A3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26" name="Picture 2" descr="Best Martin Scorsese Films &amp; Movies, Ranked">
            <a:extLst>
              <a:ext uri="{FF2B5EF4-FFF2-40B4-BE49-F238E27FC236}">
                <a16:creationId xmlns:a16="http://schemas.microsoft.com/office/drawing/2014/main" id="{120BA329-BC01-79C6-8A26-A0A6441B4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" r="60057"/>
          <a:stretch>
            <a:fillRect/>
          </a:stretch>
        </p:blipFill>
        <p:spPr bwMode="auto">
          <a:xfrm>
            <a:off x="996043" y="1655581"/>
            <a:ext cx="2988129" cy="42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706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424E4-12C3-BC89-BEF2-F4DE2722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Summary &amp; Supporting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71404-F768-D2DF-787E-D01D3671B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43" y="1687285"/>
            <a:ext cx="9579427" cy="3995059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 one-page executive summary detailing the analysis, insights, and recommendations. 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One killer figure.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Additional supporting analysis can be included as an appendix.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7FE1F2-6E1D-7C25-A9A5-85078999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9897-155D-DC2D-29F9-5BAB27C9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25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380412-05C8-8CF0-3EEE-C5AF6E9FF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well can you craft and articulate the story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D8BAA-4487-E637-6ACC-8499BE3D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Grading Criteria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B6402-D2B1-9AE5-7C2D-33EC82F3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B4CFF6-6ED3-3597-3472-AABDF6E5C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87080"/>
              </p:ext>
            </p:extLst>
          </p:nvPr>
        </p:nvGraphicFramePr>
        <p:xfrm>
          <a:off x="468086" y="1431687"/>
          <a:ext cx="10951028" cy="474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24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2B28148-5096-D851-4BB9-4B444DB0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A532C-6249-6D45-8D97-8F30D868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3" t="4876" r="9653"/>
          <a:stretch>
            <a:fillRect/>
          </a:stretch>
        </p:blipFill>
        <p:spPr>
          <a:xfrm>
            <a:off x="468086" y="1757362"/>
            <a:ext cx="5413169" cy="41763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57DC4-D0FA-66DB-252E-74701D39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5" t="7881" r="10325" b="3"/>
          <a:stretch>
            <a:fillRect/>
          </a:stretch>
        </p:blipFill>
        <p:spPr>
          <a:xfrm>
            <a:off x="6309157" y="1757362"/>
            <a:ext cx="5425643" cy="4044323"/>
          </a:xfrm>
          <a:prstGeom prst="rect">
            <a:avLst/>
          </a:prstGeom>
          <a:noFill/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0C4E2F0-0EDE-B905-12DA-6C188C9F9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Who are these guys working with?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7CC38-7A74-8771-BA8F-8C3FE41A29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99939-7B57-4082-2099-17BBA0F79963}"/>
              </a:ext>
            </a:extLst>
          </p:cNvPr>
          <p:cNvSpPr txBox="1"/>
          <p:nvPr/>
        </p:nvSpPr>
        <p:spPr>
          <a:xfrm>
            <a:off x="6057900" y="973717"/>
            <a:ext cx="48441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More on this next week</a:t>
            </a:r>
          </a:p>
        </p:txBody>
      </p:sp>
    </p:spTree>
    <p:extLst>
      <p:ext uri="{BB962C8B-B14F-4D97-AF65-F5344CB8AC3E}">
        <p14:creationId xmlns:p14="http://schemas.microsoft.com/office/powerpoint/2010/main" val="15586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Learning Curve cartoon - Marketoonist | Tom Fishburne">
            <a:extLst>
              <a:ext uri="{FF2B5EF4-FFF2-40B4-BE49-F238E27FC236}">
                <a16:creationId xmlns:a16="http://schemas.microsoft.com/office/drawing/2014/main" id="{E5CA02CE-1C9F-ABF8-E3E8-B74ABAAC7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306880"/>
            <a:ext cx="11950700" cy="62442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B9B2E8D-E474-F4F3-705C-FA0B25A26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3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5787</TotalTime>
  <Words>2037</Words>
  <Application>Microsoft Office PowerPoint</Application>
  <PresentationFormat>Widescreen</PresentationFormat>
  <Paragraphs>285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Acumin Pro Semibold</vt:lpstr>
      <vt:lpstr>Franklin Gothic Medium Cond</vt:lpstr>
      <vt:lpstr>Acumin Pro</vt:lpstr>
      <vt:lpstr>Calibri</vt:lpstr>
      <vt:lpstr>Acumin Pro Medium</vt:lpstr>
      <vt:lpstr>Arial</vt:lpstr>
      <vt:lpstr>Acumin Pro Condensed Semibold</vt:lpstr>
      <vt:lpstr>Wingdings</vt:lpstr>
      <vt:lpstr>Franklin Gothic Book</vt:lpstr>
      <vt:lpstr>Franklin Gothic Medium</vt:lpstr>
      <vt:lpstr>Office Theme</vt:lpstr>
      <vt:lpstr>MGMT590 - Visual Analytics</vt:lpstr>
      <vt:lpstr>Today’s Agenda</vt:lpstr>
      <vt:lpstr>Project Presentation – Next Week</vt:lpstr>
      <vt:lpstr>Special Graph “Show and tell” – Last chance!</vt:lpstr>
      <vt:lpstr>Game on… Final round!!!</vt:lpstr>
      <vt:lpstr>Hands-on Practice</vt:lpstr>
      <vt:lpstr>Turning unstructured to structured</vt:lpstr>
      <vt:lpstr>A simple two-step process</vt:lpstr>
      <vt:lpstr>Tokenization</vt:lpstr>
      <vt:lpstr>Tokens come in all different shapes and sizes</vt:lpstr>
      <vt:lpstr>Quick Detour: Embeddings and beyond</vt:lpstr>
      <vt:lpstr>Where would you put the “Cow”?</vt:lpstr>
      <vt:lpstr>Visual Analytics: Unsupervised ML on Structured Data</vt:lpstr>
      <vt:lpstr>Some technicalities on Distance Measure</vt:lpstr>
      <vt:lpstr>Some technicalities on Distance Measure</vt:lpstr>
      <vt:lpstr>Determine how many clusters</vt:lpstr>
      <vt:lpstr>Code Demo – Clustering on Unstructured Data</vt:lpstr>
      <vt:lpstr>First, save a copy and rename</vt:lpstr>
      <vt:lpstr>Here’s the roadmap</vt:lpstr>
      <vt:lpstr>Step 1: Topic Modeling</vt:lpstr>
      <vt:lpstr>Step 2: Unsupervised Clustering</vt:lpstr>
      <vt:lpstr>Step 3: Visualize Cluster Assignments</vt:lpstr>
      <vt:lpstr>Step 3: Visualize Cluster Assignments</vt:lpstr>
      <vt:lpstr>Step 3: Visualize Cluster Assignments</vt:lpstr>
      <vt:lpstr>Now let’s try this on “description”</vt:lpstr>
      <vt:lpstr>Questions? </vt:lpstr>
      <vt:lpstr>That’s a wrap</vt:lpstr>
      <vt:lpstr>Assignment 2</vt:lpstr>
      <vt:lpstr>Dataset</vt:lpstr>
      <vt:lpstr>Context</vt:lpstr>
      <vt:lpstr>Rajiv Chilaka</vt:lpstr>
      <vt:lpstr>Martin Scorsese</vt:lpstr>
      <vt:lpstr>Deliverables</vt:lpstr>
      <vt:lpstr>Grading Criteria</vt:lpstr>
      <vt:lpstr>Network analysis</vt:lpstr>
      <vt:lpstr>PowerPoint Presentation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Questions?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284</cp:revision>
  <dcterms:created xsi:type="dcterms:W3CDTF">2025-05-19T00:14:27Z</dcterms:created>
  <dcterms:modified xsi:type="dcterms:W3CDTF">2025-10-01T15:24:58Z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