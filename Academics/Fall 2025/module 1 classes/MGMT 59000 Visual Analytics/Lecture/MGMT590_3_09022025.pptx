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39"/>
  </p:notesMasterIdLst>
  <p:sldIdLst>
    <p:sldId id="267" r:id="rId5"/>
    <p:sldId id="409" r:id="rId6"/>
    <p:sldId id="434" r:id="rId7"/>
    <p:sldId id="412" r:id="rId8"/>
    <p:sldId id="430" r:id="rId9"/>
    <p:sldId id="431" r:id="rId10"/>
    <p:sldId id="432" r:id="rId11"/>
    <p:sldId id="300" r:id="rId12"/>
    <p:sldId id="433" r:id="rId13"/>
    <p:sldId id="441" r:id="rId14"/>
    <p:sldId id="442" r:id="rId15"/>
    <p:sldId id="443" r:id="rId16"/>
    <p:sldId id="444" r:id="rId17"/>
    <p:sldId id="445" r:id="rId18"/>
    <p:sldId id="448" r:id="rId19"/>
    <p:sldId id="449" r:id="rId20"/>
    <p:sldId id="446" r:id="rId21"/>
    <p:sldId id="450" r:id="rId22"/>
    <p:sldId id="451" r:id="rId23"/>
    <p:sldId id="304" r:id="rId24"/>
    <p:sldId id="435" r:id="rId25"/>
    <p:sldId id="425" r:id="rId26"/>
    <p:sldId id="437" r:id="rId27"/>
    <p:sldId id="438" r:id="rId28"/>
    <p:sldId id="439" r:id="rId29"/>
    <p:sldId id="440" r:id="rId30"/>
    <p:sldId id="436" r:id="rId31"/>
    <p:sldId id="329" r:id="rId32"/>
    <p:sldId id="269" r:id="rId33"/>
    <p:sldId id="285" r:id="rId34"/>
    <p:sldId id="405" r:id="rId35"/>
    <p:sldId id="406" r:id="rId36"/>
    <p:sldId id="299" r:id="rId37"/>
    <p:sldId id="274" r:id="rId38"/>
  </p:sldIdLst>
  <p:sldSz cx="12192000" cy="6858000"/>
  <p:notesSz cx="6858000" cy="9144000"/>
  <p:embeddedFontLst>
    <p:embeddedFont>
      <p:font typeface="Acumin Pro" panose="020B0604020202020204" charset="0"/>
      <p:regular r:id="rId40"/>
      <p:bold r:id="rId41"/>
      <p:italic r:id="rId42"/>
      <p:boldItalic r:id="rId43"/>
    </p:embeddedFont>
    <p:embeddedFont>
      <p:font typeface="Acumin Pro Condensed Semibold" panose="020B0604020202020204" charset="0"/>
      <p:regular r:id="rId44"/>
      <p:bold r:id="rId45"/>
      <p:italic r:id="rId46"/>
      <p:boldItalic r:id="rId47"/>
    </p:embeddedFont>
    <p:embeddedFont>
      <p:font typeface="Acumin Pro Medium" panose="020B0604020202020204" charset="0"/>
      <p:regular r:id="rId48"/>
      <p:italic r:id="rId49"/>
    </p:embeddedFont>
    <p:embeddedFont>
      <p:font typeface="Acumin Pro Semibold" panose="020B0604020202020204" charset="0"/>
      <p:regular r:id="rId50"/>
      <p:bold r:id="rId51"/>
      <p:italic r:id="rId52"/>
      <p:boldItalic r:id="rId53"/>
    </p:embeddedFont>
    <p:embeddedFont>
      <p:font typeface="Franklin Gothic Book" panose="020B0503020102020204" pitchFamily="34" charset="0"/>
      <p:regular r:id="rId54"/>
      <p:italic r:id="rId55"/>
    </p:embeddedFont>
    <p:embeddedFont>
      <p:font typeface="Franklin Gothic Medium" panose="020B0603020102020204" pitchFamily="34" charset="0"/>
      <p:regular r:id="rId56"/>
      <p:italic r:id="rId57"/>
    </p:embeddedFont>
    <p:embeddedFont>
      <p:font typeface="Franklin Gothic Medium Cond" panose="020B0606030402020204" pitchFamily="34" charset="0"/>
      <p:regular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F9D4ED-34DD-459C-B077-609AE9A63272}">
          <p14:sldIdLst>
            <p14:sldId id="267"/>
            <p14:sldId id="409"/>
            <p14:sldId id="434"/>
            <p14:sldId id="412"/>
            <p14:sldId id="430"/>
            <p14:sldId id="431"/>
            <p14:sldId id="432"/>
            <p14:sldId id="300"/>
            <p14:sldId id="433"/>
            <p14:sldId id="441"/>
            <p14:sldId id="442"/>
            <p14:sldId id="443"/>
            <p14:sldId id="444"/>
            <p14:sldId id="445"/>
            <p14:sldId id="448"/>
            <p14:sldId id="449"/>
            <p14:sldId id="446"/>
            <p14:sldId id="450"/>
            <p14:sldId id="451"/>
            <p14:sldId id="304"/>
            <p14:sldId id="435"/>
            <p14:sldId id="425"/>
            <p14:sldId id="437"/>
            <p14:sldId id="438"/>
            <p14:sldId id="439"/>
            <p14:sldId id="440"/>
            <p14:sldId id="436"/>
            <p14:sldId id="329"/>
            <p14:sldId id="269"/>
            <p14:sldId id="285"/>
          </p14:sldIdLst>
        </p14:section>
        <p14:section name="Assignment 1" id="{B085167A-3D40-4749-9A90-EA755DB5CF4C}">
          <p14:sldIdLst>
            <p14:sldId id="405"/>
            <p14:sldId id="406"/>
          </p14:sldIdLst>
        </p14:section>
        <p14:section name="Group Project" id="{0190CA0E-E2AA-4B9E-94AE-3250C830C7E3}">
          <p14:sldIdLst>
            <p14:sldId id="299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99F"/>
    <a:srgbClr val="CFB991"/>
    <a:srgbClr val="DDB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 snapToGrid="0">
      <p:cViewPr varScale="1">
        <p:scale>
          <a:sx n="110" d="100"/>
          <a:sy n="110" d="100"/>
        </p:scale>
        <p:origin x="114" y="1002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4.xml"/><Relationship Id="rId51" Type="http://schemas.openxmlformats.org/officeDocument/2006/relationships/font" Target="fonts/font1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7.fntdata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25C6EA-0CDD-46D9-9AF7-1B8194236E67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C134E70-9ADE-40AE-AEC6-77EFD7DBF017}">
      <dgm:prSet phldrT="[Text]"/>
      <dgm:spPr/>
      <dgm:t>
        <a:bodyPr/>
        <a:lstStyle/>
        <a:p>
          <a:r>
            <a:rPr lang="en-US" dirty="0"/>
            <a:t>Relational</a:t>
          </a:r>
        </a:p>
      </dgm:t>
    </dgm:pt>
    <dgm:pt modelId="{2E490F50-71D6-4F10-849F-2527A05B7EBB}" type="parTrans" cxnId="{F6B9FFA7-052E-45DA-8BDC-6CD305C3801D}">
      <dgm:prSet/>
      <dgm:spPr/>
      <dgm:t>
        <a:bodyPr/>
        <a:lstStyle/>
        <a:p>
          <a:endParaRPr lang="en-US"/>
        </a:p>
      </dgm:t>
    </dgm:pt>
    <dgm:pt modelId="{F7363698-68DB-49B4-B51B-A52870DAAD82}" type="sibTrans" cxnId="{F6B9FFA7-052E-45DA-8BDC-6CD305C3801D}">
      <dgm:prSet/>
      <dgm:spPr/>
      <dgm:t>
        <a:bodyPr/>
        <a:lstStyle/>
        <a:p>
          <a:endParaRPr lang="en-US"/>
        </a:p>
      </dgm:t>
    </dgm:pt>
    <dgm:pt modelId="{C31A3C93-1F5C-48A2-88EC-C50E5958DF17}">
      <dgm:prSet phldrT="[Text]"/>
      <dgm:spPr/>
      <dgm:t>
        <a:bodyPr/>
        <a:lstStyle/>
        <a:p>
          <a:r>
            <a:rPr lang="en-US" dirty="0"/>
            <a:t>Scatter plots, heatmaps, network diagrams</a:t>
          </a:r>
        </a:p>
      </dgm:t>
    </dgm:pt>
    <dgm:pt modelId="{98D0A8D8-CD2B-4886-96AD-4BD9A471EB53}" type="parTrans" cxnId="{A8BE913E-D3FB-40BE-9D48-B12A9B50D072}">
      <dgm:prSet/>
      <dgm:spPr/>
      <dgm:t>
        <a:bodyPr/>
        <a:lstStyle/>
        <a:p>
          <a:endParaRPr lang="en-US"/>
        </a:p>
      </dgm:t>
    </dgm:pt>
    <dgm:pt modelId="{C1BFFA87-B328-4475-AB03-1A1EA706BCD9}" type="sibTrans" cxnId="{A8BE913E-D3FB-40BE-9D48-B12A9B50D072}">
      <dgm:prSet/>
      <dgm:spPr/>
      <dgm:t>
        <a:bodyPr/>
        <a:lstStyle/>
        <a:p>
          <a:endParaRPr lang="en-US"/>
        </a:p>
      </dgm:t>
    </dgm:pt>
    <dgm:pt modelId="{C919FE83-F2CD-4CF3-86A3-0E37BA53D5D6}">
      <dgm:prSet phldrT="[Text]"/>
      <dgm:spPr/>
      <dgm:t>
        <a:bodyPr/>
        <a:lstStyle/>
        <a:p>
          <a:r>
            <a:rPr lang="en-US" dirty="0"/>
            <a:t>Distribution</a:t>
          </a:r>
        </a:p>
      </dgm:t>
    </dgm:pt>
    <dgm:pt modelId="{0980532D-50D0-4610-8F2B-77A5C1910439}" type="parTrans" cxnId="{2DEA645D-85D8-4D63-A915-26C35CF594AF}">
      <dgm:prSet/>
      <dgm:spPr/>
      <dgm:t>
        <a:bodyPr/>
        <a:lstStyle/>
        <a:p>
          <a:endParaRPr lang="en-US"/>
        </a:p>
      </dgm:t>
    </dgm:pt>
    <dgm:pt modelId="{1CD4B03B-2EEB-415A-979A-705EB87E74BC}" type="sibTrans" cxnId="{2DEA645D-85D8-4D63-A915-26C35CF594AF}">
      <dgm:prSet/>
      <dgm:spPr/>
      <dgm:t>
        <a:bodyPr/>
        <a:lstStyle/>
        <a:p>
          <a:endParaRPr lang="en-US"/>
        </a:p>
      </dgm:t>
    </dgm:pt>
    <dgm:pt modelId="{E41AF7B1-535F-4CCF-9240-C468A793AA7F}">
      <dgm:prSet phldrT="[Text]"/>
      <dgm:spPr/>
      <dgm:t>
        <a:bodyPr/>
        <a:lstStyle/>
        <a:p>
          <a:r>
            <a:rPr lang="en-US" dirty="0"/>
            <a:t>Data shape, central tendency, outliers</a:t>
          </a:r>
        </a:p>
      </dgm:t>
    </dgm:pt>
    <dgm:pt modelId="{7308F178-AE81-468F-8778-10B3D0AFDE05}" type="parTrans" cxnId="{2F2EAAF3-D237-4707-937E-9629A825C611}">
      <dgm:prSet/>
      <dgm:spPr/>
      <dgm:t>
        <a:bodyPr/>
        <a:lstStyle/>
        <a:p>
          <a:endParaRPr lang="en-US"/>
        </a:p>
      </dgm:t>
    </dgm:pt>
    <dgm:pt modelId="{A2CE6F8F-5BC8-47A2-BD6D-4847B60472E5}" type="sibTrans" cxnId="{2F2EAAF3-D237-4707-937E-9629A825C611}">
      <dgm:prSet/>
      <dgm:spPr/>
      <dgm:t>
        <a:bodyPr/>
        <a:lstStyle/>
        <a:p>
          <a:endParaRPr lang="en-US"/>
        </a:p>
      </dgm:t>
    </dgm:pt>
    <dgm:pt modelId="{848472C6-3CDF-4224-8BD6-20EC7C5356D4}">
      <dgm:prSet phldrT="[Text]"/>
      <dgm:spPr/>
      <dgm:t>
        <a:bodyPr/>
        <a:lstStyle/>
        <a:p>
          <a:r>
            <a:rPr lang="en-US" dirty="0"/>
            <a:t>Categorical</a:t>
          </a:r>
        </a:p>
      </dgm:t>
    </dgm:pt>
    <dgm:pt modelId="{EA02A1CD-0D98-413F-B026-1CF34C373444}" type="parTrans" cxnId="{26F60FF1-B158-497D-A1DF-AE82609B4817}">
      <dgm:prSet/>
      <dgm:spPr/>
      <dgm:t>
        <a:bodyPr/>
        <a:lstStyle/>
        <a:p>
          <a:endParaRPr lang="en-US"/>
        </a:p>
      </dgm:t>
    </dgm:pt>
    <dgm:pt modelId="{538F009C-7415-4195-828F-6C4620261354}" type="sibTrans" cxnId="{26F60FF1-B158-497D-A1DF-AE82609B4817}">
      <dgm:prSet/>
      <dgm:spPr/>
      <dgm:t>
        <a:bodyPr/>
        <a:lstStyle/>
        <a:p>
          <a:endParaRPr lang="en-US"/>
        </a:p>
      </dgm:t>
    </dgm:pt>
    <dgm:pt modelId="{4A16E761-012E-4F3B-ADBA-3F30AFA9B936}">
      <dgm:prSet phldrT="[Text]"/>
      <dgm:spPr/>
      <dgm:t>
        <a:bodyPr/>
        <a:lstStyle/>
        <a:p>
          <a:r>
            <a:rPr lang="en-US" dirty="0"/>
            <a:t>Comparing categories, proportions</a:t>
          </a:r>
        </a:p>
      </dgm:t>
    </dgm:pt>
    <dgm:pt modelId="{5B419632-8A09-4572-A5C0-6EC516EC0520}" type="parTrans" cxnId="{471625EE-9B6E-4AF6-B451-D7595DCC4F8B}">
      <dgm:prSet/>
      <dgm:spPr/>
      <dgm:t>
        <a:bodyPr/>
        <a:lstStyle/>
        <a:p>
          <a:endParaRPr lang="en-US"/>
        </a:p>
      </dgm:t>
    </dgm:pt>
    <dgm:pt modelId="{5F1132DB-02B8-4B30-8EFD-EF31A477664C}" type="sibTrans" cxnId="{471625EE-9B6E-4AF6-B451-D7595DCC4F8B}">
      <dgm:prSet/>
      <dgm:spPr/>
      <dgm:t>
        <a:bodyPr/>
        <a:lstStyle/>
        <a:p>
          <a:endParaRPr lang="en-US"/>
        </a:p>
      </dgm:t>
    </dgm:pt>
    <dgm:pt modelId="{FE97F15D-7B23-4509-8658-D6070FB0C1D9}">
      <dgm:prSet phldrT="[Text]"/>
      <dgm:spPr/>
      <dgm:t>
        <a:bodyPr/>
        <a:lstStyle/>
        <a:p>
          <a:r>
            <a:rPr lang="en-US" dirty="0"/>
            <a:t>Categorical or nominal data</a:t>
          </a:r>
        </a:p>
      </dgm:t>
    </dgm:pt>
    <dgm:pt modelId="{A4DAF2E0-44E6-4812-AD85-D6F3841F3CCE}" type="parTrans" cxnId="{EA635AA9-DBB2-4954-A20C-9A268B391C90}">
      <dgm:prSet/>
      <dgm:spPr/>
      <dgm:t>
        <a:bodyPr/>
        <a:lstStyle/>
        <a:p>
          <a:endParaRPr lang="en-US"/>
        </a:p>
      </dgm:t>
    </dgm:pt>
    <dgm:pt modelId="{B86DA078-D165-4C11-A54D-8F7C3C08C7EB}" type="sibTrans" cxnId="{EA635AA9-DBB2-4954-A20C-9A268B391C90}">
      <dgm:prSet/>
      <dgm:spPr/>
      <dgm:t>
        <a:bodyPr/>
        <a:lstStyle/>
        <a:p>
          <a:endParaRPr lang="en-US"/>
        </a:p>
      </dgm:t>
    </dgm:pt>
    <dgm:pt modelId="{0E20E0EB-8561-48F0-83B4-E5FC5398F5A0}">
      <dgm:prSet phldrT="[Text]"/>
      <dgm:spPr/>
      <dgm:t>
        <a:bodyPr/>
        <a:lstStyle/>
        <a:p>
          <a:r>
            <a:rPr lang="en-US" dirty="0"/>
            <a:t>Correlations, relationships between variables</a:t>
          </a:r>
        </a:p>
      </dgm:t>
    </dgm:pt>
    <dgm:pt modelId="{33205208-850C-44B7-898F-2B8F7D38B429}" type="parTrans" cxnId="{FAFD7B6A-811D-4263-A0DA-12410ADDCC88}">
      <dgm:prSet/>
      <dgm:spPr/>
      <dgm:t>
        <a:bodyPr/>
        <a:lstStyle/>
        <a:p>
          <a:endParaRPr lang="en-US"/>
        </a:p>
      </dgm:t>
    </dgm:pt>
    <dgm:pt modelId="{08BCE4B2-7F76-47AB-BA3E-A2A499D6290C}" type="sibTrans" cxnId="{FAFD7B6A-811D-4263-A0DA-12410ADDCC88}">
      <dgm:prSet/>
      <dgm:spPr/>
      <dgm:t>
        <a:bodyPr/>
        <a:lstStyle/>
        <a:p>
          <a:endParaRPr lang="en-US"/>
        </a:p>
      </dgm:t>
    </dgm:pt>
    <dgm:pt modelId="{0FAE2505-1D34-4434-9E10-759464351251}">
      <dgm:prSet phldrT="[Text]"/>
      <dgm:spPr/>
      <dgm:t>
        <a:bodyPr/>
        <a:lstStyle/>
        <a:p>
          <a:r>
            <a:rPr lang="en-US" dirty="0"/>
            <a:t>Histograms, box plots, density plots</a:t>
          </a:r>
        </a:p>
      </dgm:t>
    </dgm:pt>
    <dgm:pt modelId="{5B7553C7-D411-4F40-9A7E-531C68E487B1}" type="parTrans" cxnId="{5FD6B242-D87D-485E-947E-AE8C674AA6FE}">
      <dgm:prSet/>
      <dgm:spPr/>
      <dgm:t>
        <a:bodyPr/>
        <a:lstStyle/>
        <a:p>
          <a:endParaRPr lang="en-US"/>
        </a:p>
      </dgm:t>
    </dgm:pt>
    <dgm:pt modelId="{128648E4-8A28-4432-A315-1F780A5D3B1E}" type="sibTrans" cxnId="{5FD6B242-D87D-485E-947E-AE8C674AA6FE}">
      <dgm:prSet/>
      <dgm:spPr/>
      <dgm:t>
        <a:bodyPr/>
        <a:lstStyle/>
        <a:p>
          <a:endParaRPr lang="en-US"/>
        </a:p>
      </dgm:t>
    </dgm:pt>
    <dgm:pt modelId="{8257AD5F-35F6-43C1-8F4A-D2C78EB27999}">
      <dgm:prSet phldrT="[Text]"/>
      <dgm:spPr/>
      <dgm:t>
        <a:bodyPr/>
        <a:lstStyle/>
        <a:p>
          <a:r>
            <a:rPr lang="en-US" dirty="0"/>
            <a:t>Continuous or numerical data</a:t>
          </a:r>
        </a:p>
      </dgm:t>
    </dgm:pt>
    <dgm:pt modelId="{4D2ED5C1-941A-4DFF-BDDB-31E916276A67}" type="parTrans" cxnId="{D2F29C67-7CDA-47F4-B709-C1B82995FC6D}">
      <dgm:prSet/>
      <dgm:spPr/>
      <dgm:t>
        <a:bodyPr/>
        <a:lstStyle/>
        <a:p>
          <a:endParaRPr lang="en-US"/>
        </a:p>
      </dgm:t>
    </dgm:pt>
    <dgm:pt modelId="{6CE66E81-F6AD-4E33-BF95-83DCE331F8CF}" type="sibTrans" cxnId="{D2F29C67-7CDA-47F4-B709-C1B82995FC6D}">
      <dgm:prSet/>
      <dgm:spPr/>
      <dgm:t>
        <a:bodyPr/>
        <a:lstStyle/>
        <a:p>
          <a:endParaRPr lang="en-US"/>
        </a:p>
      </dgm:t>
    </dgm:pt>
    <dgm:pt modelId="{6F655885-C8C8-43EC-BDDD-AA01A04B8726}">
      <dgm:prSet phldrT="[Text]"/>
      <dgm:spPr/>
      <dgm:t>
        <a:bodyPr/>
        <a:lstStyle/>
        <a:p>
          <a:r>
            <a:rPr lang="en-US" dirty="0"/>
            <a:t>Continuous or discrete data</a:t>
          </a:r>
        </a:p>
      </dgm:t>
    </dgm:pt>
    <dgm:pt modelId="{2B9A949F-9BDA-4721-B1E6-1EF917B91BFA}" type="parTrans" cxnId="{3C697D9D-DB34-4AFC-89F8-0190E9F42179}">
      <dgm:prSet/>
      <dgm:spPr/>
      <dgm:t>
        <a:bodyPr/>
        <a:lstStyle/>
        <a:p>
          <a:endParaRPr lang="en-US"/>
        </a:p>
      </dgm:t>
    </dgm:pt>
    <dgm:pt modelId="{B1CDA61C-C705-4A06-9281-EA61F52616E2}" type="sibTrans" cxnId="{3C697D9D-DB34-4AFC-89F8-0190E9F42179}">
      <dgm:prSet/>
      <dgm:spPr/>
      <dgm:t>
        <a:bodyPr/>
        <a:lstStyle/>
        <a:p>
          <a:endParaRPr lang="en-US"/>
        </a:p>
      </dgm:t>
    </dgm:pt>
    <dgm:pt modelId="{83E25A54-3A15-4334-94ED-70BB4A75ADC2}">
      <dgm:prSet phldrT="[Text]"/>
      <dgm:spPr/>
      <dgm:t>
        <a:bodyPr/>
        <a:lstStyle/>
        <a:p>
          <a:r>
            <a:rPr lang="en-US" dirty="0"/>
            <a:t>Bar charts, pie charts, violin plots, stacked bar charts</a:t>
          </a:r>
        </a:p>
      </dgm:t>
    </dgm:pt>
    <dgm:pt modelId="{F4F10101-F213-4FF2-A152-EB5A6E0303D0}" type="parTrans" cxnId="{729335C3-B195-4DC7-A53B-02BB35B2B59C}">
      <dgm:prSet/>
      <dgm:spPr/>
      <dgm:t>
        <a:bodyPr/>
        <a:lstStyle/>
        <a:p>
          <a:endParaRPr lang="en-US"/>
        </a:p>
      </dgm:t>
    </dgm:pt>
    <dgm:pt modelId="{E2369F8E-6493-4DA8-9813-440D372EF345}" type="sibTrans" cxnId="{729335C3-B195-4DC7-A53B-02BB35B2B59C}">
      <dgm:prSet/>
      <dgm:spPr/>
      <dgm:t>
        <a:bodyPr/>
        <a:lstStyle/>
        <a:p>
          <a:endParaRPr lang="en-US"/>
        </a:p>
      </dgm:t>
    </dgm:pt>
    <dgm:pt modelId="{E1F62CBE-9BA2-42D9-9AD6-4703A5B43835}" type="pres">
      <dgm:prSet presAssocID="{2625C6EA-0CDD-46D9-9AF7-1B8194236E67}" presName="Name0" presStyleCnt="0">
        <dgm:presLayoutVars>
          <dgm:dir/>
          <dgm:animLvl val="lvl"/>
          <dgm:resizeHandles val="exact"/>
        </dgm:presLayoutVars>
      </dgm:prSet>
      <dgm:spPr/>
    </dgm:pt>
    <dgm:pt modelId="{850C8338-0389-408C-B487-D0561B42733D}" type="pres">
      <dgm:prSet presAssocID="{6C134E70-9ADE-40AE-AEC6-77EFD7DBF017}" presName="composite" presStyleCnt="0"/>
      <dgm:spPr/>
    </dgm:pt>
    <dgm:pt modelId="{926F99F4-C810-42E7-B80C-CF5D1A2EEC9A}" type="pres">
      <dgm:prSet presAssocID="{6C134E70-9ADE-40AE-AEC6-77EFD7DBF01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3EBFFED-CE96-412E-B303-AB2830C00FE7}" type="pres">
      <dgm:prSet presAssocID="{6C134E70-9ADE-40AE-AEC6-77EFD7DBF017}" presName="desTx" presStyleLbl="alignAccFollowNode1" presStyleIdx="0" presStyleCnt="3">
        <dgm:presLayoutVars>
          <dgm:bulletEnabled val="1"/>
        </dgm:presLayoutVars>
      </dgm:prSet>
      <dgm:spPr/>
    </dgm:pt>
    <dgm:pt modelId="{FC6CC70C-90A8-4495-AB26-C0661CFEA171}" type="pres">
      <dgm:prSet presAssocID="{F7363698-68DB-49B4-B51B-A52870DAAD82}" presName="space" presStyleCnt="0"/>
      <dgm:spPr/>
    </dgm:pt>
    <dgm:pt modelId="{8B3FE873-5F4B-43E6-985D-11F9C35531F8}" type="pres">
      <dgm:prSet presAssocID="{C919FE83-F2CD-4CF3-86A3-0E37BA53D5D6}" presName="composite" presStyleCnt="0"/>
      <dgm:spPr/>
    </dgm:pt>
    <dgm:pt modelId="{B8A33D22-39BE-4DBF-956C-6D8F64EC2776}" type="pres">
      <dgm:prSet presAssocID="{C919FE83-F2CD-4CF3-86A3-0E37BA53D5D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D1E8F82-48DE-4590-B72D-455CF46D666B}" type="pres">
      <dgm:prSet presAssocID="{C919FE83-F2CD-4CF3-86A3-0E37BA53D5D6}" presName="desTx" presStyleLbl="alignAccFollowNode1" presStyleIdx="1" presStyleCnt="3">
        <dgm:presLayoutVars>
          <dgm:bulletEnabled val="1"/>
        </dgm:presLayoutVars>
      </dgm:prSet>
      <dgm:spPr/>
    </dgm:pt>
    <dgm:pt modelId="{0728B577-6FE2-4906-A344-72461BCE9EC3}" type="pres">
      <dgm:prSet presAssocID="{1CD4B03B-2EEB-415A-979A-705EB87E74BC}" presName="space" presStyleCnt="0"/>
      <dgm:spPr/>
    </dgm:pt>
    <dgm:pt modelId="{80AC8E14-8B6D-4683-BB21-3D751672B4F4}" type="pres">
      <dgm:prSet presAssocID="{848472C6-3CDF-4224-8BD6-20EC7C5356D4}" presName="composite" presStyleCnt="0"/>
      <dgm:spPr/>
    </dgm:pt>
    <dgm:pt modelId="{6F2A4FAE-E141-4688-83DC-4FE61D648BF7}" type="pres">
      <dgm:prSet presAssocID="{848472C6-3CDF-4224-8BD6-20EC7C5356D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FABA87F-4E9B-45AF-A9FA-D2582C470F4D}" type="pres">
      <dgm:prSet presAssocID="{848472C6-3CDF-4224-8BD6-20EC7C5356D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5BA7D29-375B-48E3-9DC6-42D24E5C5914}" type="presOf" srcId="{848472C6-3CDF-4224-8BD6-20EC7C5356D4}" destId="{6F2A4FAE-E141-4688-83DC-4FE61D648BF7}" srcOrd="0" destOrd="0" presId="urn:microsoft.com/office/officeart/2005/8/layout/hList1"/>
    <dgm:cxn modelId="{A8BE913E-D3FB-40BE-9D48-B12A9B50D072}" srcId="{6C134E70-9ADE-40AE-AEC6-77EFD7DBF017}" destId="{C31A3C93-1F5C-48A2-88EC-C50E5958DF17}" srcOrd="2" destOrd="0" parTransId="{98D0A8D8-CD2B-4886-96AD-4BD9A471EB53}" sibTransId="{C1BFFA87-B328-4475-AB03-1A1EA706BCD9}"/>
    <dgm:cxn modelId="{2DEA645D-85D8-4D63-A915-26C35CF594AF}" srcId="{2625C6EA-0CDD-46D9-9AF7-1B8194236E67}" destId="{C919FE83-F2CD-4CF3-86A3-0E37BA53D5D6}" srcOrd="1" destOrd="0" parTransId="{0980532D-50D0-4610-8F2B-77A5C1910439}" sibTransId="{1CD4B03B-2EEB-415A-979A-705EB87E74BC}"/>
    <dgm:cxn modelId="{C0450761-119A-4460-98BF-326B2BDD682C}" type="presOf" srcId="{6F655885-C8C8-43EC-BDDD-AA01A04B8726}" destId="{4D1E8F82-48DE-4590-B72D-455CF46D666B}" srcOrd="0" destOrd="1" presId="urn:microsoft.com/office/officeart/2005/8/layout/hList1"/>
    <dgm:cxn modelId="{5FD6B242-D87D-485E-947E-AE8C674AA6FE}" srcId="{C919FE83-F2CD-4CF3-86A3-0E37BA53D5D6}" destId="{0FAE2505-1D34-4434-9E10-759464351251}" srcOrd="2" destOrd="0" parTransId="{5B7553C7-D411-4F40-9A7E-531C68E487B1}" sibTransId="{128648E4-8A28-4432-A315-1F780A5D3B1E}"/>
    <dgm:cxn modelId="{D2F29C67-7CDA-47F4-B709-C1B82995FC6D}" srcId="{6C134E70-9ADE-40AE-AEC6-77EFD7DBF017}" destId="{8257AD5F-35F6-43C1-8F4A-D2C78EB27999}" srcOrd="1" destOrd="0" parTransId="{4D2ED5C1-941A-4DFF-BDDB-31E916276A67}" sibTransId="{6CE66E81-F6AD-4E33-BF95-83DCE331F8CF}"/>
    <dgm:cxn modelId="{FAFD7B6A-811D-4263-A0DA-12410ADDCC88}" srcId="{6C134E70-9ADE-40AE-AEC6-77EFD7DBF017}" destId="{0E20E0EB-8561-48F0-83B4-E5FC5398F5A0}" srcOrd="0" destOrd="0" parTransId="{33205208-850C-44B7-898F-2B8F7D38B429}" sibTransId="{08BCE4B2-7F76-47AB-BA3E-A2A499D6290C}"/>
    <dgm:cxn modelId="{B1B8B953-1499-4571-9E61-B58F700C63FD}" type="presOf" srcId="{83E25A54-3A15-4334-94ED-70BB4A75ADC2}" destId="{AFABA87F-4E9B-45AF-A9FA-D2582C470F4D}" srcOrd="0" destOrd="2" presId="urn:microsoft.com/office/officeart/2005/8/layout/hList1"/>
    <dgm:cxn modelId="{DA9D987B-376D-4546-82BD-571F2DC29F45}" type="presOf" srcId="{E41AF7B1-535F-4CCF-9240-C468A793AA7F}" destId="{4D1E8F82-48DE-4590-B72D-455CF46D666B}" srcOrd="0" destOrd="0" presId="urn:microsoft.com/office/officeart/2005/8/layout/hList1"/>
    <dgm:cxn modelId="{43919C81-09BF-4349-AD64-A3409F948506}" type="presOf" srcId="{0E20E0EB-8561-48F0-83B4-E5FC5398F5A0}" destId="{13EBFFED-CE96-412E-B303-AB2830C00FE7}" srcOrd="0" destOrd="0" presId="urn:microsoft.com/office/officeart/2005/8/layout/hList1"/>
    <dgm:cxn modelId="{9FAB4788-D0A0-4FCB-BF06-E3BD0FA9243F}" type="presOf" srcId="{C919FE83-F2CD-4CF3-86A3-0E37BA53D5D6}" destId="{B8A33D22-39BE-4DBF-956C-6D8F64EC2776}" srcOrd="0" destOrd="0" presId="urn:microsoft.com/office/officeart/2005/8/layout/hList1"/>
    <dgm:cxn modelId="{F713CE8C-6DE6-48AF-B9EF-178620656818}" type="presOf" srcId="{0FAE2505-1D34-4434-9E10-759464351251}" destId="{4D1E8F82-48DE-4590-B72D-455CF46D666B}" srcOrd="0" destOrd="2" presId="urn:microsoft.com/office/officeart/2005/8/layout/hList1"/>
    <dgm:cxn modelId="{58475192-63C2-401C-ABE5-87A7F1DBF04F}" type="presOf" srcId="{8257AD5F-35F6-43C1-8F4A-D2C78EB27999}" destId="{13EBFFED-CE96-412E-B303-AB2830C00FE7}" srcOrd="0" destOrd="1" presId="urn:microsoft.com/office/officeart/2005/8/layout/hList1"/>
    <dgm:cxn modelId="{3C697D9D-DB34-4AFC-89F8-0190E9F42179}" srcId="{C919FE83-F2CD-4CF3-86A3-0E37BA53D5D6}" destId="{6F655885-C8C8-43EC-BDDD-AA01A04B8726}" srcOrd="1" destOrd="0" parTransId="{2B9A949F-9BDA-4721-B1E6-1EF917B91BFA}" sibTransId="{B1CDA61C-C705-4A06-9281-EA61F52616E2}"/>
    <dgm:cxn modelId="{6CDFC69F-8BCE-4D31-8090-612900340D40}" type="presOf" srcId="{C31A3C93-1F5C-48A2-88EC-C50E5958DF17}" destId="{13EBFFED-CE96-412E-B303-AB2830C00FE7}" srcOrd="0" destOrd="2" presId="urn:microsoft.com/office/officeart/2005/8/layout/hList1"/>
    <dgm:cxn modelId="{F6B9FFA7-052E-45DA-8BDC-6CD305C3801D}" srcId="{2625C6EA-0CDD-46D9-9AF7-1B8194236E67}" destId="{6C134E70-9ADE-40AE-AEC6-77EFD7DBF017}" srcOrd="0" destOrd="0" parTransId="{2E490F50-71D6-4F10-849F-2527A05B7EBB}" sibTransId="{F7363698-68DB-49B4-B51B-A52870DAAD82}"/>
    <dgm:cxn modelId="{EA635AA9-DBB2-4954-A20C-9A268B391C90}" srcId="{848472C6-3CDF-4224-8BD6-20EC7C5356D4}" destId="{FE97F15D-7B23-4509-8658-D6070FB0C1D9}" srcOrd="1" destOrd="0" parTransId="{A4DAF2E0-44E6-4812-AD85-D6F3841F3CCE}" sibTransId="{B86DA078-D165-4C11-A54D-8F7C3C08C7EB}"/>
    <dgm:cxn modelId="{729335C3-B195-4DC7-A53B-02BB35B2B59C}" srcId="{848472C6-3CDF-4224-8BD6-20EC7C5356D4}" destId="{83E25A54-3A15-4334-94ED-70BB4A75ADC2}" srcOrd="2" destOrd="0" parTransId="{F4F10101-F213-4FF2-A152-EB5A6E0303D0}" sibTransId="{E2369F8E-6493-4DA8-9813-440D372EF345}"/>
    <dgm:cxn modelId="{612042C3-E75E-439D-87EA-73F41FBC5503}" type="presOf" srcId="{4A16E761-012E-4F3B-ADBA-3F30AFA9B936}" destId="{AFABA87F-4E9B-45AF-A9FA-D2582C470F4D}" srcOrd="0" destOrd="0" presId="urn:microsoft.com/office/officeart/2005/8/layout/hList1"/>
    <dgm:cxn modelId="{314DC2C3-386E-47B3-A809-03E530BC8BEB}" type="presOf" srcId="{2625C6EA-0CDD-46D9-9AF7-1B8194236E67}" destId="{E1F62CBE-9BA2-42D9-9AD6-4703A5B43835}" srcOrd="0" destOrd="0" presId="urn:microsoft.com/office/officeart/2005/8/layout/hList1"/>
    <dgm:cxn modelId="{B031DDCA-65C5-4ED9-A198-4475C966F5CF}" type="presOf" srcId="{FE97F15D-7B23-4509-8658-D6070FB0C1D9}" destId="{AFABA87F-4E9B-45AF-A9FA-D2582C470F4D}" srcOrd="0" destOrd="1" presId="urn:microsoft.com/office/officeart/2005/8/layout/hList1"/>
    <dgm:cxn modelId="{471625EE-9B6E-4AF6-B451-D7595DCC4F8B}" srcId="{848472C6-3CDF-4224-8BD6-20EC7C5356D4}" destId="{4A16E761-012E-4F3B-ADBA-3F30AFA9B936}" srcOrd="0" destOrd="0" parTransId="{5B419632-8A09-4572-A5C0-6EC516EC0520}" sibTransId="{5F1132DB-02B8-4B30-8EFD-EF31A477664C}"/>
    <dgm:cxn modelId="{26F60FF1-B158-497D-A1DF-AE82609B4817}" srcId="{2625C6EA-0CDD-46D9-9AF7-1B8194236E67}" destId="{848472C6-3CDF-4224-8BD6-20EC7C5356D4}" srcOrd="2" destOrd="0" parTransId="{EA02A1CD-0D98-413F-B026-1CF34C373444}" sibTransId="{538F009C-7415-4195-828F-6C4620261354}"/>
    <dgm:cxn modelId="{080914F1-FC46-48BB-ACEF-6863B74F3162}" type="presOf" srcId="{6C134E70-9ADE-40AE-AEC6-77EFD7DBF017}" destId="{926F99F4-C810-42E7-B80C-CF5D1A2EEC9A}" srcOrd="0" destOrd="0" presId="urn:microsoft.com/office/officeart/2005/8/layout/hList1"/>
    <dgm:cxn modelId="{2F2EAAF3-D237-4707-937E-9629A825C611}" srcId="{C919FE83-F2CD-4CF3-86A3-0E37BA53D5D6}" destId="{E41AF7B1-535F-4CCF-9240-C468A793AA7F}" srcOrd="0" destOrd="0" parTransId="{7308F178-AE81-468F-8778-10B3D0AFDE05}" sibTransId="{A2CE6F8F-5BC8-47A2-BD6D-4847B60472E5}"/>
    <dgm:cxn modelId="{520683F3-86A7-4FFF-B5F4-C1556BDBD7C4}" type="presParOf" srcId="{E1F62CBE-9BA2-42D9-9AD6-4703A5B43835}" destId="{850C8338-0389-408C-B487-D0561B42733D}" srcOrd="0" destOrd="0" presId="urn:microsoft.com/office/officeart/2005/8/layout/hList1"/>
    <dgm:cxn modelId="{93697208-11EA-4D08-BD53-985466492E38}" type="presParOf" srcId="{850C8338-0389-408C-B487-D0561B42733D}" destId="{926F99F4-C810-42E7-B80C-CF5D1A2EEC9A}" srcOrd="0" destOrd="0" presId="urn:microsoft.com/office/officeart/2005/8/layout/hList1"/>
    <dgm:cxn modelId="{3A2FABAA-D4CB-458C-9AA9-04EF222A48B7}" type="presParOf" srcId="{850C8338-0389-408C-B487-D0561B42733D}" destId="{13EBFFED-CE96-412E-B303-AB2830C00FE7}" srcOrd="1" destOrd="0" presId="urn:microsoft.com/office/officeart/2005/8/layout/hList1"/>
    <dgm:cxn modelId="{1A872C6E-0A0C-4113-940E-C25A634B4241}" type="presParOf" srcId="{E1F62CBE-9BA2-42D9-9AD6-4703A5B43835}" destId="{FC6CC70C-90A8-4495-AB26-C0661CFEA171}" srcOrd="1" destOrd="0" presId="urn:microsoft.com/office/officeart/2005/8/layout/hList1"/>
    <dgm:cxn modelId="{B4A43B57-3A73-4604-B79D-5E21E6E46583}" type="presParOf" srcId="{E1F62CBE-9BA2-42D9-9AD6-4703A5B43835}" destId="{8B3FE873-5F4B-43E6-985D-11F9C35531F8}" srcOrd="2" destOrd="0" presId="urn:microsoft.com/office/officeart/2005/8/layout/hList1"/>
    <dgm:cxn modelId="{F67505A9-9561-4FB2-94E0-CC0F97FC572D}" type="presParOf" srcId="{8B3FE873-5F4B-43E6-985D-11F9C35531F8}" destId="{B8A33D22-39BE-4DBF-956C-6D8F64EC2776}" srcOrd="0" destOrd="0" presId="urn:microsoft.com/office/officeart/2005/8/layout/hList1"/>
    <dgm:cxn modelId="{B3F324A0-7C31-48AE-80C6-6758B3D67D63}" type="presParOf" srcId="{8B3FE873-5F4B-43E6-985D-11F9C35531F8}" destId="{4D1E8F82-48DE-4590-B72D-455CF46D666B}" srcOrd="1" destOrd="0" presId="urn:microsoft.com/office/officeart/2005/8/layout/hList1"/>
    <dgm:cxn modelId="{461447E2-4B79-4BF2-9E63-015F03B04267}" type="presParOf" srcId="{E1F62CBE-9BA2-42D9-9AD6-4703A5B43835}" destId="{0728B577-6FE2-4906-A344-72461BCE9EC3}" srcOrd="3" destOrd="0" presId="urn:microsoft.com/office/officeart/2005/8/layout/hList1"/>
    <dgm:cxn modelId="{55EA8CDF-8E41-46ED-B386-5DECBE894BE5}" type="presParOf" srcId="{E1F62CBE-9BA2-42D9-9AD6-4703A5B43835}" destId="{80AC8E14-8B6D-4683-BB21-3D751672B4F4}" srcOrd="4" destOrd="0" presId="urn:microsoft.com/office/officeart/2005/8/layout/hList1"/>
    <dgm:cxn modelId="{0CFA24B7-00E5-432A-B962-8418D20AF434}" type="presParOf" srcId="{80AC8E14-8B6D-4683-BB21-3D751672B4F4}" destId="{6F2A4FAE-E141-4688-83DC-4FE61D648BF7}" srcOrd="0" destOrd="0" presId="urn:microsoft.com/office/officeart/2005/8/layout/hList1"/>
    <dgm:cxn modelId="{AB0A119D-541B-4E5A-96FA-E3A2FCF19B6D}" type="presParOf" srcId="{80AC8E14-8B6D-4683-BB21-3D751672B4F4}" destId="{AFABA87F-4E9B-45AF-A9FA-D2582C470F4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F99F4-C810-42E7-B80C-CF5D1A2EEC9A}">
      <dsp:nvSpPr>
        <dsp:cNvPr id="0" name=""/>
        <dsp:cNvSpPr/>
      </dsp:nvSpPr>
      <dsp:spPr>
        <a:xfrm>
          <a:off x="3068" y="43492"/>
          <a:ext cx="2992040" cy="748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Relational</a:t>
          </a:r>
        </a:p>
      </dsp:txBody>
      <dsp:txXfrm>
        <a:off x="3068" y="43492"/>
        <a:ext cx="2992040" cy="748800"/>
      </dsp:txXfrm>
    </dsp:sp>
    <dsp:sp modelId="{13EBFFED-CE96-412E-B303-AB2830C00FE7}">
      <dsp:nvSpPr>
        <dsp:cNvPr id="0" name=""/>
        <dsp:cNvSpPr/>
      </dsp:nvSpPr>
      <dsp:spPr>
        <a:xfrm>
          <a:off x="3068" y="792292"/>
          <a:ext cx="2992040" cy="385398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Correlations, relationships between variables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Continuous or numerical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Scatter plots, heatmaps, network diagrams</a:t>
          </a:r>
        </a:p>
      </dsp:txBody>
      <dsp:txXfrm>
        <a:off x="3068" y="792292"/>
        <a:ext cx="2992040" cy="3853980"/>
      </dsp:txXfrm>
    </dsp:sp>
    <dsp:sp modelId="{B8A33D22-39BE-4DBF-956C-6D8F64EC2776}">
      <dsp:nvSpPr>
        <dsp:cNvPr id="0" name=""/>
        <dsp:cNvSpPr/>
      </dsp:nvSpPr>
      <dsp:spPr>
        <a:xfrm>
          <a:off x="3413995" y="43492"/>
          <a:ext cx="2992040" cy="748800"/>
        </a:xfrm>
        <a:prstGeom prst="rect">
          <a:avLst/>
        </a:prstGeom>
        <a:solidFill>
          <a:schemeClr val="accent5">
            <a:hueOff val="-1003581"/>
            <a:satOff val="-47805"/>
            <a:lumOff val="8529"/>
            <a:alphaOff val="0"/>
          </a:schemeClr>
        </a:solidFill>
        <a:ln w="12700" cap="flat" cmpd="sng" algn="ctr">
          <a:solidFill>
            <a:schemeClr val="accent5">
              <a:hueOff val="-1003581"/>
              <a:satOff val="-47805"/>
              <a:lumOff val="8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Distribution</a:t>
          </a:r>
        </a:p>
      </dsp:txBody>
      <dsp:txXfrm>
        <a:off x="3413995" y="43492"/>
        <a:ext cx="2992040" cy="748800"/>
      </dsp:txXfrm>
    </dsp:sp>
    <dsp:sp modelId="{4D1E8F82-48DE-4590-B72D-455CF46D666B}">
      <dsp:nvSpPr>
        <dsp:cNvPr id="0" name=""/>
        <dsp:cNvSpPr/>
      </dsp:nvSpPr>
      <dsp:spPr>
        <a:xfrm>
          <a:off x="3413995" y="792292"/>
          <a:ext cx="2992040" cy="3853980"/>
        </a:xfrm>
        <a:prstGeom prst="rect">
          <a:avLst/>
        </a:prstGeom>
        <a:solidFill>
          <a:schemeClr val="accent5">
            <a:tint val="40000"/>
            <a:alpha val="90000"/>
            <a:hueOff val="-689767"/>
            <a:satOff val="-27117"/>
            <a:lumOff val="-15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89767"/>
              <a:satOff val="-27117"/>
              <a:lumOff val="-1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Data shape, central tendency, outliers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Continuous or discrete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Histograms, box plots, density plots</a:t>
          </a:r>
        </a:p>
      </dsp:txBody>
      <dsp:txXfrm>
        <a:off x="3413995" y="792292"/>
        <a:ext cx="2992040" cy="3853980"/>
      </dsp:txXfrm>
    </dsp:sp>
    <dsp:sp modelId="{6F2A4FAE-E141-4688-83DC-4FE61D648BF7}">
      <dsp:nvSpPr>
        <dsp:cNvPr id="0" name=""/>
        <dsp:cNvSpPr/>
      </dsp:nvSpPr>
      <dsp:spPr>
        <a:xfrm>
          <a:off x="6824921" y="43492"/>
          <a:ext cx="2992040" cy="748800"/>
        </a:xfrm>
        <a:prstGeom prst="rect">
          <a:avLst/>
        </a:prstGeom>
        <a:solidFill>
          <a:schemeClr val="accent5">
            <a:hueOff val="-2007162"/>
            <a:satOff val="-95610"/>
            <a:lumOff val="17059"/>
            <a:alphaOff val="0"/>
          </a:schemeClr>
        </a:solidFill>
        <a:ln w="12700" cap="flat" cmpd="sng" algn="ctr">
          <a:solidFill>
            <a:schemeClr val="accent5">
              <a:hueOff val="-2007162"/>
              <a:satOff val="-95610"/>
              <a:lumOff val="1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Categorical</a:t>
          </a:r>
        </a:p>
      </dsp:txBody>
      <dsp:txXfrm>
        <a:off x="6824921" y="43492"/>
        <a:ext cx="2992040" cy="748800"/>
      </dsp:txXfrm>
    </dsp:sp>
    <dsp:sp modelId="{AFABA87F-4E9B-45AF-A9FA-D2582C470F4D}">
      <dsp:nvSpPr>
        <dsp:cNvPr id="0" name=""/>
        <dsp:cNvSpPr/>
      </dsp:nvSpPr>
      <dsp:spPr>
        <a:xfrm>
          <a:off x="6824921" y="792292"/>
          <a:ext cx="2992040" cy="3853980"/>
        </a:xfrm>
        <a:prstGeom prst="rect">
          <a:avLst/>
        </a:prstGeom>
        <a:solidFill>
          <a:schemeClr val="accent5">
            <a:tint val="40000"/>
            <a:alpha val="90000"/>
            <a:hueOff val="-1379535"/>
            <a:satOff val="-54235"/>
            <a:lumOff val="-30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379535"/>
              <a:satOff val="-54235"/>
              <a:lumOff val="-3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Comparing categories, proportions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Categorical or nominal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Bar charts, pie charts, violin plots, stacked bar charts</a:t>
          </a:r>
        </a:p>
      </dsp:txBody>
      <dsp:txXfrm>
        <a:off x="6824921" y="792292"/>
        <a:ext cx="2992040" cy="3853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21:28:46.707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1011 1 24575,'0'0'0,"-4"0"0,-7 0 0,-4 0 0,-3 0 0,-4 0 0,-1 0 0,-16 5 0,-1 5 0,-14 0 0,-7 8 0,-7-1 0,-8 3 0,-2 0 0,4 7 0,5-4 0,12-5 0,10-4 0,10-1 0,6-4 0,5-2 0,3-3 0,5 3 0,6 4 0,5 3 0,-7 0 0,-2-3 0,1 7 0,-1-2 0,2 1 0,3 3 0,4 0 0,3 2 0,2 1 0,1 1 0,1 0 0,1 5 0,-1 0 0,6 0 0,9-1 0,0 0 0,4-3 0,2-4 0,1-2 0,-4 5 0,1 1 0,1 0 0,0 1 0,7-5 0,0-1 0,1 0 0,0-4 0,-1 1 0,-1-5 0,-1 7 0,4-4 0,1 3 0,-2-3 0,0-4 0,13 1 0,0 2 0,3-2 0,2-2 0,1-4 0,-3-2 0,4-2 0,1-1 0,-5-1 0,5 0 0,0-1 0,-3 1 0,-6-1 0,-1 1 0,-4 0 0,-3 0 0,-3 0 0,-2 0 0,-3 0 0,0 0 0,5 0 0,-1 0 0,0 0 0,0 0 0,-2 0 0,0 0 0,-1 0 0,4 0 0,0 0 0,-1 0 0,0 0 0,-1 0 0,8 0 0,0 0 0,-1 0 0,-6-5 0,-4 0 0,-2-4 0,0 0 0,0 1 0,0 2 0,6-2 0,0 0 0,0-8 0,0-3 0,-6-3 0,-1 2 0,-1 5 0,0 4 0,6-1 0,1-1 0,1-2 0,-1 1 0,0-2 0,-1-6 0,-6-3 0,0-1 0,-5 0 0,-5-1 0,5 1 0,-2 1 0,3-5 0,-2 1 0,-4 0 0,2 1 0,-3 1 0,-2 2 0,-3 0 0,-1 1 0,-2-5 0,0 0 0,-1 1 0,-1 0 0,1 1 0,-1 1 0,1 1 0,-5-4 0,-9 0 0,-6 5 0,-4 6 0,-6 1 0,-6 5 0,-5 4 0,1 3 0,3 3 0,3 1 0,4 1 0,-7 1 0,1 0 0,2 0 0,2-1 0,-6 0 0,-4 1 0,2-1 0,-2 0 0,3 0 0,4 0 0,4 0 0,2 0 0,3 0 0,7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21:28:50.64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239.67207"/>
      <inkml:brushProperty name="anchorY" value="-461.32602"/>
      <inkml:brushProperty name="scaleFactor" value="0.5"/>
    </inkml:brush>
  </inkml:definitions>
  <inkml:trace contextRef="#ctx0" brushRef="#br0">1019 1 24575,'0'0'0,"0"4"0,0 11 0,0 5 0,0 3 0,0 8 0,-5 10 0,0 0 0,-1-1 0,-12 6 0,-5 6 0,-3-3 0,-2-5 0,-4-5 0,5-5 0,0-6 0,3-6 0,5-3 0,0 4 0,1-4 0,-1 1 0,3 0 0,-1-3 0,-5-4 0,-3 0 0,-6 1 0,0-2 0,-9 2 0,0 7 0,-2 3 0,-7-3 0,7 0 0,5 0 0,5-4 0,8 1 0,4-5 0,-4-3 0,0-4 0,-1 3 0,0 6 0,0 5 0,0-1 0,0-4 0,-4 1 0,1-4 0,4-3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21:28:52.372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2527.95947"/>
      <inkml:brushProperty name="anchorY" value="-191.0179"/>
      <inkml:brushProperty name="scaleFactor" value="0.5"/>
    </inkml:brush>
  </inkml:definitions>
  <inkml:trace contextRef="#ctx0" brushRef="#br0">1 1 24575,'0'0'0,"0"4"0,0 11 0,0 4 0,0 5 0,0 2 0,0 5 0,0 0 0,0 5 0,0-2 0,0-1 0,0-3 0,0-2 0,0-2 0,0-1 0,0 4 0,0 0 0,0-1 0,5-5 0,5-6 0,5-6 0,13-4 0,3-5 0,3-1 0,-2-2 0,-1 0 0,7 0 0,-1 0 0,-2 0 0,-2 1 0,1-1 0,8 1 0,-2 0 0,-1 5 0,0 0 0,-3 4 0,-3 0 0,-3-1 0,-2-2 0,-3-2 0,0-2 0,3-1 0,1-1 0,-1 0 0,-1 0 0,0-1 0,-2 1 0,-5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21:29:06.327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415.6384"/>
      <inkml:brushProperty name="anchorY" value="-3484.31592"/>
      <inkml:brushProperty name="scaleFactor" value="0.5"/>
    </inkml:brush>
  </inkml:definitions>
  <inkml:trace contextRef="#ctx0" brushRef="#br0">910 1 24575,'0'0'0,"-4"0"0,-10 0 0,-6 0 0,-4 0 0,-6 0 0,-1 0 0,-5 4 0,1 1 0,2 0 0,2-1 0,2-1 0,3-1 0,1-1 0,-4-1 0,1 0 0,-1 0 0,2 0 0,0-1 0,1 1 0,2 0 0,-5 0 0,0 0 0,0 0 0,1 0 0,2 0 0,0 0 0,1 5 0,1 0 0,5 9 0,-5 0 0,5 4 0,4 1 0,0-2 0,4 1 0,-2 0 0,3 2 0,2 2 0,3 5 0,2 2 0,-3 4 0,1 0 0,0-1 0,2 3 0,0-2 0,2-2 0,0-1 0,1 2 0,0 3 0,0 0 0,1-2 0,-1-3 0,0-1 0,0 7 0,0-2 0,0 0 0,0-2 0,5-2 0,0-3 0,0-1 0,-2 7 0,0 1 0,-1 4 0,-1 8 0,0-1 0,-1-4 0,0-4 0,-1-5 0,1 2 0,0-3 0,0 3 0,0-2 0,0-1 0,0 3 0,0-2 0,0 3 0,0 9 0,0 2 0,0-2 0,0 6 0,0 1 0,0 4 0,0-4 0,0 14 0,0-7 0,0 0 0,0-8 0,0-8 0,0-7 0,0-5 0,0-4 0,0-2 0,0 4 0,0-1 0,0 1 0,0-1 0,0-1 0,0-1 0,0 0 0,0 9 0,0 0 0,0 4 0,0-1 0,0 7 0,0 2 0,0 2 0,0 2 0,0-5 0,0 4 0,0-5 0,0 1 0,0-5 0,0 5 0,0-4 0,0-3 0,0-5 0,0-2 0,0-4 0,0 3 0,0-1 0,0-1 0,4 4 0,1-1 0,0 4 0,8-2 0,0 4 0,-2-2 0,-2-3 0,-2 3 0,-4-2 0,4-2 0,-1-3 0,-1-1 0,-1-1 0,3-2 0,4 5 0,0 0 0,-2-1 0,-3 0 0,3-6 0,4-7 0,3 0 0,3 1 0,7-4 0,-3 2 0,6-3 0,-1-2 0,0-3 0,0-3 0,4 4 0,3-2 0,0 0 0,-2-2 0,-2-1 0,3 0 0,-3-2 0,-1 0 0,-2 0 0,-6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1:38.636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349.98792"/>
      <inkml:brushProperty name="anchorY" value="2566.67651"/>
      <inkml:brushProperty name="scaleFactor" value="0.5"/>
    </inkml:brush>
  </inkml:definitions>
  <inkml:trace contextRef="#ctx0" brushRef="#br0">1592 300 24575,'0'0'0,"-5"0"0,-10-5 0,-1-5 0,-8 0 0,-3-4 0,-1 2 0,0 2 0,-10-2 0,-5-8 0,2-3 0,-9 3 0,4-2 0,4 6 0,5 3 0,4 5 0,4 4 0,-2 2 0,0 1 0,2 2 0,-4 0 0,0-1 0,-3 1 0,1 0 0,3-1 0,1 0 0,-8 5 0,7 5 0,1 0 0,2-1 0,8 8 0,5 3 0,2-1 0,4 1 0,-2 1 0,-2-4 0,-3 0 0,-8 12 0,-3 2 0,-1 0 0,5 1 0,-4-2 0,5-1 0,6 3 0,-5-1 0,-5 0 0,-2-2 0,0-1 0,-1-2 0,-8 10 0,0-1 0,2 0 0,6-2 0,4 3 0,8-2 0,5-2 0,6-3 0,3-1 0,-7-1 0,1-2 0,1 0 0,2 5 0,2-1 0,7 6 0,6-1 0,2 4 0,5-2 0,2-3 0,4-1 0,-3-3 0,1-7 0,6-1 0,2-6 0,0 0 0,1-4 0,-1-3 0,0-3 0,-1-2 0,9-2 0,1-1 0,-1 0 0,3-1 0,8 1 0,-2-1 0,7 1 0,12 0 0,40-10 0,36-11 0,8-4 0,5-8 0,-12-2 0,-22-4 0,-17 1 0,-22 8 0,-20 7 0,-6 4 0,-10 0 0,-2 5 0,-1-1 0,-2-6 0,-4-3 0,-3 4 0,-2-2 0,-3 5 0,-6 0 0,0-1 0,-1 3 0,6 4 0,-4-1 0,-3-3 0,-1-7 0,-3-4 0,0-1 0,2 4 0,3 0 0,-4 1 0,3 0 0,0-1 0,8-15 0,1-11 0,2-11 0,-6 2 0,-5 5 0,-6 3 0,-5 2 0,-3 5 0,-4 6 0,0 4 0,-1 4 0,0 2 0,0 2 0,0-4 0,-5 5 0,-4 5 0,-11 1 0,-8 5 0,-4-1 0,-1 3 0,2 4 0,1 1 0,2 4 0,2 0 0,-4 2 0,0 0 0,1 1 0,2-1 0,0 1 0,-8-1 0,-5 0 0,-14 1 0,-9-1 0,-6 0 0,0 9 0,8 1 0,5 0 0,5-1 0,6-3 0,-2-3 0,4-1 0,5-1 0,0-1 0,3 0 0,-7 0 0,-2-1 0,-8 1 0,3 0 0,5 0 0,5-1 0,6 1 0,-2 0 0,9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1:41.00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628.48798"/>
      <inkml:brushProperty name="anchorY" value="4085.23047"/>
      <inkml:brushProperty name="scaleFactor" value="0.5"/>
    </inkml:brush>
  </inkml:definitions>
  <inkml:trace contextRef="#ctx0" brushRef="#br0">776 1 24575,'0'0'0,"-4"0"0,-7 5 0,-4 5 0,-14 11 0,1 3 0,-6 9 0,-5 11 0,-3 0 0,0 3 0,-6 1 0,3-4 0,-11 1 0,4-4 0,4-5 0,7-5 0,0-7 0,10-3 0,3 9 0,4-4 0,1 0 0,0-1 0,5 0 0,0-5 0,4 0 0,4 0 0,4 0 0,2 7 0,3 1 0,1 1 0,0-1 0,1 0 0,5-1 0,-1-1 0,1 5 0,3-1 0,5-5 0,-2-1 0,-1-1 0,1-6 0,3 1 0,-2 0 0,17 7 0,9 1 0,6 2 0,-1-5 0,8-1 0,1 5 0,5-4 0,6-1 0,8-4 0,19-6 0,3 1 0,-4-3 0,0-3 0,-3-3 0,-3-2 0,-14-1 0,-12 0 0,-13-2 0,-9-4 0,-6-1 0,5 1 0,4-4 0,3-5 0,4-8 0,12-4 0,8 3 0,9 5 0,-5 0 0,-4-1 0,-11 5 0,-8-7 0,-15-2 0,-5-1 0,-10-7 0,-7 0 0,0-10 0,-3 1 0,-3-8 0,9-3 0,-1 3 0,-2-5 0,-2 5 0,-2 6 0,-7 4 0,-3-4 0,-5 3 0,-5 3 0,-5 3 0,-2 3 0,-3 2 0,-1 2 0,-1-4 0,-10-5 0,-15-4 0,-10 0 0,-8 7 0,-1 3 0,-1 9 0,8 6 0,0 6 0,9 4 0,8 3 0,7 1 0,7 2 0,4-1 0,-7 0 0,1 0 0,1 0 0,1-1 0,2 5 0,2 5 0,2 5 0,-5 0 0,1 2 0,1 2 0,0 8 0,1-4 0,2 1 0,0-5 0,-9-1 0,0 1 0,5-4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1:42.58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1925.1062"/>
      <inkml:brushProperty name="anchorY" value="4953.83545"/>
      <inkml:brushProperty name="scaleFactor" value="0.5"/>
    </inkml:brush>
  </inkml:definitions>
  <inkml:trace contextRef="#ctx0" brushRef="#br0">0 2903 24575,'1363'-2903'0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1:46.754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525.76654"/>
      <inkml:brushProperty name="anchorY" value="4439.11865"/>
      <inkml:brushProperty name="scaleFactor" value="0.5"/>
    </inkml:brush>
  </inkml:definitions>
  <inkml:trace contextRef="#ctx0" brushRef="#br0">0 409 24575,'880'-408'0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1:49.192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739.36694"/>
      <inkml:brushProperty name="anchorY" value="3558.32056"/>
      <inkml:brushProperty name="scaleFactor" value="0.5"/>
    </inkml:brush>
  </inkml:definitions>
  <inkml:trace contextRef="#ctx0" brushRef="#br0">0 0 24575,'288'656'0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2:58.264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891.39502"/>
      <inkml:brushProperty name="anchorY" value="2865.08838"/>
      <inkml:brushProperty name="scaleFactor" value="0.5"/>
    </inkml:brush>
  </inkml:definitions>
  <inkml:trace contextRef="#ctx0" brushRef="#br0">871 0 24575,'0'0'0,"-3"0"0,-6 0 0,-12 5 0,1 3 0,-7 9 0,-8 3 0,-16 3 0,0 4 0,4-3 0,-7-1 0,7-2 0,1-4 0,-2 7 0,-6-4 0,1 1 0,0 7 0,7-4 0,12 1 0,6-2 0,2-1 0,6-1 0,-2-5 0,0 0 0,5 0 0,0 5 0,4 1 0,8-15 0,4-5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2:59.73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751.0556"/>
      <inkml:brushProperty name="anchorY" value="3642.71704"/>
      <inkml:brushProperty name="scaleFactor" value="0.5"/>
    </inkml:brush>
  </inkml:definitions>
  <inkml:trace contextRef="#ctx0" brushRef="#br0">124 0 24575,'0'0'0,"0"3"0,0 6 0,0 3 0,0 8 0,0 3 0,0 5 0,0 1 0,0-1 0,-4 2 0,0-1 0,-5-2 0,1-1 0,2-3 0,-3-1 0,1-1 0,2 0 0,2 3 0,-3-4 0,1 0 0,-2-4 0,0-1 0,-3-4 0,2 1 0,-2 1 0,5-2 0,7-2 0,7-4 0,17-1 0,5-2 0,6-2 0,3 0 0,7 0 0,1-1 0,-1 1 0,-4-1 0,-5 1 0,2 4 0,-8 9 0,-4-1 0,-3 4 0,-3-2 0,-1-3 0,-4-4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3:02.25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431.32129"/>
      <inkml:brushProperty name="anchorY" value="1784.56812"/>
      <inkml:brushProperty name="scaleFactor" value="0.5"/>
    </inkml:brush>
  </inkml:definitions>
  <inkml:trace contextRef="#ctx0" brushRef="#br0">1 1 24575,'0'0'0,"3"0"0,34 0 0,34 0 0,24 0 0,19 0 0,10 0 0,-3 0 0,-3 0 0,0 0 0,-1 0 0,-6 0 0,-8 0 0,-11 0 0,-15 0 0,-12 0 0,-15 0 0,-12 0 0,-12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5:43.152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7875.42725"/>
      <inkml:brushProperty name="anchorY" value="-10326.74023"/>
      <inkml:brushProperty name="scaleFactor" value="0.5"/>
    </inkml:brush>
  </inkml:definitions>
  <inkml:trace contextRef="#ctx0" brushRef="#br0">0 1404 24575,'0'0'0,"0"-4"0,15-22 0,10-14 0,25-15 0,19-10 0,9-12 0,16-5 0,0 4 0,5-4 0,5 1 0,-3-8 0,-15 5 0,-17 7 0,-15 17 0,-18 14 0,-10 14 0,1 14 0,-3 4 0,-1 6 0,1-2 0,0-2 0,1-3 0,-1-4 0,-4-8 0,-10 4 0,-10 3 0,-10 11 0,-36 5 0,-7 9 0,-3 2 0,0 6 0,5-1 0,8-2 0,1-2 0,5-3 0,-1-3 0,4 0 0,2-2 0,2 0 0,2-1 0,2 1 0,1-1 0,0 1 0,-5 0 0,-4 0 0,-1 0 0,1-1 0,7-8 0,8-7 0,6-9 0,16-13 0,9 2 0,13-10 0,4 3 0,8 7 0,0 10 0,4 9 0,-2 7 0,-3 6 0,-4 3 0,7 2 0,-1 1 0,-2 10 0,-3 0 0,8 4 0,-3-2 0,4-2 0,2 1 0,-3 2 0,-3-2 0,-10 3 0,-3 11 0,-7 3 0,-7 2 0,-4 0 0,-4-2 0,-3-1 0,0 3 0,-2 0 0,1-2 0,15-1 0,1-1 0,0-1 0,-3 3 0,-3 5 0,-3 0 0,-3-1 0,-1-2 0,-2 3 0,0-2 0,-1-2 0,-5-6 0,1-12 0,-1-17 0,2-5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5:52.386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8094.0376"/>
      <inkml:brushProperty name="anchorY" value="-10461.13574"/>
      <inkml:brushProperty name="scaleFactor" value="0.5"/>
    </inkml:brush>
  </inkml:definitions>
  <inkml:trace contextRef="#ctx0" brushRef="#br0">0 1 24575,'0'0'0,"4"0"0,7 0 0,14 0 0,4 0 0,4 0 0,0 0 0,-1 0 0,3 0 0,3 0 0,-1 0 0,-3 0 0,-1 0 0,6 0 0,-1 0 0,-2 0 0,-2 0 0,-3 0 0,2 0 0,-2 0 0,5 0 0,8 9 0,8 7 0,4-1 0,16 13 0,0 3 0,23 6 0,17 10 0,0 4 0,-4-3 0,-2 6 0,-19-6 0,-7-4 0,-16-6 0,-13-1 0,-11-8 0,1-3 0,-4 8 0,-3-1 0,-3-5 0,8 3 0,-3-6 0,5 4 0,2-2 0,-3 6 0,-2-6 0,-10-1 0,-8-1 0,-7 5 0,-7-1 0,-3 0 0,-3-1 0,-1 0 0,-1-2 0,0 0 0,1 9 0,0 0 0,1 6 0,-1 7 0,-4-2 0,0-3 0,-9-10 0,-6 1 0,-3-4 0,-2-2 0,-2-7 0,-14-5 0,-1-6 0,0-5 0,-6-3 0,-2-1 0,4-2 0,-11-10 0,1-1 0,3 0 0,2-2 0,7-2 0,5-4 0,11-1 0,-1-8 0,7 0 0,6-1 0,6 0 0,5 2 0,2 1 0,3 0 0,6-3 0,5-1 0,6 6 0,3 2 0,3 0 0,12 5 0,1 5 0,5 0 0,-2 4 0,8 2 0,2 3 0,7 1 0,-5 2 0,-4 1 0,-7 0 0,-5 1 0,0-1 0,2 1 0,8-1 0,-2 0 0,3 5 0,-3 0 0,10 10 0,26 15 0,22 3 0,20 8 0,0-6 0,-16-2 0,-5-3 0,-4 2 0,-8-2 0,1 10 0,6 3 0,-8-5 0,-3-3 0,-3 5 0,-9-7 0,9 8 0,3 7 0,11-1 0,4 6 0,-1 1 0,20 6 0,31 18 0,25 6 0,8 7 0,5-10 0,-15-2 0,-13-9 0,-7-2 0,-21 0 0,-13-9 0,6 0 0,3 12 0,12-1 0,21 8 0,69 26 0,9 6 0,9-15 0,-1 4 0,-4-2 0,-25-6 0,-31-14 0,-24-10 0,-24-3 0,-3-1 0,-12-8 0,11 7 0,-9 3 0,9 3 0,-21-6 0,-6 1 0,-16-8 0,0 1 0,-5 3 0,1 5 0,7 3 0,-1 3 0,2 3 0,-4-9 0,-13-14 0,-20-10 0,-19-18 0,-16-16 0,-21-6 0,-2 0 0,1 0 0,-1 0 0,0 0 0,1 0 0,-1 0 0,1 0 0,-1 0 0,1 0 0,-1-1 0,0 1 0,1 0 0,-1 0 0,1 0 0,-1-1 0,0 1 0,1 0 0,-1-1 0,0 1 0,1 0 0,-1-1 0,0 1 0,0 0 0,1-1 0,-1 1 0,0 0 0,0-1 0,0 1 0,1-1 0,2-21 0,-4-6 0,-2-3 0,-1-1 0,0 2 0,2 0 0,0 12 0,1 12 0,-5 10 0,-14 5 0,-6 1 0,-8-1 0,-2-3 0,6-11 0,7-7 0,7-12 0,7-10 0,4-11 0,4-7 0,1-7 0,2 4 0,-1 5 0,1 7 0,-1 7 0,-1 5 0,1 14 0,-1 22 0,0 26 0,5 20 0,9 19 0,7 14 0,-2 5 0,-2 5 0,-5-1 0,-4-9 0,2-9 0,-3-14 0,-2-7 0,-1-10 0,-2-8 0,-6-16 0,4-19 0,0-1 0,0 0 0,-1 1 0,1-1 0,0 1 0,0-1 0,-1 0 0,1 1 0,0-1 0,0 0 0,-1 1 0,1-1 0,0 0 0,-1 0 0,1 1 0,0-1 0,-1 0 0,1 0 0,-1 0 0,1 1 0,0-1 0,-1 0 0,1 0 0,-1 0 0,1 0 0,0 0 0,-2 0 0,-23-1 0,-5-4 0,-3-6 0,0-1 0,1 2 0,-8 2 0,-13-7 0,-14 2 0,2 2 0,11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5:56.88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2499.20703"/>
      <inkml:brushProperty name="anchorY" value="-17491.41406"/>
      <inkml:brushProperty name="scaleFactor" value="0.5"/>
    </inkml:brush>
  </inkml:definitions>
  <inkml:trace contextRef="#ctx0" brushRef="#br0">4337 304 24575,'0'0'0,"-5"0"0,-6-10 0,1-5 0,-4-5 0,-4 1 0,-7 4 0,-2 4 0,-7-2 0,-10 4 0,-5 2 0,-3 2 0,-1 3 0,-1 0 0,-18 2 0,-35-9 0,-10-6 0,-36 0 0,-35-8 0,-45 3 0,-17-7 0,-11 5 0,1 4 0,-4 5 0,43 5 0,24 4 0,38 2 0,25 7 0,36 6 0,27 0 0,21 4 0,11-1 0,4 2 0,-26 21 0,-13 14 0,-28 11 0,5 8 0,-4 6 0,10-9 0,16 1 0,15-5 0,15-9 0,9-4 0,3-7 0,3-2 0,-7 5 0,1 7 0,5-3 0,3-4 0,3-6 0,6 5 0,1-5 0,4 3 0,5 6 0,3 1 0,3-2 0,2 9 0,1 15 0,1 1 0,0 4 0,4-9 0,1-53 0,-2-1 0,0-1 0,8 17 0,-7-23 0,0 2 0,1 0 0,0 0 0,13 14 0,-7-13 0,-1 0 0,0-1 0,25 14 0,-2-4 0,42 16 0,48 7 0,129-2 0,62-9 0,40-9 0,22-9-3214,5-10 4132,-33-11-1377,-52-12 459,-68-5 0,-63-5 0,-55 5 0,-98 21 0,-2 0 0,0 0 0,0-1 0,11-7 0,-14 9 0,-4 0 0,1 0 0,0 0 0,-1 0 0,0-1 0,7-6 0,17-19 0,2 6 0,8 7 3214,15 0-4132,15 5 1377,18-7-459,-5 3 0,-5-2 0,8-8 0,4 3 0,-1 5 0,-7 3 0,-2 6 0,-13-1 0,-6-3 0,-11 1 0,1-2 0,-6 2 0,-5 2 0,-4-2 0,-5 2 0,-6-8 0,-8-4 0,-6-2 0,5-7 0,-1-1 0,-3-6 0,-3 2 0,-2-4 0,-2 2 0,-2-7 0,-1 2 0,-5-12 0,-16-12 0,-15-27 0,-14-9 0,-2 7 0,7 15 0,7 15 0,5 11 0,4 16 0,8 8 0,2 6 0,5 3 0,-5 6 0,-2 4 0,-1 4 0,-3 4 0,0 2 0,0 1 0,4 6 0,1 0 0,4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9:14.59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0282.10547"/>
      <inkml:brushProperty name="anchorY" value="-3671.96436"/>
      <inkml:brushProperty name="scaleFactor" value="0.5"/>
    </inkml:brush>
  </inkml:definitions>
  <inkml:trace contextRef="#ctx0" brushRef="#br0">0 429 24575,'0'0'0,"0"-4"0,0-7 0,0-5 0,5-3 0,15-14 0,21-1 0,13-7 0,18 1 0,16-1 0,10 2 0,0 3 0,-13 8 0,-10-1 0,-15 7 0,-8 6 0,-10 5 0,-2 5 0,5 4 0,11 1 0,13 2 0,26 9 0,1 12 0,14-1 0,-13 4 0,-5-5 0,-7 0 0,-11 5 0,-13 2 0,-2-5 0,-10 0 0,-8 0 0,-6-5 0,-5 1 0,2 1 0,-3 6 0,-5 1 0,-6 2 0,-6 1 0,-1-2 0,-3 0 0,-3-1 0,-1 0 0,-2 24 0,-12 1 0,-5-1 0,-6-4 0,-3-11 0,-7 4 0,0-4 0,-6-7 0,1-7 0,-8-8 0,2-6 0,2-4 0,0-2 0,3-2 0,-3-1 0,4 1 0,3-1 0,2 2 0,-2-1 0,-4-4 0,1-6 0,2 1 0,-2-9 0,1 1 0,-2-7 0,-4-6 0,-2 3 0,7 0 0,3-4 0,5 6 0,6 1 0,8 1 0,5-4 0,5-1 0,2 1 0,2-1 0,6 7 0,15 6 0,6 5 0,8 5 0,21 4 0,1 1 0,7 2 0,-1 0 0,-2 0 0,-7 0 0,-9 0 0,2 0 0,-4-1 0,-5 0 0,0 0 0,2 0 0,-2 0 0,-3 10 0,-4 0 0,-2 0 0,-2 3 0,4-2 0,4 3 0,0 2 0,-2 4 0,-2-4 0,-6 2 0,7-4 0,-1-3 0,1-4 0,8 12 0,-1-2 0,-1 4 0,1-4 0,3 12 0,2 1 0,2 1 0,-3-6 0,-4-6 0,-4 9 0,-5-5 0,-2-4 0,-7-1 0,4 1 0,-1 1 0,1 2 0,0 0 0,1 7 0,-1 0 0,0 1 0,-4-1 0,4 0 0,0 8 0,0-6 0,-4 0 0,0-8 0,-5-1 0,0-1 0,1-1 0,2 1 0,-3 12 0,11 0 0,-3 11 0,1 0 0,11 2 0,-1 1 0,10 2 0,-1-5 0,2-9 0,-8-5 0,-5-5 0,5 8 0,-1-5 0,7 10 0,-2-1 0,-2 3 0,-4-7 0,-4-2 0,-8 1 0,-2-6 0,-2-2 0,-4 0 0,5-2 0,6 11 0,-3 1 0,1 0 0,5 14 0,-5-2 0,-1 3 0,0 5 0,4 6 0,-4-4 0,0-7 0,-5-1 0,-1-3 0,-4-4 0,0-5 0,-3 1 0,-2 7 0,1 8 0,-2 3 0,-2 6 0,9 0 0,3-1 0,4-8 0,-3-2 0,-4 2 0,-4-5 0,0 0 0,8 5 0,-2 5 0,-3 2 0,2 3 0,-4 0 0,-2 2 0,0 3 0,9 17 0,-2-1 0,-2 0 0,-4-11 0,-3-2 0,-4 2 0,-2-3 0,-1 0 0,3 1 0,1-9 0,-1-9 0,9-4 0,0 3 0,-2 3 0,-2 2 0,3 5 0,-3-1 0,-1 4 0,-3 7 0,3 3 0,-2-7 0,0 6 0,-2-11 0,-1-8 0,-2 0 0,0-8 0,-1 10 0,0-6 0,0 10 0,-1-5 0,11 0 0,0 12 0,0 0 0,3-7 0,-2 2 0,-1-8 0,1-3 0,3-8 0,-2 0 0,-2-5 0,2 1 0,-2-4 0,-3 7 0,3-2 0,8-2 0,4 12 0,3 21 0,7-1 0,-5 4 0,0-3 0,-6-5 0,-2-5 0,1-10 0,-4-8 0,5 2 0,1-9 0,-2-5 0,0-8 0,1-7 0,0-7 0,2-5 0,0-2 0,7-3 0,0 0 0,0-1 0,-1 6 0,-1 5 0,-1 0 0,9 5 0,5-2 0,9 7 0,-1-1 0,-4 2 0,-5-4 0,-1-4 0,-3 1 0,-3-3 0,-4 2 0,-1-2 0,-2-2 0,-1-3 0,4-2 0,-14-1 0,-6-6 0,-11-16 0,-8-6 0,-12-9 0,0 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39:16.16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7305.13672"/>
      <inkml:brushProperty name="anchorY" value="-11748.88086"/>
      <inkml:brushProperty name="scaleFactor" value="0.5"/>
    </inkml:brush>
  </inkml:definitions>
  <inkml:trace contextRef="#ctx0" brushRef="#br0">798 1 24575,'0'0'0,"0"4"0,0 7 0,0 4 0,0 4 0,0 3 0,5 3 0,0 0 0,0 6 0,4 5 0,-1 0 0,-1-1 0,4-7 0,2 6 0,0-1 0,2 0 0,8-7 0,2-2 0,2-2 0,1-5 0,-6 5 0,0-4 0,0-4 0,-1-3 0,-3 0 0,-15 2 0,-19 3 0,-10-2 0,-6 3 0,-1 6 0,-10 3 0,-8 1 0,-14 11 0,-16 5 0,4 4 0,-6 2 0,1-2 0,-9 4 0,6-9 0,17-5 0,4-10 0,11-9 0,15-3 0,3-5 0,6 6 0,2-2 0,6-3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40:41.725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1059.87598"/>
      <inkml:brushProperty name="anchorY" value="-2958.97388"/>
      <inkml:brushProperty name="scaleFactor" value="0.5"/>
    </inkml:brush>
  </inkml:definitions>
  <inkml:trace contextRef="#ctx0" brushRef="#br0">2270 27 24575,'0'0'0,"-8"0"0,-9 0 0,-8 0 0,-3 0 0,-8 0 0,0 0 0,2 0 0,-9 0 0,-2 0 0,-8 0 0,-7 0 0,-11 0 0,5 0 0,-3 5 0,5 1 0,-1 9 0,3-1 0,-11 0 0,1-4 0,-11-3 0,4-3 0,-16 3 0,-3-1 0,6 4 0,13-1 0,16-1 0,9-2 0,12 7 0,-8 5 0,-5-2 0,-7 2 0,0 12 0,-4-3 0,8 1 0,7-6 0,9-5 0,2-2 0,5 2 0,3-4 0,9 6 0,1 3 0,2 3 0,4 0 0,5 1 0,4 0 0,3 0 0,3 4 0,0 1 0,2-1 0,15 4 0,5 5 0,5-2 0,2 3 0,1-3 0,0-7 0,-2-3 0,5 2 0,4 4 0,19 5 0,25 10 0,14-2 0,18 2 0,9-4 0,2-10 0,-8-10 0,-15 1 0,-10-6 0,-9-1 0,-14-5 0,-10-3 0,-10-4 0,1-3 0,8-1 0,12-2 0,0-1 0,0 0 0,6 1 0,6-1 0,1 1 0,-9-1 0,-2 1 0,4 0 0,-5 0 0,11 0 0,6 0 0,16 0 0,0-10 0,2-5 0,-1 0 0,-5-8 0,-16-2 0,-6 2 0,-15 6 0,-12 0 0,-11 4 0,-6 4 0,-6-1 0,3 2 0,-1-3 0,-1 1 0,0-3 0,0-2 0,-1 1 0,-6-7 0,-5-2 0,-5-3 0,0 5 0,7 5 0,4 0 0,3-1 0,1-2 0,2-1 0,-1 3 0,1-6 0,4-2 0,-1-1 0,1 0 0,-2 0 0,-1-1 0,-1 2 0,8-6 0,-4 1 0,-1 4 0,-2 2 0,-1-3 0,-2-6 0,5-5 0,0 0 0,-6 2 0,-5-2 0,-2 7 0,-4 3 0,-5 2 0,-3 2 0,-3 0 0,-1 1 0,-1-1 0,-5 5 0,-11 0 0,-5-5 0,-4 3 0,-2-1 0,0 0 0,-1 4 0,-9 4 0,-5 0 0,1 4 0,-8 3 0,-1 2 0,-2 2 0,-1 2 0,6 1 0,5 0 0,-3 1 0,3 0 0,4-1 0,4 0 0,-6 1 0,2-1 0,-3 0 0,-57 5 0,-24 0 0,-2 5 0,4-1 0,20 5 0,22-3 0,9-2 0,11-2 0,10-3 0,9-2 0,2-1 0,9-1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8T19:43:05.099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8928.19434"/>
      <inkml:brushProperty name="anchorY" value="-2728.31592"/>
      <inkml:brushProperty name="scaleFactor" value="0.5"/>
    </inkml:brush>
  </inkml:definitions>
  <inkml:trace contextRef="#ctx0" brushRef="#br0">579 1 24575,'0'0'0,"-8"0"0,-9 0 0,-3 0 0,-4 0 0,-1 0 0,-1 0 0,-1 0 0,-4 5 0,0 0 0,6 6 0,0-2 0,2 4 0,0-2 0,0 9 0,0-3 0,-1-3 0,-10-3 0,-1-4 0,0-3 0,2-2 0,7 3 0,7 9 0,7 6 0,6 3 0,3 8 0,3 1 0,1 0 0,0-1 0,1-1 0,-1-3 0,0 10 0,-1-1 0,0 4 0,0-2 0,0 8 0,0 2 0,5 7 0,0-4 0,0 11 0,-1 38 0,-1 35 0,-1 10 0,14-5 0,0-8 0,0-20 0,6-14 0,-3-11 0,1-19 0,-3 1 0,-5-13 0,-4-8 0,-3-4 0,-3 4 0,3 5 0,0 1 0,5-3 0,-1-2 0,-2-5 0,-1-1 0,-3-5 0,0-4 0,-2 7 0,-1 2 0,5 4 0,-1 1 0,11 22 0,-1 11 0,-1 15 0,-2-3 0,-4-2 0,-3-9 0,-2-5 0,-1-8 0,-1-7 0,0-10 0,-1-9 0,0-8 0,1-5 0,0-4 0,-1-2 0,1 4 0,0 6 0,0-1 0,0 0 0,0-1 0,0-3 0,0 4 0,0-2 0,0 0 0,0-2 0,0-1 0,5-12 0,0-11 0,5-5 0,-1-9 0,4-1 0,4 0 0,7 2 0,8 3 0,1 1 0,6 2 0,19 2 0,13 0 0,7 0 0,9 0 0,16 1 0,4 4 0,8 0 0,19 0 0,-1 10 0,-4-2 0,-1 0 0,-7-4 0,-22-2 0,-16-3 0,-14-2 0,-16-2 0,-16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aboudh@purdue.edu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theorylab.github.io/beer-game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10.xml"/><Relationship Id="rId18" Type="http://schemas.openxmlformats.org/officeDocument/2006/relationships/image" Target="../media/image31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30.png"/><Relationship Id="rId17" Type="http://schemas.openxmlformats.org/officeDocument/2006/relationships/customXml" Target="../ink/ink12.xml"/><Relationship Id="rId2" Type="http://schemas.openxmlformats.org/officeDocument/2006/relationships/image" Target="../media/image26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10" Type="http://schemas.openxmlformats.org/officeDocument/2006/relationships/image" Target="../media/image29.png"/><Relationship Id="rId4" Type="http://schemas.openxmlformats.org/officeDocument/2006/relationships/image" Target="../media/image260.png"/><Relationship Id="rId9" Type="http://schemas.openxmlformats.org/officeDocument/2006/relationships/customXml" Target="../ink/ink8.xml"/><Relationship Id="rId1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customXml" Target="../ink/ink14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7.xml"/><Relationship Id="rId5" Type="http://schemas.openxmlformats.org/officeDocument/2006/relationships/image" Target="../media/image45.png"/><Relationship Id="rId4" Type="http://schemas.openxmlformats.org/officeDocument/2006/relationships/customXml" Target="../ink/ink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MGMT590 -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257" y="3107129"/>
            <a:ext cx="7763458" cy="98023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Dr. Cecilia Ying</a:t>
            </a:r>
          </a:p>
          <a:p>
            <a:r>
              <a:rPr lang="en-US" dirty="0"/>
              <a:t>Updated: 09/02/2025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406D27-7898-9235-DFA5-6B5915F49E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Bonus marks – Here’s a “special”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26D66-8CCD-76D5-0895-C7D213D44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5934975" cy="44547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5 mins </a:t>
            </a:r>
            <a:r>
              <a:rPr lang="en-US" sz="3600" dirty="0">
                <a:solidFill>
                  <a:srgbClr val="0070C0"/>
                </a:solidFill>
              </a:rPr>
              <a:t>show and tell </a:t>
            </a:r>
            <a:r>
              <a:rPr lang="en-US" sz="3600" dirty="0"/>
              <a:t>of a “special”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 Post it on the portal under “Discussions”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US" sz="22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446A55-068C-27BA-6336-6078DA31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Special Announcement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173D7-F93A-419A-2E83-EE3B9347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985C17-DFAB-E70B-0503-BC8F1B263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638" y="679520"/>
            <a:ext cx="4415018" cy="54133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246318-618D-0CF1-1158-E16AB62E8D8B}"/>
                  </a:ext>
                </a:extLst>
              </p14:cNvPr>
              <p14:cNvContentPartPr/>
              <p14:nvPr/>
            </p14:nvContentPartPr>
            <p14:xfrm>
              <a:off x="9824006" y="965642"/>
              <a:ext cx="856440" cy="363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246318-618D-0CF1-1158-E16AB62E8D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88366" y="930002"/>
                <a:ext cx="928080" cy="43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8DDC9DD-69E5-FE3A-64D0-C96ECE01896C}"/>
              </a:ext>
            </a:extLst>
          </p:cNvPr>
          <p:cNvGrpSpPr/>
          <p:nvPr/>
        </p:nvGrpSpPr>
        <p:grpSpPr>
          <a:xfrm>
            <a:off x="10382006" y="3294842"/>
            <a:ext cx="366840" cy="371880"/>
            <a:chOff x="10382006" y="3294842"/>
            <a:chExt cx="366840" cy="37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0B6C887-2C34-B1D8-AE78-38E2077D9D32}"/>
                    </a:ext>
                  </a:extLst>
                </p14:cNvPr>
                <p14:cNvContentPartPr/>
                <p14:nvPr/>
              </p14:nvContentPartPr>
              <p14:xfrm>
                <a:off x="10382006" y="3294842"/>
                <a:ext cx="366840" cy="360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0B6C887-2C34-B1D8-AE78-38E2077D9D3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46366" y="3259202"/>
                  <a:ext cx="4384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9552056-F570-1895-B837-EFF2F8A6E3ED}"/>
                    </a:ext>
                  </a:extLst>
                </p14:cNvPr>
                <p14:cNvContentPartPr/>
                <p14:nvPr/>
              </p14:nvContentPartPr>
              <p14:xfrm>
                <a:off x="10402886" y="3467642"/>
                <a:ext cx="318600" cy="199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9552056-F570-1895-B837-EFF2F8A6E3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67246" y="3432002"/>
                  <a:ext cx="390240" cy="27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2C83D25-1A41-E32E-572A-3ACA0CF31021}"/>
                  </a:ext>
                </a:extLst>
              </p14:cNvPr>
              <p14:cNvContentPartPr/>
              <p14:nvPr/>
            </p14:nvContentPartPr>
            <p14:xfrm>
              <a:off x="7056326" y="4520282"/>
              <a:ext cx="327960" cy="1415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2C83D25-1A41-E32E-572A-3ACA0CF3102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20326" y="4484642"/>
                <a:ext cx="399600" cy="14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643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DD2275-B8A4-D512-74A2-2B55166FDB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1F760-311E-4A01-D249-E7A603E7E6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 dirty="0"/>
              <a:t>Akshat </a:t>
            </a:r>
            <a:r>
              <a:rPr lang="en-US" sz="3000" dirty="0" err="1"/>
              <a:t>Boudh</a:t>
            </a:r>
            <a:r>
              <a:rPr lang="en-US" sz="3000" dirty="0"/>
              <a:t> (</a:t>
            </a:r>
            <a:r>
              <a:rPr lang="en-US" sz="3000" dirty="0">
                <a:hlinkClick r:id="rId2"/>
              </a:rPr>
              <a:t>aboudh@purdue.edu</a:t>
            </a:r>
            <a:r>
              <a:rPr lang="en-US" sz="3000" dirty="0"/>
              <a:t>) </a:t>
            </a:r>
          </a:p>
          <a:p>
            <a:endParaRPr lang="en-US" sz="3000" dirty="0"/>
          </a:p>
          <a:p>
            <a:r>
              <a:rPr lang="en-US" sz="3000" dirty="0"/>
              <a:t>Office Hours:</a:t>
            </a:r>
          </a:p>
          <a:p>
            <a:pPr marL="285750" indent="-285750">
              <a:buFontTx/>
              <a:buChar char="-"/>
            </a:pPr>
            <a:r>
              <a:rPr lang="en-US" sz="3000" dirty="0"/>
              <a:t>Tuesdays noon – 1 pm and 2 pm – 3 pm 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88935C-2F51-D6B3-FDEE-7DA1475E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Special Announcement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FE1A0-FA5C-1BF3-999C-B3C3982DC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576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515F7-A571-FFF5-9C55-092FA19EF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8709F4-451A-2B63-E3E9-658C206C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 dirty="0"/>
              <a:t>The Classic Beer Game – Bullwhip Effect in Inventory Management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7CB5E3E-471C-6D78-B807-187A80D25D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GPT5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4CC91-92B4-30B7-5F4E-607FC23A9C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5E2A9BC-961F-FB84-28FF-BB3CC0822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74"/>
          <a:stretch>
            <a:fillRect/>
          </a:stretch>
        </p:blipFill>
        <p:spPr bwMode="auto">
          <a:xfrm>
            <a:off x="1554956" y="1473674"/>
            <a:ext cx="9082087" cy="453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8CFA09-F6F2-DA01-2C40-F525E55ED5F5}"/>
              </a:ext>
            </a:extLst>
          </p:cNvPr>
          <p:cNvSpPr txBox="1"/>
          <p:nvPr/>
        </p:nvSpPr>
        <p:spPr>
          <a:xfrm>
            <a:off x="6722978" y="6105767"/>
            <a:ext cx="4461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https://infotheorylab.github.io/beer-game/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640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24127F-4BFD-C370-4B24-2FBFBC4608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Inventory and Backlog Levels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48DF7F-0EA6-7D65-76AE-AE800AA83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weird?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1311C-C002-41AD-2CFD-F6ECD99C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84BFDB-F8EC-C414-F441-F86C37BFCC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06" b="16454"/>
          <a:stretch>
            <a:fillRect/>
          </a:stretch>
        </p:blipFill>
        <p:spPr bwMode="auto">
          <a:xfrm>
            <a:off x="1238970" y="1409607"/>
            <a:ext cx="9572253" cy="449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5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426217-EC40-A000-FD1F-A5FD4B0857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GPT5 vs. GPT4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C08492-CF94-4762-D60A-4AAEDDA1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Spot the differences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A56AA-13AC-3B3B-5A74-73417EE1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F9E42A4-C6FE-017D-7616-F79575B83E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74"/>
          <a:stretch>
            <a:fillRect/>
          </a:stretch>
        </p:blipFill>
        <p:spPr bwMode="auto">
          <a:xfrm>
            <a:off x="0" y="1889338"/>
            <a:ext cx="6924212" cy="346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4C25A7-3D51-1EC0-CC8B-16698EA75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813" y="1809129"/>
            <a:ext cx="5907892" cy="3461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EE9B9A-E1C0-A6F5-6D6C-2867184C051D}"/>
              </a:ext>
            </a:extLst>
          </p:cNvPr>
          <p:cNvSpPr txBox="1"/>
          <p:nvPr/>
        </p:nvSpPr>
        <p:spPr>
          <a:xfrm>
            <a:off x="2760453" y="1379795"/>
            <a:ext cx="108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GPT5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84890B-3876-C9C2-4578-2EAFD0B5BF10}"/>
              </a:ext>
            </a:extLst>
          </p:cNvPr>
          <p:cNvSpPr txBox="1"/>
          <p:nvPr/>
        </p:nvSpPr>
        <p:spPr>
          <a:xfrm>
            <a:off x="8727057" y="1368873"/>
            <a:ext cx="108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GPT4</a:t>
            </a:r>
          </a:p>
        </p:txBody>
      </p:sp>
    </p:spTree>
    <p:extLst>
      <p:ext uri="{BB962C8B-B14F-4D97-AF65-F5344CB8AC3E}">
        <p14:creationId xmlns:p14="http://schemas.microsoft.com/office/powerpoint/2010/main" val="2919417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DCEEB4-9A00-2387-35CD-97527417ED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GPT5 vs. GPT4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A15E6F-DF72-2F89-69B3-3F89D1A70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Spot the differences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06F25-525F-98B0-4AF9-C9823CFBD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2E4A9A-62C4-E6EE-3DEF-CF1F1BB24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656" y="2256190"/>
            <a:ext cx="5425301" cy="2762172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05821A31-64BC-0D63-576D-168933F5D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06" b="16454"/>
          <a:stretch>
            <a:fillRect/>
          </a:stretch>
        </p:blipFill>
        <p:spPr bwMode="auto">
          <a:xfrm>
            <a:off x="270326" y="2256190"/>
            <a:ext cx="5712020" cy="268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D7C8EC-84DF-D7FF-B685-116BC87E2360}"/>
              </a:ext>
            </a:extLst>
          </p:cNvPr>
          <p:cNvSpPr txBox="1"/>
          <p:nvPr/>
        </p:nvSpPr>
        <p:spPr>
          <a:xfrm>
            <a:off x="2751827" y="1765959"/>
            <a:ext cx="108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GPT5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3FB44-7681-B6DA-BBCF-372666A531DD}"/>
              </a:ext>
            </a:extLst>
          </p:cNvPr>
          <p:cNvSpPr txBox="1"/>
          <p:nvPr/>
        </p:nvSpPr>
        <p:spPr>
          <a:xfrm>
            <a:off x="8718431" y="1755037"/>
            <a:ext cx="108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GPT4</a:t>
            </a:r>
          </a:p>
        </p:txBody>
      </p:sp>
    </p:spTree>
    <p:extLst>
      <p:ext uri="{BB962C8B-B14F-4D97-AF65-F5344CB8AC3E}">
        <p14:creationId xmlns:p14="http://schemas.microsoft.com/office/powerpoint/2010/main" val="4086839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E678-759D-016F-F931-5296AD94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A0B1-52DA-A640-AD89-183CA8E0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8258308" cy="719757"/>
          </a:xfrm>
        </p:spPr>
        <p:txBody>
          <a:bodyPr/>
          <a:lstStyle/>
          <a:p>
            <a:r>
              <a:rPr lang="en-US" dirty="0"/>
              <a:t>Choosing the Right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1FB2-08BF-B528-29E8-0F8906DC6B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A44A4-02B1-803D-F3E8-D8BCF75104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8D37F-1BD2-0F57-4B4D-046809A2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97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2D9FCD-B550-C224-7C4E-3B178C2A07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 many to choose from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BEB9B9-0D3E-5408-273E-2DD2EEB2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types of charts &amp; graphs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463F4-DDED-2783-9B5D-205AABFB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 descr="Colorful candy jars on shelves">
            <a:extLst>
              <a:ext uri="{FF2B5EF4-FFF2-40B4-BE49-F238E27FC236}">
                <a16:creationId xmlns:a16="http://schemas.microsoft.com/office/drawing/2014/main" id="{483C8366-827D-292F-7959-225DCE3F8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712" y="1320051"/>
            <a:ext cx="7114575" cy="48385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06832D-1440-D073-4A31-9909C719E424}"/>
              </a:ext>
            </a:extLst>
          </p:cNvPr>
          <p:cNvSpPr txBox="1"/>
          <p:nvPr/>
        </p:nvSpPr>
        <p:spPr>
          <a:xfrm>
            <a:off x="2344881" y="3176137"/>
            <a:ext cx="7502236" cy="8617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/>
              <a:t>Which one do you know?</a:t>
            </a:r>
          </a:p>
        </p:txBody>
      </p:sp>
    </p:spTree>
    <p:extLst>
      <p:ext uri="{BB962C8B-B14F-4D97-AF65-F5344CB8AC3E}">
        <p14:creationId xmlns:p14="http://schemas.microsoft.com/office/powerpoint/2010/main" val="64895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29BC8-3DC7-3495-A596-55069B24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59F50-F6FA-3D2E-BA27-4FDEE6DA3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" y="51916"/>
            <a:ext cx="12079386" cy="67541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B02BA3-4556-B816-8C39-32E305907EEC}"/>
              </a:ext>
            </a:extLst>
          </p:cNvPr>
          <p:cNvSpPr txBox="1"/>
          <p:nvPr/>
        </p:nvSpPr>
        <p:spPr>
          <a:xfrm>
            <a:off x="257908" y="609600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lmplot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FC156-13B7-445A-A56C-3E2F324F51A4}"/>
              </a:ext>
            </a:extLst>
          </p:cNvPr>
          <p:cNvSpPr txBox="1"/>
          <p:nvPr/>
        </p:nvSpPr>
        <p:spPr>
          <a:xfrm>
            <a:off x="1961661" y="609600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scatterplot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D4273-16E5-108B-F572-2C8DE4145FFD}"/>
              </a:ext>
            </a:extLst>
          </p:cNvPr>
          <p:cNvSpPr txBox="1"/>
          <p:nvPr/>
        </p:nvSpPr>
        <p:spPr>
          <a:xfrm>
            <a:off x="3708401" y="609600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lineplot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0EC03-03F4-FB92-1C82-17F933C9F30D}"/>
              </a:ext>
            </a:extLst>
          </p:cNvPr>
          <p:cNvSpPr txBox="1"/>
          <p:nvPr/>
        </p:nvSpPr>
        <p:spPr>
          <a:xfrm>
            <a:off x="5412154" y="609600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displot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01DA47-76D5-5DB7-52F8-C7032EEE8CED}"/>
              </a:ext>
            </a:extLst>
          </p:cNvPr>
          <p:cNvSpPr txBox="1"/>
          <p:nvPr/>
        </p:nvSpPr>
        <p:spPr>
          <a:xfrm>
            <a:off x="7115907" y="609600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replot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8A646C-21C1-4B28-4DBD-5A7F0FF4AE77}"/>
              </a:ext>
            </a:extLst>
          </p:cNvPr>
          <p:cNvSpPr txBox="1"/>
          <p:nvPr/>
        </p:nvSpPr>
        <p:spPr>
          <a:xfrm>
            <a:off x="8819660" y="609600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catplot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B449BE-B8B3-7C9D-B447-4E77DF2A3457}"/>
              </a:ext>
            </a:extLst>
          </p:cNvPr>
          <p:cNvSpPr txBox="1"/>
          <p:nvPr/>
        </p:nvSpPr>
        <p:spPr>
          <a:xfrm>
            <a:off x="10566400" y="609600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boxplot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D4EBCA-ACE1-4375-434A-28C54A9F04EE}"/>
              </a:ext>
            </a:extLst>
          </p:cNvPr>
          <p:cNvSpPr txBox="1"/>
          <p:nvPr/>
        </p:nvSpPr>
        <p:spPr>
          <a:xfrm>
            <a:off x="257908" y="2356339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violinplot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5A29E0-35FA-49CB-8B7E-D37467B9D051}"/>
              </a:ext>
            </a:extLst>
          </p:cNvPr>
          <p:cNvSpPr txBox="1"/>
          <p:nvPr/>
        </p:nvSpPr>
        <p:spPr>
          <a:xfrm>
            <a:off x="1961661" y="2356339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relplot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ED88DD-DBC4-A69A-0B82-31BAADF5A402}"/>
              </a:ext>
            </a:extLst>
          </p:cNvPr>
          <p:cNvSpPr txBox="1"/>
          <p:nvPr/>
        </p:nvSpPr>
        <p:spPr>
          <a:xfrm>
            <a:off x="3708401" y="2356339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jointplot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67AC1A-F0A5-4C2F-6128-F8EB9B21CCCD}"/>
              </a:ext>
            </a:extLst>
          </p:cNvPr>
          <p:cNvSpPr txBox="1"/>
          <p:nvPr/>
        </p:nvSpPr>
        <p:spPr>
          <a:xfrm>
            <a:off x="5412154" y="2356339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histplot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BE63E9-923D-840C-87A8-8AFA6220B25E}"/>
              </a:ext>
            </a:extLst>
          </p:cNvPr>
          <p:cNvSpPr txBox="1"/>
          <p:nvPr/>
        </p:nvSpPr>
        <p:spPr>
          <a:xfrm>
            <a:off x="7115907" y="2356339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boxplot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E228A2-8096-3A16-5604-87652E68D947}"/>
              </a:ext>
            </a:extLst>
          </p:cNvPr>
          <p:cNvSpPr txBox="1"/>
          <p:nvPr/>
        </p:nvSpPr>
        <p:spPr>
          <a:xfrm>
            <a:off x="8819660" y="2356339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stripplot</a:t>
            </a:r>
            <a:endParaRPr 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AF0A77-030C-A19E-ED94-2C8F7FE0169A}"/>
              </a:ext>
            </a:extLst>
          </p:cNvPr>
          <p:cNvSpPr txBox="1"/>
          <p:nvPr/>
        </p:nvSpPr>
        <p:spPr>
          <a:xfrm>
            <a:off x="10566400" y="2356339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JointGrid</a:t>
            </a:r>
            <a:endParaRPr 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14734-4636-1DA8-B4AC-E3D56BC2C3D5}"/>
              </a:ext>
            </a:extLst>
          </p:cNvPr>
          <p:cNvSpPr txBox="1"/>
          <p:nvPr/>
        </p:nvSpPr>
        <p:spPr>
          <a:xfrm>
            <a:off x="257908" y="4103078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jointplot</a:t>
            </a:r>
            <a:endParaRPr 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FA6B14-C330-B1DE-F1F9-2C483652F183}"/>
              </a:ext>
            </a:extLst>
          </p:cNvPr>
          <p:cNvSpPr txBox="1"/>
          <p:nvPr/>
        </p:nvSpPr>
        <p:spPr>
          <a:xfrm>
            <a:off x="1961661" y="4103078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FacetGrid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A644DE-FEFF-B2CA-608F-C6B097D38B20}"/>
              </a:ext>
            </a:extLst>
          </p:cNvPr>
          <p:cNvSpPr txBox="1"/>
          <p:nvPr/>
        </p:nvSpPr>
        <p:spPr>
          <a:xfrm>
            <a:off x="3708401" y="4103078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boxenplot</a:t>
            </a:r>
            <a:endParaRPr 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88E172-2C1B-F5A2-8F7B-289ED4DF9816}"/>
              </a:ext>
            </a:extLst>
          </p:cNvPr>
          <p:cNvSpPr txBox="1"/>
          <p:nvPr/>
        </p:nvSpPr>
        <p:spPr>
          <a:xfrm>
            <a:off x="5412154" y="4103078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scatterplot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1E0A82-996E-10A5-94B0-FE586F25FC17}"/>
              </a:ext>
            </a:extLst>
          </p:cNvPr>
          <p:cNvSpPr txBox="1"/>
          <p:nvPr/>
        </p:nvSpPr>
        <p:spPr>
          <a:xfrm>
            <a:off x="7115907" y="4103078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lmplot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5116E3-CA75-62FC-B94F-9480407D3DE0}"/>
              </a:ext>
            </a:extLst>
          </p:cNvPr>
          <p:cNvSpPr txBox="1"/>
          <p:nvPr/>
        </p:nvSpPr>
        <p:spPr>
          <a:xfrm>
            <a:off x="8819660" y="4103078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FacetGrid</a:t>
            </a:r>
            <a:endParaRPr 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BEB049-A882-3C39-3819-C776CCA1628A}"/>
              </a:ext>
            </a:extLst>
          </p:cNvPr>
          <p:cNvSpPr txBox="1"/>
          <p:nvPr/>
        </p:nvSpPr>
        <p:spPr>
          <a:xfrm>
            <a:off x="10566400" y="4103078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heatmap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04A229-ADDD-1FA2-96E1-87A33CA4067D}"/>
              </a:ext>
            </a:extLst>
          </p:cNvPr>
          <p:cNvSpPr txBox="1"/>
          <p:nvPr/>
        </p:nvSpPr>
        <p:spPr>
          <a:xfrm>
            <a:off x="257908" y="5849817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JointGrid</a:t>
            </a:r>
            <a:endParaRPr 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AB0902-0B34-C247-4701-FFE2DB9607CF}"/>
              </a:ext>
            </a:extLst>
          </p:cNvPr>
          <p:cNvSpPr txBox="1"/>
          <p:nvPr/>
        </p:nvSpPr>
        <p:spPr>
          <a:xfrm>
            <a:off x="1961661" y="5849817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kdeplot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4D5AFA-7D38-F216-29DA-D78E69170620}"/>
              </a:ext>
            </a:extLst>
          </p:cNvPr>
          <p:cNvSpPr txBox="1"/>
          <p:nvPr/>
        </p:nvSpPr>
        <p:spPr>
          <a:xfrm>
            <a:off x="3708401" y="5849817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displot</a:t>
            </a:r>
            <a:endParaRPr 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5ED2DD-4996-23F7-E011-F0B0BA62741D}"/>
              </a:ext>
            </a:extLst>
          </p:cNvPr>
          <p:cNvSpPr txBox="1"/>
          <p:nvPr/>
        </p:nvSpPr>
        <p:spPr>
          <a:xfrm>
            <a:off x="5412154" y="5849817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displot</a:t>
            </a:r>
            <a:endParaRPr 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E83D6E-E4E8-214D-FEE6-33C92BDA46E4}"/>
              </a:ext>
            </a:extLst>
          </p:cNvPr>
          <p:cNvSpPr txBox="1"/>
          <p:nvPr/>
        </p:nvSpPr>
        <p:spPr>
          <a:xfrm>
            <a:off x="7115907" y="5849817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lmplot</a:t>
            </a:r>
            <a:endParaRPr 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9B0FAD-1787-4697-C9EE-D93898EB69F4}"/>
              </a:ext>
            </a:extLst>
          </p:cNvPr>
          <p:cNvSpPr txBox="1"/>
          <p:nvPr/>
        </p:nvSpPr>
        <p:spPr>
          <a:xfrm>
            <a:off x="8819660" y="5849817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PairGrid</a:t>
            </a:r>
            <a:endParaRPr 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1EC401-BF9D-B363-D3A6-F4DEBECEF8BB}"/>
              </a:ext>
            </a:extLst>
          </p:cNvPr>
          <p:cNvSpPr txBox="1"/>
          <p:nvPr/>
        </p:nvSpPr>
        <p:spPr>
          <a:xfrm>
            <a:off x="10566400" y="5849817"/>
            <a:ext cx="1367692" cy="382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PairGrid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037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EF12FE-8BE3-0DDE-8FAD-F441E628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9F959-1DC6-44B8-8361-AD08DBDD6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2" y="1184320"/>
            <a:ext cx="11974596" cy="510611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7F9D4CA-178A-8FDA-D13C-1CE5B2038B96}"/>
              </a:ext>
            </a:extLst>
          </p:cNvPr>
          <p:cNvSpPr txBox="1"/>
          <p:nvPr/>
        </p:nvSpPr>
        <p:spPr>
          <a:xfrm>
            <a:off x="238125" y="487363"/>
            <a:ext cx="70294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And many, many more…</a:t>
            </a:r>
          </a:p>
        </p:txBody>
      </p:sp>
    </p:spTree>
    <p:extLst>
      <p:ext uri="{BB962C8B-B14F-4D97-AF65-F5344CB8AC3E}">
        <p14:creationId xmlns:p14="http://schemas.microsoft.com/office/powerpoint/2010/main" val="3198919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E8E0F-51CD-3510-B953-A73CD40767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 three main types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ABA02F-82AF-FF97-7F9F-0B4234BB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Relational, Distributions, Categorical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3EE80-ED89-55DE-4389-2E7ABCB6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CB50902-54F4-1228-7CBC-C0CCD92148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6261703"/>
              </p:ext>
            </p:extLst>
          </p:nvPr>
        </p:nvGraphicFramePr>
        <p:xfrm>
          <a:off x="1185984" y="1320051"/>
          <a:ext cx="9820031" cy="4689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8005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A92202-4B27-33F8-0D00-FF1F413944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Visualizing how variables relate to each other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48FED-6393-60CF-63EC-DC8D2DA9E7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graph should show us how X relates to 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D03D27-B381-993B-B44F-8B46440F9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Relational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112CD-B6E6-936E-73F0-DDC0FA8E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900453-C1AB-F07A-1FF6-D77659ECD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1940380"/>
            <a:ext cx="4714875" cy="4057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53A6E7-7706-4284-AB96-EE3DA1109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443" y="1889338"/>
            <a:ext cx="40576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0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74A03C-A01A-7C6F-D7C4-FB1FEC2EDD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Range of the data, central tendency, skewness, modality etc.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4466D-22E9-AE81-828D-13FF414062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graph should show us how X is distributed.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C60B92-88F7-3E52-02E7-E13A3EF7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Distribution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68890-C542-A0F9-32F9-A5A840A31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12B37-960B-1ABA-ED76-42DDFEE67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59" y="1949905"/>
            <a:ext cx="4048125" cy="4048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B8CE1A-7339-D0D5-2B03-1B69A0BB5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110" y="1846059"/>
            <a:ext cx="502920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7E752-EAAA-B302-4654-B7DAAA36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47F2A7-CF65-1F4A-61E7-21C86F87FD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Range of the data, central tendency, skewness, modality etc.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25427-1FB9-0FA4-3790-A8EB836F54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For continuous variables (or converting discrete to continuous)...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8272D9-7407-4BD2-4926-4501897C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Distribution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4ED3A7-9966-C82A-5AB0-B872E13D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2F22E7-E26F-B998-7A33-7487DA440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16" y="1949905"/>
            <a:ext cx="4048125" cy="4048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D924C9-2CF3-6579-4D19-DCF20F4B8C8C}"/>
              </a:ext>
            </a:extLst>
          </p:cNvPr>
          <p:cNvSpPr txBox="1"/>
          <p:nvPr/>
        </p:nvSpPr>
        <p:spPr>
          <a:xfrm>
            <a:off x="6095999" y="2295525"/>
            <a:ext cx="4752975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u="sng" dirty="0"/>
              <a:t>Kernel density estimation (KDE)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Turns discrete bins into a continuous density estimate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by smoothing the observations with a Gaussian kernel</a:t>
            </a:r>
          </a:p>
        </p:txBody>
      </p:sp>
    </p:spTree>
    <p:extLst>
      <p:ext uri="{BB962C8B-B14F-4D97-AF65-F5344CB8AC3E}">
        <p14:creationId xmlns:p14="http://schemas.microsoft.com/office/powerpoint/2010/main" val="160012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3F777-EE2F-EE63-EBAD-2BF2F597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EDB90E-B9E3-97C2-4B80-38BA32E2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Range of the data, central tendency, skewness, modality etc.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09552-9A9B-FFC9-61A3-A8E4762A28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65E777-11E5-D39D-2E78-013099B1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Distribution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4F60-49D8-EAC6-0DBB-0C40E8E7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4CD7A-4EF5-8681-1A49-628E26EE2091}"/>
              </a:ext>
            </a:extLst>
          </p:cNvPr>
          <p:cNvSpPr txBox="1"/>
          <p:nvPr/>
        </p:nvSpPr>
        <p:spPr>
          <a:xfrm>
            <a:off x="6095999" y="1320051"/>
            <a:ext cx="5724526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u="sng" dirty="0" err="1"/>
              <a:t>Pairplot</a:t>
            </a:r>
            <a:endParaRPr lang="en-US" sz="2500" b="1" u="sng" dirty="0"/>
          </a:p>
          <a:p>
            <a:pPr marL="285750" indent="-285750">
              <a:buFontTx/>
              <a:buChar char="-"/>
            </a:pPr>
            <a:r>
              <a:rPr lang="en-US" sz="2200" dirty="0"/>
              <a:t>Shows the distribution of each variable, and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The pairwise relationships between variables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09B9303-AF55-5207-CB70-50CE71886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2" y="1466854"/>
            <a:ext cx="4676775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993927-7F1E-90B4-626C-8C351878A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1303633"/>
            <a:ext cx="5542187" cy="4870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0E4511-D113-C9F4-4810-0FA57F120BE5}"/>
              </a:ext>
            </a:extLst>
          </p:cNvPr>
          <p:cNvSpPr txBox="1"/>
          <p:nvPr/>
        </p:nvSpPr>
        <p:spPr>
          <a:xfrm>
            <a:off x="7434263" y="404665"/>
            <a:ext cx="335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Similar information, but which one is better?</a:t>
            </a:r>
          </a:p>
        </p:txBody>
      </p:sp>
    </p:spTree>
    <p:extLst>
      <p:ext uri="{BB962C8B-B14F-4D97-AF65-F5344CB8AC3E}">
        <p14:creationId xmlns:p14="http://schemas.microsoft.com/office/powerpoint/2010/main" val="77786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4A26D3-CEF5-9A10-46C4-DD87F30B58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Relationships in a different (but similar way)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AABFD-52C2-A3D4-64A2-A9489CDC0A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When one or more of the variables is categorical (i.e., divided into discrete groups)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A76F79-96D3-2056-E04B-490C8CCCC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Categorial or Ordinal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D13CD-1A3F-83BA-5F85-666DB7DE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D6365A-9BCA-A8B6-49BB-390A4DCAC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305" y="1949905"/>
            <a:ext cx="4714875" cy="4048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7F8A7C-45B8-D35D-1B34-E37322DA6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15" y="1940380"/>
            <a:ext cx="471487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8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AC886-AF86-A91E-A197-4F9404DE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43027B-7BA2-440C-4531-60E74F4D61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Relationships in a different (but similar way)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368B41-E251-1274-8172-BE69F8CE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Categorial or Ordinal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AE4BF-404B-EC75-B2D8-C79DBBE1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B1C172-3C0F-8E2D-D55D-C3FCA266E9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F2C74-7FB7-529A-8EA4-64C28373E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387" y="1543323"/>
            <a:ext cx="5343525" cy="4657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B4533B-BB7D-8C83-E98D-73A1B9921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77" y="1444477"/>
            <a:ext cx="5421778" cy="465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7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14496F-1EB7-C389-DD94-F40F15BFCF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More in next week’s lectures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86B8E8-FD18-FECF-5907-F9868033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70" y="1320051"/>
            <a:ext cx="7085860" cy="326835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FF34716-AEF9-D58E-C1AF-050D197D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Principles for Data Visualization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170F1-8B6A-9A33-D769-142703DF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3ECE5-1DBD-2627-4B9F-6588FA669B59}"/>
              </a:ext>
            </a:extLst>
          </p:cNvPr>
          <p:cNvSpPr txBox="1"/>
          <p:nvPr/>
        </p:nvSpPr>
        <p:spPr>
          <a:xfrm>
            <a:off x="2987039" y="4878841"/>
            <a:ext cx="796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Parsons, P. (2021). </a:t>
            </a:r>
          </a:p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Understanding data visualization design practice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Transactions on Visualization and Computer Graphics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28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665-675.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C15ED-7A48-D225-40C0-3BBBA9A0468C}"/>
              </a:ext>
            </a:extLst>
          </p:cNvPr>
          <p:cNvSpPr txBox="1"/>
          <p:nvPr/>
        </p:nvSpPr>
        <p:spPr>
          <a:xfrm>
            <a:off x="670559" y="4832675"/>
            <a:ext cx="2316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READ for next week:</a:t>
            </a:r>
          </a:p>
        </p:txBody>
      </p:sp>
    </p:spTree>
    <p:extLst>
      <p:ext uri="{BB962C8B-B14F-4D97-AF65-F5344CB8AC3E}">
        <p14:creationId xmlns:p14="http://schemas.microsoft.com/office/powerpoint/2010/main" val="408208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914-6FA4-030D-2D55-AFE9F4C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CA6-8BBE-7957-D6BE-1755712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8AEA-398B-95B8-7DDE-C51CD1DE8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 picture’s worth a thousand words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CA6B6-9EF3-1C0A-B651-C40FEB795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3F94-CD0C-8DBC-BB7E-9F42D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76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6C3999-3691-F08C-626F-E9445385D9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Step-by-step guide on using </a:t>
            </a:r>
            <a:r>
              <a:rPr lang="en-US" dirty="0" err="1"/>
              <a:t>Colab</a:t>
            </a:r>
            <a:r>
              <a:rPr lang="en-US" dirty="0"/>
              <a:t> and Gemini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78121-448E-CF86-5808-EAEB99698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3000" dirty="0"/>
              <a:t>Download the data from the course portal</a:t>
            </a:r>
          </a:p>
          <a:p>
            <a:pPr marL="342900" indent="-342900">
              <a:buAutoNum type="arabicPeriod"/>
            </a:pPr>
            <a:r>
              <a:rPr lang="en-US" sz="3000" dirty="0"/>
              <a:t>Open your </a:t>
            </a:r>
            <a:r>
              <a:rPr lang="en-US" sz="3000" dirty="0" err="1"/>
              <a:t>colab</a:t>
            </a:r>
            <a:r>
              <a:rPr lang="en-US" sz="3000" dirty="0"/>
              <a:t> notebook</a:t>
            </a:r>
          </a:p>
          <a:p>
            <a:pPr marL="342900" indent="-342900">
              <a:buAutoNum type="arabicPeriod"/>
            </a:pPr>
            <a:r>
              <a:rPr lang="en-US" sz="3000" dirty="0"/>
              <a:t>Load the data</a:t>
            </a:r>
          </a:p>
          <a:p>
            <a:pPr marL="342900" indent="-342900">
              <a:buAutoNum type="arabicPeriod"/>
            </a:pPr>
            <a:r>
              <a:rPr lang="en-US" sz="3000" dirty="0"/>
              <a:t>Generate your first graphs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B9D8A9-4F5B-6142-E72D-42BCEDCD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Beginner’s Guide: Using the Titanic 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70816-5D8E-A008-5276-501A75A4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1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EF266-BD47-BFB1-BE3A-FBB83898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67" y="0"/>
            <a:ext cx="5487591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F43F4E-F9AD-7410-E005-610AC1A6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FB4D7F-892B-7EA5-1655-34042968C1BD}"/>
                  </a:ext>
                </a:extLst>
              </p14:cNvPr>
              <p14:cNvContentPartPr/>
              <p14:nvPr/>
            </p14:nvContentPartPr>
            <p14:xfrm>
              <a:off x="2129800" y="446897"/>
              <a:ext cx="871200" cy="50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FB4D7F-892B-7EA5-1655-34042968C1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3785" y="410897"/>
                <a:ext cx="94287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6807466-9AC1-77E6-B78E-4AE95B3DE472}"/>
                  </a:ext>
                </a:extLst>
              </p14:cNvPr>
              <p14:cNvContentPartPr/>
              <p14:nvPr/>
            </p14:nvContentPartPr>
            <p14:xfrm>
              <a:off x="1376680" y="2879216"/>
              <a:ext cx="753120" cy="494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6807466-9AC1-77E6-B78E-4AE95B3DE4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0680" y="2843216"/>
                <a:ext cx="82476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7E52E44-3AB5-202F-E223-0AFF96FEB1C2}"/>
                  </a:ext>
                </a:extLst>
              </p14:cNvPr>
              <p14:cNvContentPartPr/>
              <p14:nvPr/>
            </p14:nvContentPartPr>
            <p14:xfrm>
              <a:off x="3856129" y="5134809"/>
              <a:ext cx="491040" cy="1045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7E52E44-3AB5-202F-E223-0AFF96FEB1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20129" y="5098809"/>
                <a:ext cx="562680" cy="11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C38A44D-A9BE-45A4-406D-DE6E0EABA71D}"/>
                  </a:ext>
                </a:extLst>
              </p14:cNvPr>
              <p14:cNvContentPartPr/>
              <p14:nvPr/>
            </p14:nvContentPartPr>
            <p14:xfrm>
              <a:off x="4007689" y="5120049"/>
              <a:ext cx="317160" cy="147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C38A44D-A9BE-45A4-406D-DE6E0EABA71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71689" y="5084049"/>
                <a:ext cx="3888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83EA261-24C9-9621-A1D2-395411913FC3}"/>
                  </a:ext>
                </a:extLst>
              </p14:cNvPr>
              <p14:cNvContentPartPr/>
              <p14:nvPr/>
            </p14:nvContentPartPr>
            <p14:xfrm>
              <a:off x="4324129" y="5142009"/>
              <a:ext cx="104040" cy="236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83EA261-24C9-9621-A1D2-395411913FC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88129" y="5106009"/>
                <a:ext cx="175680" cy="30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B0F1FEB-D914-6289-4907-9D2D6C7DA765}"/>
              </a:ext>
            </a:extLst>
          </p:cNvPr>
          <p:cNvGrpSpPr/>
          <p:nvPr/>
        </p:nvGrpSpPr>
        <p:grpSpPr>
          <a:xfrm>
            <a:off x="4641907" y="3103121"/>
            <a:ext cx="390960" cy="249480"/>
            <a:chOff x="5301685" y="3037796"/>
            <a:chExt cx="390960" cy="249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8189D70-BEF5-0C52-F25A-EDC7055BE1D6}"/>
                    </a:ext>
                  </a:extLst>
                </p14:cNvPr>
                <p14:cNvContentPartPr/>
                <p14:nvPr/>
              </p14:nvContentPartPr>
              <p14:xfrm>
                <a:off x="5379085" y="3037796"/>
                <a:ext cx="313560" cy="177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8189D70-BEF5-0C52-F25A-EDC7055BE1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43445" y="3001796"/>
                  <a:ext cx="3852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CDBD18A-27ED-DE3C-3B5D-B4156449F2F3}"/>
                    </a:ext>
                  </a:extLst>
                </p14:cNvPr>
                <p14:cNvContentPartPr/>
                <p14:nvPr/>
              </p14:nvContentPartPr>
              <p14:xfrm>
                <a:off x="5301685" y="3075236"/>
                <a:ext cx="192600" cy="21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CDBD18A-27ED-DE3C-3B5D-B4156449F2F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65685" y="3039236"/>
                  <a:ext cx="26424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05FD8D0-5BEB-04AB-8548-49129DBD788A}"/>
                  </a:ext>
                </a:extLst>
              </p14:cNvPr>
              <p14:cNvContentPartPr/>
              <p14:nvPr/>
            </p14:nvContentPartPr>
            <p14:xfrm>
              <a:off x="4567747" y="5161322"/>
              <a:ext cx="53352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05FD8D0-5BEB-04AB-8548-49129DBD788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31723" y="5125322"/>
                <a:ext cx="605208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F2272BA4-53E0-5D29-B4FA-10B531DCCA66}"/>
              </a:ext>
            </a:extLst>
          </p:cNvPr>
          <p:cNvSpPr/>
          <p:nvPr/>
        </p:nvSpPr>
        <p:spPr>
          <a:xfrm>
            <a:off x="6511413" y="1526458"/>
            <a:ext cx="3886200" cy="8111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Download the Titanic Dataset from the portal “Content -&gt; Data”</a:t>
            </a:r>
          </a:p>
        </p:txBody>
      </p:sp>
    </p:spTree>
    <p:extLst>
      <p:ext uri="{BB962C8B-B14F-4D97-AF65-F5344CB8AC3E}">
        <p14:creationId xmlns:p14="http://schemas.microsoft.com/office/powerpoint/2010/main" val="3133826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756C8-8A81-2A4B-27F1-BF5DCCEE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5C5E20-1D77-DDA9-370B-FEFE882D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3AB8A5-2939-0120-14E4-EC5D909F0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9" y="170995"/>
            <a:ext cx="9964541" cy="65160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EB2D75C-9B2F-5BD2-00F9-187EA7988EAB}"/>
                  </a:ext>
                </a:extLst>
              </p14:cNvPr>
              <p14:cNvContentPartPr/>
              <p14:nvPr/>
            </p14:nvContentPartPr>
            <p14:xfrm>
              <a:off x="789071" y="2399040"/>
              <a:ext cx="440640" cy="505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EB2D75C-9B2F-5BD2-00F9-187EA7988E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3071" y="2363400"/>
                <a:ext cx="51228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A57542-833F-1F85-3953-88001F207BC2}"/>
                  </a:ext>
                </a:extLst>
              </p14:cNvPr>
              <p14:cNvContentPartPr/>
              <p14:nvPr/>
            </p14:nvContentPartPr>
            <p14:xfrm>
              <a:off x="1936391" y="977040"/>
              <a:ext cx="3547800" cy="1767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A57542-833F-1F85-3953-88001F207B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00391" y="941400"/>
                <a:ext cx="3619440" cy="18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9A29498-7FE9-894A-53CB-0BF3439F399B}"/>
                  </a:ext>
                </a:extLst>
              </p14:cNvPr>
              <p14:cNvContentPartPr/>
              <p14:nvPr/>
            </p14:nvContentPartPr>
            <p14:xfrm>
              <a:off x="6032111" y="3404880"/>
              <a:ext cx="1679040" cy="718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9A29498-7FE9-894A-53CB-0BF3439F39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96111" y="3368880"/>
                <a:ext cx="1750680" cy="7905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A7766EF-9E38-B26E-3E48-DD39A1E734FF}"/>
              </a:ext>
            </a:extLst>
          </p:cNvPr>
          <p:cNvSpPr/>
          <p:nvPr/>
        </p:nvSpPr>
        <p:spPr>
          <a:xfrm>
            <a:off x="1554369" y="2024396"/>
            <a:ext cx="2721078" cy="9498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Click on the “file” and then “upload”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1B6567-77B6-6105-567B-991BA0A881FC}"/>
              </a:ext>
            </a:extLst>
          </p:cNvPr>
          <p:cNvSpPr/>
          <p:nvPr/>
        </p:nvSpPr>
        <p:spPr>
          <a:xfrm>
            <a:off x="7632290" y="2744640"/>
            <a:ext cx="3002373" cy="86134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 Select “Titanic-Dataset” to load the file</a:t>
            </a:r>
          </a:p>
        </p:txBody>
      </p:sp>
    </p:spTree>
    <p:extLst>
      <p:ext uri="{BB962C8B-B14F-4D97-AF65-F5344CB8AC3E}">
        <p14:creationId xmlns:p14="http://schemas.microsoft.com/office/powerpoint/2010/main" val="3337319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FA51BF-0FCC-D567-3884-52F13D76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ABAF2-D5D3-9F0C-C7DC-055FD4F6B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54" y="342995"/>
            <a:ext cx="4515480" cy="2657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969E5-02D7-B657-AC7C-5905691EE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440" y="2900491"/>
            <a:ext cx="6584806" cy="291894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6811EE7-45D8-E3E7-8DE0-D0C6905F19E3}"/>
              </a:ext>
            </a:extLst>
          </p:cNvPr>
          <p:cNvGrpSpPr/>
          <p:nvPr/>
        </p:nvGrpSpPr>
        <p:grpSpPr>
          <a:xfrm>
            <a:off x="4007111" y="1916640"/>
            <a:ext cx="2108160" cy="2873520"/>
            <a:chOff x="4007111" y="1916640"/>
            <a:chExt cx="2108160" cy="28735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9ABA1EC-9EF3-259D-DC2B-C09CF6773C74}"/>
                    </a:ext>
                  </a:extLst>
                </p14:cNvPr>
                <p14:cNvContentPartPr/>
                <p14:nvPr/>
              </p14:nvContentPartPr>
              <p14:xfrm>
                <a:off x="4007111" y="1916640"/>
                <a:ext cx="2091600" cy="2647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9ABA1EC-9EF3-259D-DC2B-C09CF6773C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71111" y="1880640"/>
                  <a:ext cx="2163240" cy="27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222DC39-2E8D-FC41-A4A9-83A37718EB6D}"/>
                    </a:ext>
                  </a:extLst>
                </p14:cNvPr>
                <p14:cNvContentPartPr/>
                <p14:nvPr/>
              </p14:nvContentPartPr>
              <p14:xfrm>
                <a:off x="5718911" y="4374720"/>
                <a:ext cx="396360" cy="415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222DC39-2E8D-FC41-A4A9-83A37718EB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82911" y="4339080"/>
                  <a:ext cx="468000" cy="487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F4ED89C-EC65-EA82-721B-F37081ABABD6}"/>
              </a:ext>
            </a:extLst>
          </p:cNvPr>
          <p:cNvSpPr/>
          <p:nvPr/>
        </p:nvSpPr>
        <p:spPr>
          <a:xfrm>
            <a:off x="5917091" y="1541929"/>
            <a:ext cx="4006838" cy="8875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 Click on the little Gemini diamond to “add to Gemini”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A2D7B0-85E7-C296-C3D8-7336B5A56646}"/>
              </a:ext>
            </a:extLst>
          </p:cNvPr>
          <p:cNvSpPr/>
          <p:nvPr/>
        </p:nvSpPr>
        <p:spPr>
          <a:xfrm>
            <a:off x="1394252" y="5167367"/>
            <a:ext cx="4006838" cy="8875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 Then you can prompt Gemini to load the data</a:t>
            </a:r>
          </a:p>
        </p:txBody>
      </p:sp>
    </p:spTree>
    <p:extLst>
      <p:ext uri="{BB962C8B-B14F-4D97-AF65-F5344CB8AC3E}">
        <p14:creationId xmlns:p14="http://schemas.microsoft.com/office/powerpoint/2010/main" val="612509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3CEE-4444-B60D-FAB9-E930D6A4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AF3D38-9669-1343-933C-27D24093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C583B-8736-272D-CCC1-4724469C5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92" y="398568"/>
            <a:ext cx="9335803" cy="51823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3B46DF-014A-F991-39A9-A0B5FB8B6574}"/>
                  </a:ext>
                </a:extLst>
              </p14:cNvPr>
              <p14:cNvContentPartPr/>
              <p14:nvPr/>
            </p14:nvContentPartPr>
            <p14:xfrm>
              <a:off x="1129285" y="4158536"/>
              <a:ext cx="1491120" cy="477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3B46DF-014A-F991-39A9-A0B5FB8B65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3285" y="4122536"/>
                <a:ext cx="1562760" cy="549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532759C-94F4-8A14-9B3E-92704C78A647}"/>
              </a:ext>
            </a:extLst>
          </p:cNvPr>
          <p:cNvSpPr/>
          <p:nvPr/>
        </p:nvSpPr>
        <p:spPr>
          <a:xfrm>
            <a:off x="7548282" y="2375647"/>
            <a:ext cx="4186518" cy="10533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 It will again automatically generate the code to load the data, you can click “accept &amp; run” to execute the code</a:t>
            </a:r>
          </a:p>
        </p:txBody>
      </p:sp>
    </p:spTree>
    <p:extLst>
      <p:ext uri="{BB962C8B-B14F-4D97-AF65-F5344CB8AC3E}">
        <p14:creationId xmlns:p14="http://schemas.microsoft.com/office/powerpoint/2010/main" val="2736871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7F17-C1E6-3EFB-5FEB-AF6A9E354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868604-D681-2633-9E5F-4ADD3C8D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9B1E0-7226-8C0C-D60A-F67C3A7A6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9977"/>
            <a:ext cx="7989964" cy="64994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B7AEB7D-EA17-FFEA-A6A3-43AD98FCA9FF}"/>
                  </a:ext>
                </a:extLst>
              </p14:cNvPr>
              <p14:cNvContentPartPr/>
              <p14:nvPr/>
            </p14:nvContentPartPr>
            <p14:xfrm>
              <a:off x="1028471" y="4446000"/>
              <a:ext cx="755280" cy="141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B7AEB7D-EA17-FFEA-A6A3-43AD98FCA9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2831" y="4410360"/>
                <a:ext cx="826920" cy="14900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06888C97-F7A3-049A-494F-8427CBEB3E39}"/>
              </a:ext>
            </a:extLst>
          </p:cNvPr>
          <p:cNvSpPr/>
          <p:nvPr/>
        </p:nvSpPr>
        <p:spPr>
          <a:xfrm>
            <a:off x="6497099" y="1795689"/>
            <a:ext cx="4957482" cy="8442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 The code also included displaying the first 5 rows of the data with “display(</a:t>
            </a:r>
            <a:r>
              <a:rPr lang="en-US" dirty="0" err="1"/>
              <a:t>df.head</a:t>
            </a:r>
            <a:r>
              <a:rPr lang="en-US" dirty="0"/>
              <a:t>())”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1DDD37-A6EE-DA9B-577C-8070C09E0BC2}"/>
              </a:ext>
            </a:extLst>
          </p:cNvPr>
          <p:cNvSpPr/>
          <p:nvPr/>
        </p:nvSpPr>
        <p:spPr>
          <a:xfrm>
            <a:off x="5602363" y="5576192"/>
            <a:ext cx="4957482" cy="8442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8. Gemini also recommended other actions you can perform on this dataset. You can continue experimenting with different prompts here.</a:t>
            </a:r>
          </a:p>
        </p:txBody>
      </p:sp>
    </p:spTree>
    <p:extLst>
      <p:ext uri="{BB962C8B-B14F-4D97-AF65-F5344CB8AC3E}">
        <p14:creationId xmlns:p14="http://schemas.microsoft.com/office/powerpoint/2010/main" val="3491416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CFC6A2-D132-8819-8FCF-B5CC4381D7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Family matters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0E0C7-E26F-45E0-7078-DCE958851B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3500" dirty="0"/>
              <a:t>Build a visualization that shows the number of families embarked from each of the three ports.</a:t>
            </a:r>
          </a:p>
          <a:p>
            <a:pPr algn="ctr"/>
            <a:endParaRPr lang="en-US" sz="3500" dirty="0"/>
          </a:p>
          <a:p>
            <a:r>
              <a:rPr lang="en-US" sz="3500" dirty="0"/>
              <a:t>Consider the following:</a:t>
            </a:r>
          </a:p>
          <a:p>
            <a:pPr marL="514350" indent="-514350">
              <a:buAutoNum type="arabicPeriod"/>
            </a:pPr>
            <a:r>
              <a:rPr lang="en-US" sz="2500" dirty="0"/>
              <a:t>First, figure out how to group a family (what information will you use?)</a:t>
            </a:r>
          </a:p>
          <a:p>
            <a:pPr marL="514350" indent="-514350">
              <a:buAutoNum type="arabicPeriod"/>
            </a:pPr>
            <a:r>
              <a:rPr lang="en-US" sz="2500" dirty="0"/>
              <a:t>What assumptions will you make?</a:t>
            </a:r>
          </a:p>
          <a:p>
            <a:pPr marL="514350" indent="-514350">
              <a:buAutoNum type="arabicPeriod"/>
            </a:pPr>
            <a:r>
              <a:rPr lang="en-US" sz="2500" dirty="0"/>
              <a:t>What type of graph will you be using?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EDD531-EB57-AA17-3A04-EC51E3D1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Analytics Challenge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5391E-6CEB-2C57-2C67-4CFFC796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739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009D9-7454-2468-5C73-35E96C8CA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3F76A-F195-02C3-69D9-CA0551AF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B4EB-38C7-FE65-59C7-61862731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59259-0A8F-0246-81FB-9BBB9AD2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2" y="213483"/>
            <a:ext cx="50006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79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258B-55A4-3689-6734-C1A2FCAD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9704-0E4E-C383-CD7D-EFE8CB5EB5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A person and dog sitting at a table&#10;&#10;Description automatically generated">
            <a:extLst>
              <a:ext uri="{FF2B5EF4-FFF2-40B4-BE49-F238E27FC236}">
                <a16:creationId xmlns:a16="http://schemas.microsoft.com/office/drawing/2014/main" id="{3BE0D9EC-9CA8-750F-0D41-2D09E426D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17" y="2047264"/>
            <a:ext cx="3072653" cy="40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61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094D54-9501-2FA2-42DF-4EDAC168AE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At a glance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AA7F09-0AE1-743D-1A2E-5FA53336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73431-F956-F0C2-7E54-9D9D0A9C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C9D014B-7615-24AC-3697-086BB4676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371703"/>
              </p:ext>
            </p:extLst>
          </p:nvPr>
        </p:nvGraphicFramePr>
        <p:xfrm>
          <a:off x="1631299" y="1417538"/>
          <a:ext cx="9553432" cy="4588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56042" imgH="2860576" progId="Word.Document.12">
                  <p:embed/>
                </p:oleObj>
              </mc:Choice>
              <mc:Fallback>
                <p:oleObj name="Document" r:id="rId2" imgW="5956042" imgH="28605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1299" y="1417538"/>
                        <a:ext cx="9553432" cy="4588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47800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6B5A-65D8-8088-9092-6438D1B2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2636-6B15-D2BC-1DB7-21D40FBE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CC615-61D6-7494-B4EE-B39B688D59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Titanic – who will survive?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C65F2-8EC2-3213-0CCB-279D98F1BC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BB2DB-E4BA-F87A-E84D-EE1DD149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14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B298-B558-1BF6-A635-6F0A8B239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C8FA16-5A85-001E-E753-81EB175FA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insights from the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9638C0-B635-F529-6B6D-A36DA7B8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Titanic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3EEE7-2EA5-D440-1E26-8FE016D9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7173E6-E907-99DB-2885-F777E692B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697737"/>
            <a:ext cx="5500017" cy="3791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0E39EE-02E5-2123-243A-E3283E53C79A}"/>
              </a:ext>
            </a:extLst>
          </p:cNvPr>
          <p:cNvSpPr txBox="1"/>
          <p:nvPr/>
        </p:nvSpPr>
        <p:spPr>
          <a:xfrm>
            <a:off x="6095997" y="1118713"/>
            <a:ext cx="58510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Data Understanding &amp; Preparation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Assess the quality of the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Create a plan to address (through data engineering)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Potentially incorrect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Missing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Collection of additional data that might be useful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A222B-8EE6-4D8E-0EE1-1190624C4223}"/>
              </a:ext>
            </a:extLst>
          </p:cNvPr>
          <p:cNvSpPr txBox="1"/>
          <p:nvPr/>
        </p:nvSpPr>
        <p:spPr>
          <a:xfrm>
            <a:off x="6095997" y="3919480"/>
            <a:ext cx="58510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Decision-making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Given the data you have and the understanding of who is more likely to survive, what else could be done to improve the survival rate?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Obviously, other than “adding more lifeboats”</a:t>
            </a:r>
          </a:p>
        </p:txBody>
      </p:sp>
    </p:spTree>
    <p:extLst>
      <p:ext uri="{BB962C8B-B14F-4D97-AF65-F5344CB8AC3E}">
        <p14:creationId xmlns:p14="http://schemas.microsoft.com/office/powerpoint/2010/main" val="311993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44459-E53E-2E60-3995-DE226D61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6121-EDF5-BE97-1E85-89A80533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89164-41D6-FEA6-3836-3CD52A5926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Team set up and project brainstorming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63B4C-5183-9F03-0BE8-FFF7C0521F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20C9F-562D-2ADB-6462-19125B14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943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B16852-AFE5-3158-C2A3-441A3297B5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B7036-3D5C-F2D6-DC8D-00182A3D6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087" y="1201647"/>
            <a:ext cx="11266713" cy="445470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600" dirty="0"/>
              <a:t>First, create a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4-5 people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Select a cool team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Enroll yourself in the group on Brightspace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Brainstorm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What problems are you trying to solve?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What questions are you trying to answer?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901547-41FB-3771-E955-9EB159D9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B6059-D399-D3E3-5D41-CC9E5227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EC364-6421-63F7-DC47-8233689CA218}"/>
              </a:ext>
            </a:extLst>
          </p:cNvPr>
          <p:cNvSpPr txBox="1"/>
          <p:nvPr/>
        </p:nvSpPr>
        <p:spPr>
          <a:xfrm>
            <a:off x="8257865" y="1608116"/>
            <a:ext cx="29268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</a:rPr>
              <a:t>Do this by </a:t>
            </a:r>
          </a:p>
          <a:p>
            <a:pPr algn="ctr"/>
            <a:r>
              <a:rPr lang="en-US" sz="3000" b="1" dirty="0">
                <a:solidFill>
                  <a:srgbClr val="FF0000"/>
                </a:solidFill>
              </a:rPr>
              <a:t>Sept. 7</a:t>
            </a:r>
            <a:r>
              <a:rPr lang="en-US" sz="3000" b="1" baseline="30000" dirty="0">
                <a:solidFill>
                  <a:srgbClr val="FF0000"/>
                </a:solidFill>
              </a:rPr>
              <a:t>th</a:t>
            </a:r>
            <a:endParaRPr lang="en-US" sz="3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40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F8518-0786-4241-9955-5A8DAADF5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6656b4d-3fa0-4709-acfb-d5e813445d1e"/>
    <ds:schemaRef ds:uri="37af3f4b-4b66-46f9-8456-831d9bc3e73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MGMT_lecture_RobE</Template>
  <TotalTime>2854</TotalTime>
  <Words>886</Words>
  <Application>Microsoft Office PowerPoint</Application>
  <PresentationFormat>Widescreen</PresentationFormat>
  <Paragraphs>206</Paragraphs>
  <Slides>34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Acumin Pro</vt:lpstr>
      <vt:lpstr>Calibri</vt:lpstr>
      <vt:lpstr>Acumin Pro Medium</vt:lpstr>
      <vt:lpstr>Wingdings</vt:lpstr>
      <vt:lpstr>Acumin Pro Semibold</vt:lpstr>
      <vt:lpstr>Franklin Gothic Book</vt:lpstr>
      <vt:lpstr>Franklin Gothic Medium</vt:lpstr>
      <vt:lpstr>Arial</vt:lpstr>
      <vt:lpstr>Acumin Pro Condensed Semibold</vt:lpstr>
      <vt:lpstr>Franklin Gothic Medium Cond</vt:lpstr>
      <vt:lpstr>Office Theme</vt:lpstr>
      <vt:lpstr>Document</vt:lpstr>
      <vt:lpstr>MGMT590 - Visual Analytics</vt:lpstr>
      <vt:lpstr>Special Announcement</vt:lpstr>
      <vt:lpstr>Another Special Announcement</vt:lpstr>
      <vt:lpstr>The Classic Beer Game – Bullwhip Effect in Inventory Management</vt:lpstr>
      <vt:lpstr>What’s weird?</vt:lpstr>
      <vt:lpstr>Spot the differences</vt:lpstr>
      <vt:lpstr>Spot the differences</vt:lpstr>
      <vt:lpstr>Choosing the Right Chart</vt:lpstr>
      <vt:lpstr>Different types of charts &amp; graphs</vt:lpstr>
      <vt:lpstr>PowerPoint Presentation</vt:lpstr>
      <vt:lpstr>PowerPoint Presentation</vt:lpstr>
      <vt:lpstr>Visualizing Relational, Distributions, Categorical Data</vt:lpstr>
      <vt:lpstr>Relational Data</vt:lpstr>
      <vt:lpstr>Distribution Data</vt:lpstr>
      <vt:lpstr>Distribution Data</vt:lpstr>
      <vt:lpstr>Distribution Data</vt:lpstr>
      <vt:lpstr>Categorial or Ordinal Data</vt:lpstr>
      <vt:lpstr>Categorial or Ordinal Data</vt:lpstr>
      <vt:lpstr>Design Principles for Data Visualization</vt:lpstr>
      <vt:lpstr>Hands-on Exercise</vt:lpstr>
      <vt:lpstr>Beginner’s Guide: Using the Titanic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Analytics Challenge</vt:lpstr>
      <vt:lpstr>Questions? </vt:lpstr>
      <vt:lpstr>That’s a wrap</vt:lpstr>
      <vt:lpstr>Course Schedule</vt:lpstr>
      <vt:lpstr>Assignment 1</vt:lpstr>
      <vt:lpstr>Titanic</vt:lpstr>
      <vt:lpstr>Team Project</vt:lpstr>
      <vt:lpstr>Team Project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Ying</dc:creator>
  <cp:lastModifiedBy>Cecilia Ying</cp:lastModifiedBy>
  <cp:revision>109</cp:revision>
  <dcterms:created xsi:type="dcterms:W3CDTF">2025-05-19T00:14:27Z</dcterms:created>
  <dcterms:modified xsi:type="dcterms:W3CDTF">2025-09-03T15:07:02Z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2025-05-19T00:14:54Z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999e95f5-5fe3-43c1-9d56-8c2627af7790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10, 3, 0, 1</vt:lpwstr>
  </property>
</Properties>
</file>