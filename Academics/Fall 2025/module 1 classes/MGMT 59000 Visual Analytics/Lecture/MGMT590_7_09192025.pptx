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59"/>
  </p:notesMasterIdLst>
  <p:sldIdLst>
    <p:sldId id="267" r:id="rId5"/>
    <p:sldId id="452" r:id="rId6"/>
    <p:sldId id="453" r:id="rId7"/>
    <p:sldId id="487" r:id="rId8"/>
    <p:sldId id="443" r:id="rId9"/>
    <p:sldId id="464" r:id="rId10"/>
    <p:sldId id="519" r:id="rId11"/>
    <p:sldId id="524" r:id="rId12"/>
    <p:sldId id="540" r:id="rId13"/>
    <p:sldId id="544" r:id="rId14"/>
    <p:sldId id="541" r:id="rId15"/>
    <p:sldId id="545" r:id="rId16"/>
    <p:sldId id="543" r:id="rId17"/>
    <p:sldId id="525" r:id="rId18"/>
    <p:sldId id="466" r:id="rId19"/>
    <p:sldId id="531" r:id="rId20"/>
    <p:sldId id="529" r:id="rId21"/>
    <p:sldId id="528" r:id="rId22"/>
    <p:sldId id="539" r:id="rId23"/>
    <p:sldId id="535" r:id="rId24"/>
    <p:sldId id="536" r:id="rId25"/>
    <p:sldId id="537" r:id="rId26"/>
    <p:sldId id="490" r:id="rId27"/>
    <p:sldId id="500" r:id="rId28"/>
    <p:sldId id="485" r:id="rId29"/>
    <p:sldId id="538" r:id="rId30"/>
    <p:sldId id="533" r:id="rId31"/>
    <p:sldId id="534" r:id="rId32"/>
    <p:sldId id="527" r:id="rId33"/>
    <p:sldId id="523" r:id="rId34"/>
    <p:sldId id="526" r:id="rId35"/>
    <p:sldId id="329" r:id="rId36"/>
    <p:sldId id="269" r:id="rId37"/>
    <p:sldId id="509" r:id="rId38"/>
    <p:sldId id="510" r:id="rId39"/>
    <p:sldId id="511" r:id="rId40"/>
    <p:sldId id="512" r:id="rId41"/>
    <p:sldId id="513" r:id="rId42"/>
    <p:sldId id="515" r:id="rId43"/>
    <p:sldId id="516" r:id="rId44"/>
    <p:sldId id="517" r:id="rId45"/>
    <p:sldId id="514" r:id="rId46"/>
    <p:sldId id="304" r:id="rId47"/>
    <p:sldId id="456" r:id="rId48"/>
    <p:sldId id="468" r:id="rId49"/>
    <p:sldId id="457" r:id="rId50"/>
    <p:sldId id="470" r:id="rId51"/>
    <p:sldId id="476" r:id="rId52"/>
    <p:sldId id="472" r:id="rId53"/>
    <p:sldId id="480" r:id="rId54"/>
    <p:sldId id="481" r:id="rId55"/>
    <p:sldId id="477" r:id="rId56"/>
    <p:sldId id="471" r:id="rId57"/>
    <p:sldId id="459" r:id="rId58"/>
  </p:sldIdLst>
  <p:sldSz cx="12192000" cy="6858000"/>
  <p:notesSz cx="6858000" cy="9144000"/>
  <p:embeddedFontLst>
    <p:embeddedFont>
      <p:font typeface="Acumin Pro" panose="020B0604020202020204" charset="0"/>
      <p:regular r:id="rId60"/>
      <p:bold r:id="rId61"/>
      <p:italic r:id="rId62"/>
      <p:boldItalic r:id="rId63"/>
    </p:embeddedFont>
    <p:embeddedFont>
      <p:font typeface="Acumin Pro Condensed Semibold" panose="020B0604020202020204" charset="0"/>
      <p:regular r:id="rId64"/>
      <p:bold r:id="rId65"/>
      <p:italic r:id="rId66"/>
      <p:boldItalic r:id="rId67"/>
    </p:embeddedFont>
    <p:embeddedFont>
      <p:font typeface="Acumin Pro Medium" panose="020B0604020202020204" charset="0"/>
      <p:regular r:id="rId68"/>
      <p:italic r:id="rId69"/>
    </p:embeddedFont>
    <p:embeddedFont>
      <p:font typeface="Acumin Pro Semibold" panose="020B0604020202020204" charset="0"/>
      <p:regular r:id="rId70"/>
      <p:bold r:id="rId71"/>
      <p:italic r:id="rId72"/>
      <p:boldItalic r:id="rId73"/>
    </p:embeddedFont>
    <p:embeddedFont>
      <p:font typeface="Franklin Gothic Book" panose="020B0503020102020204" pitchFamily="34" charset="0"/>
      <p:regular r:id="rId74"/>
      <p:italic r:id="rId75"/>
    </p:embeddedFont>
    <p:embeddedFont>
      <p:font typeface="Franklin Gothic Medium" panose="020B0603020102020204" pitchFamily="34" charset="0"/>
      <p:regular r:id="rId76"/>
      <p:italic r:id="rId77"/>
    </p:embeddedFont>
    <p:embeddedFont>
      <p:font typeface="Franklin Gothic Medium Cond" panose="020B0606030402020204" pitchFamily="34" charset="0"/>
      <p:regular r:id="rId7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53"/>
            <p14:sldId id="487"/>
            <p14:sldId id="443"/>
            <p14:sldId id="464"/>
            <p14:sldId id="519"/>
            <p14:sldId id="524"/>
            <p14:sldId id="540"/>
            <p14:sldId id="544"/>
            <p14:sldId id="541"/>
            <p14:sldId id="545"/>
            <p14:sldId id="543"/>
            <p14:sldId id="525"/>
            <p14:sldId id="466"/>
            <p14:sldId id="531"/>
            <p14:sldId id="529"/>
            <p14:sldId id="528"/>
            <p14:sldId id="539"/>
            <p14:sldId id="535"/>
            <p14:sldId id="536"/>
            <p14:sldId id="537"/>
            <p14:sldId id="490"/>
            <p14:sldId id="500"/>
            <p14:sldId id="485"/>
            <p14:sldId id="538"/>
            <p14:sldId id="533"/>
            <p14:sldId id="534"/>
            <p14:sldId id="527"/>
            <p14:sldId id="523"/>
            <p14:sldId id="526"/>
            <p14:sldId id="329"/>
            <p14:sldId id="269"/>
          </p14:sldIdLst>
        </p14:section>
        <p14:section name="Ass2" id="{D9AB4AB8-1F17-4027-A091-0933B2698E25}">
          <p14:sldIdLst>
            <p14:sldId id="509"/>
            <p14:sldId id="510"/>
            <p14:sldId id="511"/>
            <p14:sldId id="512"/>
            <p14:sldId id="513"/>
            <p14:sldId id="515"/>
            <p14:sldId id="516"/>
            <p14:sldId id="517"/>
            <p14:sldId id="514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2" autoAdjust="0"/>
    <p:restoredTop sz="80808" autoAdjust="0"/>
  </p:normalViewPr>
  <p:slideViewPr>
    <p:cSldViewPr snapToGrid="0">
      <p:cViewPr varScale="1">
        <p:scale>
          <a:sx n="96" d="100"/>
          <a:sy n="96" d="100"/>
        </p:scale>
        <p:origin x="102" y="600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15.fntdata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font" Target="fonts/font2.fntdata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font" Target="fonts/font18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3.fntdata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83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font" Target="fonts/font19.fntdata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7.fntdata"/><Relationship Id="rId7" Type="http://schemas.openxmlformats.org/officeDocument/2006/relationships/slide" Target="slides/slide3.xml"/><Relationship Id="rId71" Type="http://schemas.openxmlformats.org/officeDocument/2006/relationships/font" Target="fonts/font12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7.fntdata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25C6EA-0CDD-46D9-9AF7-1B8194236E67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C134E70-9ADE-40AE-AEC6-77EFD7DBF017}">
      <dgm:prSet phldrT="[Text]"/>
      <dgm:spPr/>
      <dgm:t>
        <a:bodyPr/>
        <a:lstStyle/>
        <a:p>
          <a:r>
            <a:rPr lang="en-US" dirty="0"/>
            <a:t>Relational</a:t>
          </a:r>
        </a:p>
      </dgm:t>
    </dgm:pt>
    <dgm:pt modelId="{2E490F50-71D6-4F10-849F-2527A05B7EBB}" type="parTrans" cxnId="{F6B9FFA7-052E-45DA-8BDC-6CD305C3801D}">
      <dgm:prSet/>
      <dgm:spPr/>
      <dgm:t>
        <a:bodyPr/>
        <a:lstStyle/>
        <a:p>
          <a:endParaRPr lang="en-US"/>
        </a:p>
      </dgm:t>
    </dgm:pt>
    <dgm:pt modelId="{F7363698-68DB-49B4-B51B-A52870DAAD82}" type="sibTrans" cxnId="{F6B9FFA7-052E-45DA-8BDC-6CD305C3801D}">
      <dgm:prSet/>
      <dgm:spPr/>
      <dgm:t>
        <a:bodyPr/>
        <a:lstStyle/>
        <a:p>
          <a:endParaRPr lang="en-US"/>
        </a:p>
      </dgm:t>
    </dgm:pt>
    <dgm:pt modelId="{C31A3C93-1F5C-48A2-88EC-C50E5958DF17}">
      <dgm:prSet phldrT="[Text]"/>
      <dgm:spPr/>
      <dgm:t>
        <a:bodyPr/>
        <a:lstStyle/>
        <a:p>
          <a:r>
            <a:rPr lang="en-US" dirty="0"/>
            <a:t>Scatter plots, heatmaps, network diagrams</a:t>
          </a:r>
        </a:p>
      </dgm:t>
    </dgm:pt>
    <dgm:pt modelId="{98D0A8D8-CD2B-4886-96AD-4BD9A471EB53}" type="parTrans" cxnId="{A8BE913E-D3FB-40BE-9D48-B12A9B50D072}">
      <dgm:prSet/>
      <dgm:spPr/>
      <dgm:t>
        <a:bodyPr/>
        <a:lstStyle/>
        <a:p>
          <a:endParaRPr lang="en-US"/>
        </a:p>
      </dgm:t>
    </dgm:pt>
    <dgm:pt modelId="{C1BFFA87-B328-4475-AB03-1A1EA706BCD9}" type="sibTrans" cxnId="{A8BE913E-D3FB-40BE-9D48-B12A9B50D072}">
      <dgm:prSet/>
      <dgm:spPr/>
      <dgm:t>
        <a:bodyPr/>
        <a:lstStyle/>
        <a:p>
          <a:endParaRPr lang="en-US"/>
        </a:p>
      </dgm:t>
    </dgm:pt>
    <dgm:pt modelId="{C919FE83-F2CD-4CF3-86A3-0E37BA53D5D6}">
      <dgm:prSet phldrT="[Text]"/>
      <dgm:spPr/>
      <dgm:t>
        <a:bodyPr/>
        <a:lstStyle/>
        <a:p>
          <a:r>
            <a:rPr lang="en-US" dirty="0"/>
            <a:t>Distribution</a:t>
          </a:r>
        </a:p>
      </dgm:t>
    </dgm:pt>
    <dgm:pt modelId="{0980532D-50D0-4610-8F2B-77A5C1910439}" type="parTrans" cxnId="{2DEA645D-85D8-4D63-A915-26C35CF594AF}">
      <dgm:prSet/>
      <dgm:spPr/>
      <dgm:t>
        <a:bodyPr/>
        <a:lstStyle/>
        <a:p>
          <a:endParaRPr lang="en-US"/>
        </a:p>
      </dgm:t>
    </dgm:pt>
    <dgm:pt modelId="{1CD4B03B-2EEB-415A-979A-705EB87E74BC}" type="sibTrans" cxnId="{2DEA645D-85D8-4D63-A915-26C35CF594AF}">
      <dgm:prSet/>
      <dgm:spPr/>
      <dgm:t>
        <a:bodyPr/>
        <a:lstStyle/>
        <a:p>
          <a:endParaRPr lang="en-US"/>
        </a:p>
      </dgm:t>
    </dgm:pt>
    <dgm:pt modelId="{E41AF7B1-535F-4CCF-9240-C468A793AA7F}">
      <dgm:prSet phldrT="[Text]"/>
      <dgm:spPr/>
      <dgm:t>
        <a:bodyPr/>
        <a:lstStyle/>
        <a:p>
          <a:r>
            <a:rPr lang="en-US" dirty="0"/>
            <a:t>Data shape, central tendency, outliers</a:t>
          </a:r>
        </a:p>
      </dgm:t>
    </dgm:pt>
    <dgm:pt modelId="{7308F178-AE81-468F-8778-10B3D0AFDE05}" type="parTrans" cxnId="{2F2EAAF3-D237-4707-937E-9629A825C611}">
      <dgm:prSet/>
      <dgm:spPr/>
      <dgm:t>
        <a:bodyPr/>
        <a:lstStyle/>
        <a:p>
          <a:endParaRPr lang="en-US"/>
        </a:p>
      </dgm:t>
    </dgm:pt>
    <dgm:pt modelId="{A2CE6F8F-5BC8-47A2-BD6D-4847B60472E5}" type="sibTrans" cxnId="{2F2EAAF3-D237-4707-937E-9629A825C611}">
      <dgm:prSet/>
      <dgm:spPr/>
      <dgm:t>
        <a:bodyPr/>
        <a:lstStyle/>
        <a:p>
          <a:endParaRPr lang="en-US"/>
        </a:p>
      </dgm:t>
    </dgm:pt>
    <dgm:pt modelId="{848472C6-3CDF-4224-8BD6-20EC7C5356D4}">
      <dgm:prSet phldrT="[Text]"/>
      <dgm:spPr/>
      <dgm:t>
        <a:bodyPr/>
        <a:lstStyle/>
        <a:p>
          <a:r>
            <a:rPr lang="en-US" dirty="0"/>
            <a:t>Categorical</a:t>
          </a:r>
        </a:p>
      </dgm:t>
    </dgm:pt>
    <dgm:pt modelId="{EA02A1CD-0D98-413F-B026-1CF34C373444}" type="parTrans" cxnId="{26F60FF1-B158-497D-A1DF-AE82609B4817}">
      <dgm:prSet/>
      <dgm:spPr/>
      <dgm:t>
        <a:bodyPr/>
        <a:lstStyle/>
        <a:p>
          <a:endParaRPr lang="en-US"/>
        </a:p>
      </dgm:t>
    </dgm:pt>
    <dgm:pt modelId="{538F009C-7415-4195-828F-6C4620261354}" type="sibTrans" cxnId="{26F60FF1-B158-497D-A1DF-AE82609B4817}">
      <dgm:prSet/>
      <dgm:spPr/>
      <dgm:t>
        <a:bodyPr/>
        <a:lstStyle/>
        <a:p>
          <a:endParaRPr lang="en-US"/>
        </a:p>
      </dgm:t>
    </dgm:pt>
    <dgm:pt modelId="{4A16E761-012E-4F3B-ADBA-3F30AFA9B936}">
      <dgm:prSet phldrT="[Text]"/>
      <dgm:spPr/>
      <dgm:t>
        <a:bodyPr/>
        <a:lstStyle/>
        <a:p>
          <a:r>
            <a:rPr lang="en-US" dirty="0"/>
            <a:t>Comparing categories, proportions</a:t>
          </a:r>
        </a:p>
      </dgm:t>
    </dgm:pt>
    <dgm:pt modelId="{5B419632-8A09-4572-A5C0-6EC516EC0520}" type="parTrans" cxnId="{471625EE-9B6E-4AF6-B451-D7595DCC4F8B}">
      <dgm:prSet/>
      <dgm:spPr/>
      <dgm:t>
        <a:bodyPr/>
        <a:lstStyle/>
        <a:p>
          <a:endParaRPr lang="en-US"/>
        </a:p>
      </dgm:t>
    </dgm:pt>
    <dgm:pt modelId="{5F1132DB-02B8-4B30-8EFD-EF31A477664C}" type="sibTrans" cxnId="{471625EE-9B6E-4AF6-B451-D7595DCC4F8B}">
      <dgm:prSet/>
      <dgm:spPr/>
      <dgm:t>
        <a:bodyPr/>
        <a:lstStyle/>
        <a:p>
          <a:endParaRPr lang="en-US"/>
        </a:p>
      </dgm:t>
    </dgm:pt>
    <dgm:pt modelId="{FE97F15D-7B23-4509-8658-D6070FB0C1D9}">
      <dgm:prSet phldrT="[Text]"/>
      <dgm:spPr/>
      <dgm:t>
        <a:bodyPr/>
        <a:lstStyle/>
        <a:p>
          <a:r>
            <a:rPr lang="en-US" dirty="0"/>
            <a:t>Categorical or nominal data</a:t>
          </a:r>
        </a:p>
      </dgm:t>
    </dgm:pt>
    <dgm:pt modelId="{A4DAF2E0-44E6-4812-AD85-D6F3841F3CCE}" type="parTrans" cxnId="{EA635AA9-DBB2-4954-A20C-9A268B391C90}">
      <dgm:prSet/>
      <dgm:spPr/>
      <dgm:t>
        <a:bodyPr/>
        <a:lstStyle/>
        <a:p>
          <a:endParaRPr lang="en-US"/>
        </a:p>
      </dgm:t>
    </dgm:pt>
    <dgm:pt modelId="{B86DA078-D165-4C11-A54D-8F7C3C08C7EB}" type="sibTrans" cxnId="{EA635AA9-DBB2-4954-A20C-9A268B391C90}">
      <dgm:prSet/>
      <dgm:spPr/>
      <dgm:t>
        <a:bodyPr/>
        <a:lstStyle/>
        <a:p>
          <a:endParaRPr lang="en-US"/>
        </a:p>
      </dgm:t>
    </dgm:pt>
    <dgm:pt modelId="{0E20E0EB-8561-48F0-83B4-E5FC5398F5A0}">
      <dgm:prSet phldrT="[Text]"/>
      <dgm:spPr/>
      <dgm:t>
        <a:bodyPr/>
        <a:lstStyle/>
        <a:p>
          <a:r>
            <a:rPr lang="en-US" dirty="0"/>
            <a:t>Correlations, relationships between variables</a:t>
          </a:r>
        </a:p>
      </dgm:t>
    </dgm:pt>
    <dgm:pt modelId="{33205208-850C-44B7-898F-2B8F7D38B429}" type="parTrans" cxnId="{FAFD7B6A-811D-4263-A0DA-12410ADDCC88}">
      <dgm:prSet/>
      <dgm:spPr/>
      <dgm:t>
        <a:bodyPr/>
        <a:lstStyle/>
        <a:p>
          <a:endParaRPr lang="en-US"/>
        </a:p>
      </dgm:t>
    </dgm:pt>
    <dgm:pt modelId="{08BCE4B2-7F76-47AB-BA3E-A2A499D6290C}" type="sibTrans" cxnId="{FAFD7B6A-811D-4263-A0DA-12410ADDCC88}">
      <dgm:prSet/>
      <dgm:spPr/>
      <dgm:t>
        <a:bodyPr/>
        <a:lstStyle/>
        <a:p>
          <a:endParaRPr lang="en-US"/>
        </a:p>
      </dgm:t>
    </dgm:pt>
    <dgm:pt modelId="{0FAE2505-1D34-4434-9E10-759464351251}">
      <dgm:prSet phldrT="[Text]"/>
      <dgm:spPr/>
      <dgm:t>
        <a:bodyPr/>
        <a:lstStyle/>
        <a:p>
          <a:r>
            <a:rPr lang="en-US" dirty="0"/>
            <a:t>Histograms, box plots, density plots</a:t>
          </a:r>
        </a:p>
      </dgm:t>
    </dgm:pt>
    <dgm:pt modelId="{5B7553C7-D411-4F40-9A7E-531C68E487B1}" type="parTrans" cxnId="{5FD6B242-D87D-485E-947E-AE8C674AA6FE}">
      <dgm:prSet/>
      <dgm:spPr/>
      <dgm:t>
        <a:bodyPr/>
        <a:lstStyle/>
        <a:p>
          <a:endParaRPr lang="en-US"/>
        </a:p>
      </dgm:t>
    </dgm:pt>
    <dgm:pt modelId="{128648E4-8A28-4432-A315-1F780A5D3B1E}" type="sibTrans" cxnId="{5FD6B242-D87D-485E-947E-AE8C674AA6FE}">
      <dgm:prSet/>
      <dgm:spPr/>
      <dgm:t>
        <a:bodyPr/>
        <a:lstStyle/>
        <a:p>
          <a:endParaRPr lang="en-US"/>
        </a:p>
      </dgm:t>
    </dgm:pt>
    <dgm:pt modelId="{8257AD5F-35F6-43C1-8F4A-D2C78EB27999}">
      <dgm:prSet phldrT="[Text]"/>
      <dgm:spPr/>
      <dgm:t>
        <a:bodyPr/>
        <a:lstStyle/>
        <a:p>
          <a:r>
            <a:rPr lang="en-US" dirty="0"/>
            <a:t>Continuous or numerical data</a:t>
          </a:r>
        </a:p>
      </dgm:t>
    </dgm:pt>
    <dgm:pt modelId="{4D2ED5C1-941A-4DFF-BDDB-31E916276A67}" type="parTrans" cxnId="{D2F29C67-7CDA-47F4-B709-C1B82995FC6D}">
      <dgm:prSet/>
      <dgm:spPr/>
      <dgm:t>
        <a:bodyPr/>
        <a:lstStyle/>
        <a:p>
          <a:endParaRPr lang="en-US"/>
        </a:p>
      </dgm:t>
    </dgm:pt>
    <dgm:pt modelId="{6CE66E81-F6AD-4E33-BF95-83DCE331F8CF}" type="sibTrans" cxnId="{D2F29C67-7CDA-47F4-B709-C1B82995FC6D}">
      <dgm:prSet/>
      <dgm:spPr/>
      <dgm:t>
        <a:bodyPr/>
        <a:lstStyle/>
        <a:p>
          <a:endParaRPr lang="en-US"/>
        </a:p>
      </dgm:t>
    </dgm:pt>
    <dgm:pt modelId="{6F655885-C8C8-43EC-BDDD-AA01A04B8726}">
      <dgm:prSet phldrT="[Text]"/>
      <dgm:spPr/>
      <dgm:t>
        <a:bodyPr/>
        <a:lstStyle/>
        <a:p>
          <a:r>
            <a:rPr lang="en-US" dirty="0"/>
            <a:t>Continuous or discrete data</a:t>
          </a:r>
        </a:p>
      </dgm:t>
    </dgm:pt>
    <dgm:pt modelId="{2B9A949F-9BDA-4721-B1E6-1EF917B91BFA}" type="parTrans" cxnId="{3C697D9D-DB34-4AFC-89F8-0190E9F42179}">
      <dgm:prSet/>
      <dgm:spPr/>
      <dgm:t>
        <a:bodyPr/>
        <a:lstStyle/>
        <a:p>
          <a:endParaRPr lang="en-US"/>
        </a:p>
      </dgm:t>
    </dgm:pt>
    <dgm:pt modelId="{B1CDA61C-C705-4A06-9281-EA61F52616E2}" type="sibTrans" cxnId="{3C697D9D-DB34-4AFC-89F8-0190E9F42179}">
      <dgm:prSet/>
      <dgm:spPr/>
      <dgm:t>
        <a:bodyPr/>
        <a:lstStyle/>
        <a:p>
          <a:endParaRPr lang="en-US"/>
        </a:p>
      </dgm:t>
    </dgm:pt>
    <dgm:pt modelId="{83E25A54-3A15-4334-94ED-70BB4A75ADC2}">
      <dgm:prSet phldrT="[Text]"/>
      <dgm:spPr/>
      <dgm:t>
        <a:bodyPr/>
        <a:lstStyle/>
        <a:p>
          <a:r>
            <a:rPr lang="en-US" dirty="0"/>
            <a:t>Bar charts, pie charts, violin plots, stacked bar charts</a:t>
          </a:r>
        </a:p>
      </dgm:t>
    </dgm:pt>
    <dgm:pt modelId="{F4F10101-F213-4FF2-A152-EB5A6E0303D0}" type="parTrans" cxnId="{729335C3-B195-4DC7-A53B-02BB35B2B59C}">
      <dgm:prSet/>
      <dgm:spPr/>
      <dgm:t>
        <a:bodyPr/>
        <a:lstStyle/>
        <a:p>
          <a:endParaRPr lang="en-US"/>
        </a:p>
      </dgm:t>
    </dgm:pt>
    <dgm:pt modelId="{E2369F8E-6493-4DA8-9813-440D372EF345}" type="sibTrans" cxnId="{729335C3-B195-4DC7-A53B-02BB35B2B59C}">
      <dgm:prSet/>
      <dgm:spPr/>
      <dgm:t>
        <a:bodyPr/>
        <a:lstStyle/>
        <a:p>
          <a:endParaRPr lang="en-US"/>
        </a:p>
      </dgm:t>
    </dgm:pt>
    <dgm:pt modelId="{E1F62CBE-9BA2-42D9-9AD6-4703A5B43835}" type="pres">
      <dgm:prSet presAssocID="{2625C6EA-0CDD-46D9-9AF7-1B8194236E67}" presName="Name0" presStyleCnt="0">
        <dgm:presLayoutVars>
          <dgm:dir/>
          <dgm:animLvl val="lvl"/>
          <dgm:resizeHandles val="exact"/>
        </dgm:presLayoutVars>
      </dgm:prSet>
      <dgm:spPr/>
    </dgm:pt>
    <dgm:pt modelId="{850C8338-0389-408C-B487-D0561B42733D}" type="pres">
      <dgm:prSet presAssocID="{6C134E70-9ADE-40AE-AEC6-77EFD7DBF017}" presName="composite" presStyleCnt="0"/>
      <dgm:spPr/>
    </dgm:pt>
    <dgm:pt modelId="{926F99F4-C810-42E7-B80C-CF5D1A2EEC9A}" type="pres">
      <dgm:prSet presAssocID="{6C134E70-9ADE-40AE-AEC6-77EFD7DBF01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3EBFFED-CE96-412E-B303-AB2830C00FE7}" type="pres">
      <dgm:prSet presAssocID="{6C134E70-9ADE-40AE-AEC6-77EFD7DBF017}" presName="desTx" presStyleLbl="alignAccFollowNode1" presStyleIdx="0" presStyleCnt="3">
        <dgm:presLayoutVars>
          <dgm:bulletEnabled val="1"/>
        </dgm:presLayoutVars>
      </dgm:prSet>
      <dgm:spPr/>
    </dgm:pt>
    <dgm:pt modelId="{FC6CC70C-90A8-4495-AB26-C0661CFEA171}" type="pres">
      <dgm:prSet presAssocID="{F7363698-68DB-49B4-B51B-A52870DAAD82}" presName="space" presStyleCnt="0"/>
      <dgm:spPr/>
    </dgm:pt>
    <dgm:pt modelId="{8B3FE873-5F4B-43E6-985D-11F9C35531F8}" type="pres">
      <dgm:prSet presAssocID="{C919FE83-F2CD-4CF3-86A3-0E37BA53D5D6}" presName="composite" presStyleCnt="0"/>
      <dgm:spPr/>
    </dgm:pt>
    <dgm:pt modelId="{B8A33D22-39BE-4DBF-956C-6D8F64EC2776}" type="pres">
      <dgm:prSet presAssocID="{C919FE83-F2CD-4CF3-86A3-0E37BA53D5D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D1E8F82-48DE-4590-B72D-455CF46D666B}" type="pres">
      <dgm:prSet presAssocID="{C919FE83-F2CD-4CF3-86A3-0E37BA53D5D6}" presName="desTx" presStyleLbl="alignAccFollowNode1" presStyleIdx="1" presStyleCnt="3">
        <dgm:presLayoutVars>
          <dgm:bulletEnabled val="1"/>
        </dgm:presLayoutVars>
      </dgm:prSet>
      <dgm:spPr/>
    </dgm:pt>
    <dgm:pt modelId="{0728B577-6FE2-4906-A344-72461BCE9EC3}" type="pres">
      <dgm:prSet presAssocID="{1CD4B03B-2EEB-415A-979A-705EB87E74BC}" presName="space" presStyleCnt="0"/>
      <dgm:spPr/>
    </dgm:pt>
    <dgm:pt modelId="{80AC8E14-8B6D-4683-BB21-3D751672B4F4}" type="pres">
      <dgm:prSet presAssocID="{848472C6-3CDF-4224-8BD6-20EC7C5356D4}" presName="composite" presStyleCnt="0"/>
      <dgm:spPr/>
    </dgm:pt>
    <dgm:pt modelId="{6F2A4FAE-E141-4688-83DC-4FE61D648BF7}" type="pres">
      <dgm:prSet presAssocID="{848472C6-3CDF-4224-8BD6-20EC7C5356D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FABA87F-4E9B-45AF-A9FA-D2582C470F4D}" type="pres">
      <dgm:prSet presAssocID="{848472C6-3CDF-4224-8BD6-20EC7C5356D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5BA7D29-375B-48E3-9DC6-42D24E5C5914}" type="presOf" srcId="{848472C6-3CDF-4224-8BD6-20EC7C5356D4}" destId="{6F2A4FAE-E141-4688-83DC-4FE61D648BF7}" srcOrd="0" destOrd="0" presId="urn:microsoft.com/office/officeart/2005/8/layout/hList1"/>
    <dgm:cxn modelId="{A8BE913E-D3FB-40BE-9D48-B12A9B50D072}" srcId="{6C134E70-9ADE-40AE-AEC6-77EFD7DBF017}" destId="{C31A3C93-1F5C-48A2-88EC-C50E5958DF17}" srcOrd="2" destOrd="0" parTransId="{98D0A8D8-CD2B-4886-96AD-4BD9A471EB53}" sibTransId="{C1BFFA87-B328-4475-AB03-1A1EA706BCD9}"/>
    <dgm:cxn modelId="{2DEA645D-85D8-4D63-A915-26C35CF594AF}" srcId="{2625C6EA-0CDD-46D9-9AF7-1B8194236E67}" destId="{C919FE83-F2CD-4CF3-86A3-0E37BA53D5D6}" srcOrd="1" destOrd="0" parTransId="{0980532D-50D0-4610-8F2B-77A5C1910439}" sibTransId="{1CD4B03B-2EEB-415A-979A-705EB87E74BC}"/>
    <dgm:cxn modelId="{C0450761-119A-4460-98BF-326B2BDD682C}" type="presOf" srcId="{6F655885-C8C8-43EC-BDDD-AA01A04B8726}" destId="{4D1E8F82-48DE-4590-B72D-455CF46D666B}" srcOrd="0" destOrd="1" presId="urn:microsoft.com/office/officeart/2005/8/layout/hList1"/>
    <dgm:cxn modelId="{5FD6B242-D87D-485E-947E-AE8C674AA6FE}" srcId="{C919FE83-F2CD-4CF3-86A3-0E37BA53D5D6}" destId="{0FAE2505-1D34-4434-9E10-759464351251}" srcOrd="2" destOrd="0" parTransId="{5B7553C7-D411-4F40-9A7E-531C68E487B1}" sibTransId="{128648E4-8A28-4432-A315-1F780A5D3B1E}"/>
    <dgm:cxn modelId="{D2F29C67-7CDA-47F4-B709-C1B82995FC6D}" srcId="{6C134E70-9ADE-40AE-AEC6-77EFD7DBF017}" destId="{8257AD5F-35F6-43C1-8F4A-D2C78EB27999}" srcOrd="1" destOrd="0" parTransId="{4D2ED5C1-941A-4DFF-BDDB-31E916276A67}" sibTransId="{6CE66E81-F6AD-4E33-BF95-83DCE331F8CF}"/>
    <dgm:cxn modelId="{FAFD7B6A-811D-4263-A0DA-12410ADDCC88}" srcId="{6C134E70-9ADE-40AE-AEC6-77EFD7DBF017}" destId="{0E20E0EB-8561-48F0-83B4-E5FC5398F5A0}" srcOrd="0" destOrd="0" parTransId="{33205208-850C-44B7-898F-2B8F7D38B429}" sibTransId="{08BCE4B2-7F76-47AB-BA3E-A2A499D6290C}"/>
    <dgm:cxn modelId="{B1B8B953-1499-4571-9E61-B58F700C63FD}" type="presOf" srcId="{83E25A54-3A15-4334-94ED-70BB4A75ADC2}" destId="{AFABA87F-4E9B-45AF-A9FA-D2582C470F4D}" srcOrd="0" destOrd="2" presId="urn:microsoft.com/office/officeart/2005/8/layout/hList1"/>
    <dgm:cxn modelId="{DA9D987B-376D-4546-82BD-571F2DC29F45}" type="presOf" srcId="{E41AF7B1-535F-4CCF-9240-C468A793AA7F}" destId="{4D1E8F82-48DE-4590-B72D-455CF46D666B}" srcOrd="0" destOrd="0" presId="urn:microsoft.com/office/officeart/2005/8/layout/hList1"/>
    <dgm:cxn modelId="{43919C81-09BF-4349-AD64-A3409F948506}" type="presOf" srcId="{0E20E0EB-8561-48F0-83B4-E5FC5398F5A0}" destId="{13EBFFED-CE96-412E-B303-AB2830C00FE7}" srcOrd="0" destOrd="0" presId="urn:microsoft.com/office/officeart/2005/8/layout/hList1"/>
    <dgm:cxn modelId="{9FAB4788-D0A0-4FCB-BF06-E3BD0FA9243F}" type="presOf" srcId="{C919FE83-F2CD-4CF3-86A3-0E37BA53D5D6}" destId="{B8A33D22-39BE-4DBF-956C-6D8F64EC2776}" srcOrd="0" destOrd="0" presId="urn:microsoft.com/office/officeart/2005/8/layout/hList1"/>
    <dgm:cxn modelId="{F713CE8C-6DE6-48AF-B9EF-178620656818}" type="presOf" srcId="{0FAE2505-1D34-4434-9E10-759464351251}" destId="{4D1E8F82-48DE-4590-B72D-455CF46D666B}" srcOrd="0" destOrd="2" presId="urn:microsoft.com/office/officeart/2005/8/layout/hList1"/>
    <dgm:cxn modelId="{58475192-63C2-401C-ABE5-87A7F1DBF04F}" type="presOf" srcId="{8257AD5F-35F6-43C1-8F4A-D2C78EB27999}" destId="{13EBFFED-CE96-412E-B303-AB2830C00FE7}" srcOrd="0" destOrd="1" presId="urn:microsoft.com/office/officeart/2005/8/layout/hList1"/>
    <dgm:cxn modelId="{3C697D9D-DB34-4AFC-89F8-0190E9F42179}" srcId="{C919FE83-F2CD-4CF3-86A3-0E37BA53D5D6}" destId="{6F655885-C8C8-43EC-BDDD-AA01A04B8726}" srcOrd="1" destOrd="0" parTransId="{2B9A949F-9BDA-4721-B1E6-1EF917B91BFA}" sibTransId="{B1CDA61C-C705-4A06-9281-EA61F52616E2}"/>
    <dgm:cxn modelId="{6CDFC69F-8BCE-4D31-8090-612900340D40}" type="presOf" srcId="{C31A3C93-1F5C-48A2-88EC-C50E5958DF17}" destId="{13EBFFED-CE96-412E-B303-AB2830C00FE7}" srcOrd="0" destOrd="2" presId="urn:microsoft.com/office/officeart/2005/8/layout/hList1"/>
    <dgm:cxn modelId="{F6B9FFA7-052E-45DA-8BDC-6CD305C3801D}" srcId="{2625C6EA-0CDD-46D9-9AF7-1B8194236E67}" destId="{6C134E70-9ADE-40AE-AEC6-77EFD7DBF017}" srcOrd="0" destOrd="0" parTransId="{2E490F50-71D6-4F10-849F-2527A05B7EBB}" sibTransId="{F7363698-68DB-49B4-B51B-A52870DAAD82}"/>
    <dgm:cxn modelId="{EA635AA9-DBB2-4954-A20C-9A268B391C90}" srcId="{848472C6-3CDF-4224-8BD6-20EC7C5356D4}" destId="{FE97F15D-7B23-4509-8658-D6070FB0C1D9}" srcOrd="1" destOrd="0" parTransId="{A4DAF2E0-44E6-4812-AD85-D6F3841F3CCE}" sibTransId="{B86DA078-D165-4C11-A54D-8F7C3C08C7EB}"/>
    <dgm:cxn modelId="{729335C3-B195-4DC7-A53B-02BB35B2B59C}" srcId="{848472C6-3CDF-4224-8BD6-20EC7C5356D4}" destId="{83E25A54-3A15-4334-94ED-70BB4A75ADC2}" srcOrd="2" destOrd="0" parTransId="{F4F10101-F213-4FF2-A152-EB5A6E0303D0}" sibTransId="{E2369F8E-6493-4DA8-9813-440D372EF345}"/>
    <dgm:cxn modelId="{612042C3-E75E-439D-87EA-73F41FBC5503}" type="presOf" srcId="{4A16E761-012E-4F3B-ADBA-3F30AFA9B936}" destId="{AFABA87F-4E9B-45AF-A9FA-D2582C470F4D}" srcOrd="0" destOrd="0" presId="urn:microsoft.com/office/officeart/2005/8/layout/hList1"/>
    <dgm:cxn modelId="{314DC2C3-386E-47B3-A809-03E530BC8BEB}" type="presOf" srcId="{2625C6EA-0CDD-46D9-9AF7-1B8194236E67}" destId="{E1F62CBE-9BA2-42D9-9AD6-4703A5B43835}" srcOrd="0" destOrd="0" presId="urn:microsoft.com/office/officeart/2005/8/layout/hList1"/>
    <dgm:cxn modelId="{B031DDCA-65C5-4ED9-A198-4475C966F5CF}" type="presOf" srcId="{FE97F15D-7B23-4509-8658-D6070FB0C1D9}" destId="{AFABA87F-4E9B-45AF-A9FA-D2582C470F4D}" srcOrd="0" destOrd="1" presId="urn:microsoft.com/office/officeart/2005/8/layout/hList1"/>
    <dgm:cxn modelId="{471625EE-9B6E-4AF6-B451-D7595DCC4F8B}" srcId="{848472C6-3CDF-4224-8BD6-20EC7C5356D4}" destId="{4A16E761-012E-4F3B-ADBA-3F30AFA9B936}" srcOrd="0" destOrd="0" parTransId="{5B419632-8A09-4572-A5C0-6EC516EC0520}" sibTransId="{5F1132DB-02B8-4B30-8EFD-EF31A477664C}"/>
    <dgm:cxn modelId="{26F60FF1-B158-497D-A1DF-AE82609B4817}" srcId="{2625C6EA-0CDD-46D9-9AF7-1B8194236E67}" destId="{848472C6-3CDF-4224-8BD6-20EC7C5356D4}" srcOrd="2" destOrd="0" parTransId="{EA02A1CD-0D98-413F-B026-1CF34C373444}" sibTransId="{538F009C-7415-4195-828F-6C4620261354}"/>
    <dgm:cxn modelId="{080914F1-FC46-48BB-ACEF-6863B74F3162}" type="presOf" srcId="{6C134E70-9ADE-40AE-AEC6-77EFD7DBF017}" destId="{926F99F4-C810-42E7-B80C-CF5D1A2EEC9A}" srcOrd="0" destOrd="0" presId="urn:microsoft.com/office/officeart/2005/8/layout/hList1"/>
    <dgm:cxn modelId="{2F2EAAF3-D237-4707-937E-9629A825C611}" srcId="{C919FE83-F2CD-4CF3-86A3-0E37BA53D5D6}" destId="{E41AF7B1-535F-4CCF-9240-C468A793AA7F}" srcOrd="0" destOrd="0" parTransId="{7308F178-AE81-468F-8778-10B3D0AFDE05}" sibTransId="{A2CE6F8F-5BC8-47A2-BD6D-4847B60472E5}"/>
    <dgm:cxn modelId="{520683F3-86A7-4FFF-B5F4-C1556BDBD7C4}" type="presParOf" srcId="{E1F62CBE-9BA2-42D9-9AD6-4703A5B43835}" destId="{850C8338-0389-408C-B487-D0561B42733D}" srcOrd="0" destOrd="0" presId="urn:microsoft.com/office/officeart/2005/8/layout/hList1"/>
    <dgm:cxn modelId="{93697208-11EA-4D08-BD53-985466492E38}" type="presParOf" srcId="{850C8338-0389-408C-B487-D0561B42733D}" destId="{926F99F4-C810-42E7-B80C-CF5D1A2EEC9A}" srcOrd="0" destOrd="0" presId="urn:microsoft.com/office/officeart/2005/8/layout/hList1"/>
    <dgm:cxn modelId="{3A2FABAA-D4CB-458C-9AA9-04EF222A48B7}" type="presParOf" srcId="{850C8338-0389-408C-B487-D0561B42733D}" destId="{13EBFFED-CE96-412E-B303-AB2830C00FE7}" srcOrd="1" destOrd="0" presId="urn:microsoft.com/office/officeart/2005/8/layout/hList1"/>
    <dgm:cxn modelId="{1A872C6E-0A0C-4113-940E-C25A634B4241}" type="presParOf" srcId="{E1F62CBE-9BA2-42D9-9AD6-4703A5B43835}" destId="{FC6CC70C-90A8-4495-AB26-C0661CFEA171}" srcOrd="1" destOrd="0" presId="urn:microsoft.com/office/officeart/2005/8/layout/hList1"/>
    <dgm:cxn modelId="{B4A43B57-3A73-4604-B79D-5E21E6E46583}" type="presParOf" srcId="{E1F62CBE-9BA2-42D9-9AD6-4703A5B43835}" destId="{8B3FE873-5F4B-43E6-985D-11F9C35531F8}" srcOrd="2" destOrd="0" presId="urn:microsoft.com/office/officeart/2005/8/layout/hList1"/>
    <dgm:cxn modelId="{F67505A9-9561-4FB2-94E0-CC0F97FC572D}" type="presParOf" srcId="{8B3FE873-5F4B-43E6-985D-11F9C35531F8}" destId="{B8A33D22-39BE-4DBF-956C-6D8F64EC2776}" srcOrd="0" destOrd="0" presId="urn:microsoft.com/office/officeart/2005/8/layout/hList1"/>
    <dgm:cxn modelId="{B3F324A0-7C31-48AE-80C6-6758B3D67D63}" type="presParOf" srcId="{8B3FE873-5F4B-43E6-985D-11F9C35531F8}" destId="{4D1E8F82-48DE-4590-B72D-455CF46D666B}" srcOrd="1" destOrd="0" presId="urn:microsoft.com/office/officeart/2005/8/layout/hList1"/>
    <dgm:cxn modelId="{461447E2-4B79-4BF2-9E63-015F03B04267}" type="presParOf" srcId="{E1F62CBE-9BA2-42D9-9AD6-4703A5B43835}" destId="{0728B577-6FE2-4906-A344-72461BCE9EC3}" srcOrd="3" destOrd="0" presId="urn:microsoft.com/office/officeart/2005/8/layout/hList1"/>
    <dgm:cxn modelId="{55EA8CDF-8E41-46ED-B386-5DECBE894BE5}" type="presParOf" srcId="{E1F62CBE-9BA2-42D9-9AD6-4703A5B43835}" destId="{80AC8E14-8B6D-4683-BB21-3D751672B4F4}" srcOrd="4" destOrd="0" presId="urn:microsoft.com/office/officeart/2005/8/layout/hList1"/>
    <dgm:cxn modelId="{0CFA24B7-00E5-432A-B962-8418D20AF434}" type="presParOf" srcId="{80AC8E14-8B6D-4683-BB21-3D751672B4F4}" destId="{6F2A4FAE-E141-4688-83DC-4FE61D648BF7}" srcOrd="0" destOrd="0" presId="urn:microsoft.com/office/officeart/2005/8/layout/hList1"/>
    <dgm:cxn modelId="{AB0A119D-541B-4E5A-96FA-E3A2FCF19B6D}" type="presParOf" srcId="{80AC8E14-8B6D-4683-BB21-3D751672B4F4}" destId="{AFABA87F-4E9B-45AF-A9FA-D2582C470F4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56F1CF-9CD2-4D4C-ADF9-2902E45D97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C114A3-FC93-4065-96C8-72D09B0D1250}">
      <dgm:prSet phldrT="[Text]"/>
      <dgm:spPr/>
      <dgm:t>
        <a:bodyPr/>
        <a:lstStyle/>
        <a:p>
          <a:r>
            <a:rPr lang="en-US" dirty="0"/>
            <a:t>Data Collection</a:t>
          </a:r>
        </a:p>
      </dgm:t>
    </dgm:pt>
    <dgm:pt modelId="{FDD04905-D5B5-4EA7-AC4B-B71A83404570}" type="parTrans" cxnId="{3022A89F-1AA2-46B4-9F38-090ACB3F0807}">
      <dgm:prSet/>
      <dgm:spPr/>
      <dgm:t>
        <a:bodyPr/>
        <a:lstStyle/>
        <a:p>
          <a:endParaRPr lang="en-US"/>
        </a:p>
      </dgm:t>
    </dgm:pt>
    <dgm:pt modelId="{DCF5BE28-CFED-4EEB-9B3F-7225568BC782}" type="sibTrans" cxnId="{3022A89F-1AA2-46B4-9F38-090ACB3F0807}">
      <dgm:prSet/>
      <dgm:spPr/>
      <dgm:t>
        <a:bodyPr/>
        <a:lstStyle/>
        <a:p>
          <a:endParaRPr lang="en-US"/>
        </a:p>
      </dgm:t>
    </dgm:pt>
    <dgm:pt modelId="{77D063D4-AD11-46AA-B496-BBD916FDC41A}">
      <dgm:prSet phldrT="[Text]"/>
      <dgm:spPr/>
      <dgm:t>
        <a:bodyPr/>
        <a:lstStyle/>
        <a:p>
          <a:r>
            <a:rPr lang="en-US" dirty="0"/>
            <a:t>People, process, organization, and ecosystem</a:t>
          </a:r>
        </a:p>
      </dgm:t>
    </dgm:pt>
    <dgm:pt modelId="{B25C4FDF-F844-4823-B459-C24C5C70D1C7}" type="parTrans" cxnId="{98B20090-715C-4071-B6F8-4EE0E51B4591}">
      <dgm:prSet/>
      <dgm:spPr/>
      <dgm:t>
        <a:bodyPr/>
        <a:lstStyle/>
        <a:p>
          <a:endParaRPr lang="en-US"/>
        </a:p>
      </dgm:t>
    </dgm:pt>
    <dgm:pt modelId="{E48A5B8C-638B-4924-91BB-8CEF6F5DA098}" type="sibTrans" cxnId="{98B20090-715C-4071-B6F8-4EE0E51B4591}">
      <dgm:prSet/>
      <dgm:spPr/>
      <dgm:t>
        <a:bodyPr/>
        <a:lstStyle/>
        <a:p>
          <a:endParaRPr lang="en-US"/>
        </a:p>
      </dgm:t>
    </dgm:pt>
    <dgm:pt modelId="{7AD409A6-3D27-4373-ACC8-D2FCFDF7D6C7}">
      <dgm:prSet phldrT="[Text]"/>
      <dgm:spPr/>
      <dgm:t>
        <a:bodyPr/>
        <a:lstStyle/>
        <a:p>
          <a:r>
            <a:rPr lang="en-US" dirty="0"/>
            <a:t>Batch-level data vs. dynamically refreshed, real-time and streaming data</a:t>
          </a:r>
        </a:p>
      </dgm:t>
    </dgm:pt>
    <dgm:pt modelId="{ABF3FA58-341A-48EA-80CC-AA89216A6876}" type="parTrans" cxnId="{B666C59E-5C9E-4AB9-92AF-625C8D09098F}">
      <dgm:prSet/>
      <dgm:spPr/>
      <dgm:t>
        <a:bodyPr/>
        <a:lstStyle/>
        <a:p>
          <a:endParaRPr lang="en-US"/>
        </a:p>
      </dgm:t>
    </dgm:pt>
    <dgm:pt modelId="{B64EE0D6-C9FF-4154-8275-4F929B92695E}" type="sibTrans" cxnId="{B666C59E-5C9E-4AB9-92AF-625C8D09098F}">
      <dgm:prSet/>
      <dgm:spPr/>
      <dgm:t>
        <a:bodyPr/>
        <a:lstStyle/>
        <a:p>
          <a:endParaRPr lang="en-US"/>
        </a:p>
      </dgm:t>
    </dgm:pt>
    <dgm:pt modelId="{932C4362-2876-4505-8BEF-81456FC106E6}">
      <dgm:prSet phldrT="[Text]"/>
      <dgm:spPr/>
      <dgm:t>
        <a:bodyPr/>
        <a:lstStyle/>
        <a:p>
          <a:r>
            <a:rPr lang="en-US" dirty="0"/>
            <a:t>Structured qualitative and quantitative data vs. unstructured data (text, audio, images, videos)</a:t>
          </a:r>
        </a:p>
      </dgm:t>
    </dgm:pt>
    <dgm:pt modelId="{2AFED2E6-26FB-4927-88D3-A5EEB65A1030}" type="parTrans" cxnId="{C9690858-270F-4201-B96D-7281A793F0BC}">
      <dgm:prSet/>
      <dgm:spPr/>
      <dgm:t>
        <a:bodyPr/>
        <a:lstStyle/>
        <a:p>
          <a:endParaRPr lang="en-US"/>
        </a:p>
      </dgm:t>
    </dgm:pt>
    <dgm:pt modelId="{3C2FA94F-ADD4-43F7-AAD3-2203C9060F3A}" type="sibTrans" cxnId="{C9690858-270F-4201-B96D-7281A793F0BC}">
      <dgm:prSet/>
      <dgm:spPr/>
      <dgm:t>
        <a:bodyPr/>
        <a:lstStyle/>
        <a:p>
          <a:endParaRPr lang="en-US"/>
        </a:p>
      </dgm:t>
    </dgm:pt>
    <dgm:pt modelId="{0DE394F5-1D6D-4F4C-BBB9-C221E7A3EB8F}">
      <dgm:prSet phldrT="[Text]"/>
      <dgm:spPr/>
      <dgm:t>
        <a:bodyPr/>
        <a:lstStyle/>
        <a:p>
          <a:r>
            <a:rPr lang="en-US" dirty="0"/>
            <a:t>Timing &amp; Frequency</a:t>
          </a:r>
        </a:p>
      </dgm:t>
    </dgm:pt>
    <dgm:pt modelId="{C314D475-6288-43C7-BA7B-8F010F1EE838}" type="parTrans" cxnId="{FA086F82-E526-4D7E-9CF4-562E3A317D05}">
      <dgm:prSet/>
      <dgm:spPr/>
      <dgm:t>
        <a:bodyPr/>
        <a:lstStyle/>
        <a:p>
          <a:endParaRPr lang="en-US"/>
        </a:p>
      </dgm:t>
    </dgm:pt>
    <dgm:pt modelId="{6E1DD996-8E78-46AD-8DC3-807FD06E7A2C}" type="sibTrans" cxnId="{FA086F82-E526-4D7E-9CF4-562E3A317D05}">
      <dgm:prSet/>
      <dgm:spPr/>
      <dgm:t>
        <a:bodyPr/>
        <a:lstStyle/>
        <a:p>
          <a:endParaRPr lang="en-US"/>
        </a:p>
      </dgm:t>
    </dgm:pt>
    <dgm:pt modelId="{6B0293D7-9D0C-473B-B65A-50EBFC71215B}">
      <dgm:prSet phldrT="[Text]"/>
      <dgm:spPr/>
      <dgm:t>
        <a:bodyPr/>
        <a:lstStyle/>
        <a:p>
          <a:r>
            <a:rPr lang="en-US" dirty="0"/>
            <a:t>Data Type</a:t>
          </a:r>
        </a:p>
      </dgm:t>
    </dgm:pt>
    <dgm:pt modelId="{332E9A1D-039F-4F21-BC07-E6EB19F5BEF2}" type="parTrans" cxnId="{753868B5-6DE1-4DA1-A6DB-CE19DAB7E168}">
      <dgm:prSet/>
      <dgm:spPr/>
      <dgm:t>
        <a:bodyPr/>
        <a:lstStyle/>
        <a:p>
          <a:endParaRPr lang="en-US"/>
        </a:p>
      </dgm:t>
    </dgm:pt>
    <dgm:pt modelId="{C246B23E-F418-46ED-A43F-B633D767BE41}" type="sibTrans" cxnId="{753868B5-6DE1-4DA1-A6DB-CE19DAB7E168}">
      <dgm:prSet/>
      <dgm:spPr/>
      <dgm:t>
        <a:bodyPr/>
        <a:lstStyle/>
        <a:p>
          <a:endParaRPr lang="en-US"/>
        </a:p>
      </dgm:t>
    </dgm:pt>
    <dgm:pt modelId="{0621E172-174E-40A5-AA56-FC10F61CE14C}" type="pres">
      <dgm:prSet presAssocID="{E556F1CF-9CD2-4D4C-ADF9-2902E45D97B2}" presName="vert0" presStyleCnt="0">
        <dgm:presLayoutVars>
          <dgm:dir/>
          <dgm:animOne val="branch"/>
          <dgm:animLvl val="lvl"/>
        </dgm:presLayoutVars>
      </dgm:prSet>
      <dgm:spPr/>
    </dgm:pt>
    <dgm:pt modelId="{450E74A7-33CE-4C3A-B731-E68161F1E957}" type="pres">
      <dgm:prSet presAssocID="{45C114A3-FC93-4065-96C8-72D09B0D1250}" presName="thickLine" presStyleLbl="alignNode1" presStyleIdx="0" presStyleCnt="3" custLinFactNeighborX="23250" custLinFactNeighborY="-48081"/>
      <dgm:spPr/>
    </dgm:pt>
    <dgm:pt modelId="{AB793257-9F3A-4914-8DDE-DA43CA7D31AF}" type="pres">
      <dgm:prSet presAssocID="{45C114A3-FC93-4065-96C8-72D09B0D1250}" presName="horz1" presStyleCnt="0"/>
      <dgm:spPr/>
    </dgm:pt>
    <dgm:pt modelId="{361C1BFE-3EE5-4CBC-9A63-B7CC69021638}" type="pres">
      <dgm:prSet presAssocID="{45C114A3-FC93-4065-96C8-72D09B0D1250}" presName="tx1" presStyleLbl="revTx" presStyleIdx="0" presStyleCnt="6"/>
      <dgm:spPr/>
    </dgm:pt>
    <dgm:pt modelId="{5B031029-20A3-421F-9EA7-1D5F6B2BC83C}" type="pres">
      <dgm:prSet presAssocID="{45C114A3-FC93-4065-96C8-72D09B0D1250}" presName="vert1" presStyleCnt="0"/>
      <dgm:spPr/>
    </dgm:pt>
    <dgm:pt modelId="{40EC2C94-4D10-459D-9F6E-29E8F25B9560}" type="pres">
      <dgm:prSet presAssocID="{77D063D4-AD11-46AA-B496-BBD916FDC41A}" presName="vertSpace2a" presStyleCnt="0"/>
      <dgm:spPr/>
    </dgm:pt>
    <dgm:pt modelId="{A23A16D0-9E63-40B9-8AB1-4EC1D53AAB82}" type="pres">
      <dgm:prSet presAssocID="{77D063D4-AD11-46AA-B496-BBD916FDC41A}" presName="horz2" presStyleCnt="0"/>
      <dgm:spPr/>
    </dgm:pt>
    <dgm:pt modelId="{6908B0BE-F040-4069-9730-57C2856FE2E9}" type="pres">
      <dgm:prSet presAssocID="{77D063D4-AD11-46AA-B496-BBD916FDC41A}" presName="horzSpace2" presStyleCnt="0"/>
      <dgm:spPr/>
    </dgm:pt>
    <dgm:pt modelId="{8B4C4400-F4E7-47EC-A2B2-E994BCA0A3AC}" type="pres">
      <dgm:prSet presAssocID="{77D063D4-AD11-46AA-B496-BBD916FDC41A}" presName="tx2" presStyleLbl="revTx" presStyleIdx="1" presStyleCnt="6"/>
      <dgm:spPr/>
    </dgm:pt>
    <dgm:pt modelId="{74B3BD2F-2CAA-43E4-BCFF-12C2A317C97A}" type="pres">
      <dgm:prSet presAssocID="{77D063D4-AD11-46AA-B496-BBD916FDC41A}" presName="vert2" presStyleCnt="0"/>
      <dgm:spPr/>
    </dgm:pt>
    <dgm:pt modelId="{A57D2845-5503-4ED1-8C11-131F7CDAACE8}" type="pres">
      <dgm:prSet presAssocID="{77D063D4-AD11-46AA-B496-BBD916FDC41A}" presName="thinLine2b" presStyleLbl="callout" presStyleIdx="0" presStyleCnt="3"/>
      <dgm:spPr/>
    </dgm:pt>
    <dgm:pt modelId="{358ABCCF-32F2-4E9D-9F21-27417AD117EA}" type="pres">
      <dgm:prSet presAssocID="{77D063D4-AD11-46AA-B496-BBD916FDC41A}" presName="vertSpace2b" presStyleCnt="0"/>
      <dgm:spPr/>
    </dgm:pt>
    <dgm:pt modelId="{C0A74F40-085F-45FB-87D9-BB4001163CDD}" type="pres">
      <dgm:prSet presAssocID="{0DE394F5-1D6D-4F4C-BBB9-C221E7A3EB8F}" presName="thickLine" presStyleLbl="alignNode1" presStyleIdx="1" presStyleCnt="3"/>
      <dgm:spPr/>
    </dgm:pt>
    <dgm:pt modelId="{7FE69FD2-BF21-4F73-BA97-7486861EDA74}" type="pres">
      <dgm:prSet presAssocID="{0DE394F5-1D6D-4F4C-BBB9-C221E7A3EB8F}" presName="horz1" presStyleCnt="0"/>
      <dgm:spPr/>
    </dgm:pt>
    <dgm:pt modelId="{50B61FC0-650E-419F-AF43-CD2E87675A85}" type="pres">
      <dgm:prSet presAssocID="{0DE394F5-1D6D-4F4C-BBB9-C221E7A3EB8F}" presName="tx1" presStyleLbl="revTx" presStyleIdx="2" presStyleCnt="6"/>
      <dgm:spPr/>
    </dgm:pt>
    <dgm:pt modelId="{13A39551-0E3B-4947-A906-9A4B94004A8F}" type="pres">
      <dgm:prSet presAssocID="{0DE394F5-1D6D-4F4C-BBB9-C221E7A3EB8F}" presName="vert1" presStyleCnt="0"/>
      <dgm:spPr/>
    </dgm:pt>
    <dgm:pt modelId="{E74391E9-E0A8-4823-9EFE-E1572B2D7A75}" type="pres">
      <dgm:prSet presAssocID="{7AD409A6-3D27-4373-ACC8-D2FCFDF7D6C7}" presName="vertSpace2a" presStyleCnt="0"/>
      <dgm:spPr/>
    </dgm:pt>
    <dgm:pt modelId="{E0E1589D-4EFC-416F-BFB8-4D13BC422A56}" type="pres">
      <dgm:prSet presAssocID="{7AD409A6-3D27-4373-ACC8-D2FCFDF7D6C7}" presName="horz2" presStyleCnt="0"/>
      <dgm:spPr/>
    </dgm:pt>
    <dgm:pt modelId="{A5713FD4-B8E8-4A52-B850-DEDEF52EDC64}" type="pres">
      <dgm:prSet presAssocID="{7AD409A6-3D27-4373-ACC8-D2FCFDF7D6C7}" presName="horzSpace2" presStyleCnt="0"/>
      <dgm:spPr/>
    </dgm:pt>
    <dgm:pt modelId="{11B8DD41-4C90-4DA9-BB98-1A8CF0D127F2}" type="pres">
      <dgm:prSet presAssocID="{7AD409A6-3D27-4373-ACC8-D2FCFDF7D6C7}" presName="tx2" presStyleLbl="revTx" presStyleIdx="3" presStyleCnt="6"/>
      <dgm:spPr/>
    </dgm:pt>
    <dgm:pt modelId="{5251CAA5-C8E4-42CB-89AC-16FED7766084}" type="pres">
      <dgm:prSet presAssocID="{7AD409A6-3D27-4373-ACC8-D2FCFDF7D6C7}" presName="vert2" presStyleCnt="0"/>
      <dgm:spPr/>
    </dgm:pt>
    <dgm:pt modelId="{93146463-AF7F-4974-9293-3B79AB2ACBB3}" type="pres">
      <dgm:prSet presAssocID="{7AD409A6-3D27-4373-ACC8-D2FCFDF7D6C7}" presName="thinLine2b" presStyleLbl="callout" presStyleIdx="1" presStyleCnt="3"/>
      <dgm:spPr/>
    </dgm:pt>
    <dgm:pt modelId="{EB0896FD-63BA-49B3-980C-E74CD28FD086}" type="pres">
      <dgm:prSet presAssocID="{7AD409A6-3D27-4373-ACC8-D2FCFDF7D6C7}" presName="vertSpace2b" presStyleCnt="0"/>
      <dgm:spPr/>
    </dgm:pt>
    <dgm:pt modelId="{A87D0558-11A6-41F1-9CE3-11B80BA3F4AE}" type="pres">
      <dgm:prSet presAssocID="{6B0293D7-9D0C-473B-B65A-50EBFC71215B}" presName="thickLine" presStyleLbl="alignNode1" presStyleIdx="2" presStyleCnt="3"/>
      <dgm:spPr/>
    </dgm:pt>
    <dgm:pt modelId="{085ADE55-CDAD-4D21-B833-80F8B211E4BF}" type="pres">
      <dgm:prSet presAssocID="{6B0293D7-9D0C-473B-B65A-50EBFC71215B}" presName="horz1" presStyleCnt="0"/>
      <dgm:spPr/>
    </dgm:pt>
    <dgm:pt modelId="{4F4F8975-A8E1-48B1-B438-7F2D336323E6}" type="pres">
      <dgm:prSet presAssocID="{6B0293D7-9D0C-473B-B65A-50EBFC71215B}" presName="tx1" presStyleLbl="revTx" presStyleIdx="4" presStyleCnt="6"/>
      <dgm:spPr/>
    </dgm:pt>
    <dgm:pt modelId="{B795A984-565D-45A2-83BB-46BD1A1D8C05}" type="pres">
      <dgm:prSet presAssocID="{6B0293D7-9D0C-473B-B65A-50EBFC71215B}" presName="vert1" presStyleCnt="0"/>
      <dgm:spPr/>
    </dgm:pt>
    <dgm:pt modelId="{1D4843D1-3DFA-4DF0-8998-2EDBB8FEFA3D}" type="pres">
      <dgm:prSet presAssocID="{932C4362-2876-4505-8BEF-81456FC106E6}" presName="vertSpace2a" presStyleCnt="0"/>
      <dgm:spPr/>
    </dgm:pt>
    <dgm:pt modelId="{E163625F-2806-499B-A145-CB11A80D815A}" type="pres">
      <dgm:prSet presAssocID="{932C4362-2876-4505-8BEF-81456FC106E6}" presName="horz2" presStyleCnt="0"/>
      <dgm:spPr/>
    </dgm:pt>
    <dgm:pt modelId="{3536CB25-7CF0-44CE-B845-007EE8EF883B}" type="pres">
      <dgm:prSet presAssocID="{932C4362-2876-4505-8BEF-81456FC106E6}" presName="horzSpace2" presStyleCnt="0"/>
      <dgm:spPr/>
    </dgm:pt>
    <dgm:pt modelId="{A74BD9EB-DCCA-4E61-AB5E-66D74FB5FE5E}" type="pres">
      <dgm:prSet presAssocID="{932C4362-2876-4505-8BEF-81456FC106E6}" presName="tx2" presStyleLbl="revTx" presStyleIdx="5" presStyleCnt="6"/>
      <dgm:spPr/>
    </dgm:pt>
    <dgm:pt modelId="{FBAAC1E7-0129-4567-9101-EEC7995D90CC}" type="pres">
      <dgm:prSet presAssocID="{932C4362-2876-4505-8BEF-81456FC106E6}" presName="vert2" presStyleCnt="0"/>
      <dgm:spPr/>
    </dgm:pt>
    <dgm:pt modelId="{FB18B850-CBAD-45C6-AC90-FBDDDB374D2E}" type="pres">
      <dgm:prSet presAssocID="{932C4362-2876-4505-8BEF-81456FC106E6}" presName="thinLine2b" presStyleLbl="callout" presStyleIdx="2" presStyleCnt="3"/>
      <dgm:spPr/>
    </dgm:pt>
    <dgm:pt modelId="{85874104-B7F5-45E5-BEA2-746200D83248}" type="pres">
      <dgm:prSet presAssocID="{932C4362-2876-4505-8BEF-81456FC106E6}" presName="vertSpace2b" presStyleCnt="0"/>
      <dgm:spPr/>
    </dgm:pt>
  </dgm:ptLst>
  <dgm:cxnLst>
    <dgm:cxn modelId="{61333821-0E05-4BD8-AAC1-93FD89DD5806}" type="presOf" srcId="{0DE394F5-1D6D-4F4C-BBB9-C221E7A3EB8F}" destId="{50B61FC0-650E-419F-AF43-CD2E87675A85}" srcOrd="0" destOrd="0" presId="urn:microsoft.com/office/officeart/2008/layout/LinedList"/>
    <dgm:cxn modelId="{87DA3E35-A30A-4756-90B5-989D885C569E}" type="presOf" srcId="{45C114A3-FC93-4065-96C8-72D09B0D1250}" destId="{361C1BFE-3EE5-4CBC-9A63-B7CC69021638}" srcOrd="0" destOrd="0" presId="urn:microsoft.com/office/officeart/2008/layout/LinedList"/>
    <dgm:cxn modelId="{482F1444-966B-4192-A032-F2C1F9BDACD0}" type="presOf" srcId="{6B0293D7-9D0C-473B-B65A-50EBFC71215B}" destId="{4F4F8975-A8E1-48B1-B438-7F2D336323E6}" srcOrd="0" destOrd="0" presId="urn:microsoft.com/office/officeart/2008/layout/LinedList"/>
    <dgm:cxn modelId="{15C16570-C696-47E1-A7DD-BE8F61F9F79D}" type="presOf" srcId="{77D063D4-AD11-46AA-B496-BBD916FDC41A}" destId="{8B4C4400-F4E7-47EC-A2B2-E994BCA0A3AC}" srcOrd="0" destOrd="0" presId="urn:microsoft.com/office/officeart/2008/layout/LinedList"/>
    <dgm:cxn modelId="{C9690858-270F-4201-B96D-7281A793F0BC}" srcId="{6B0293D7-9D0C-473B-B65A-50EBFC71215B}" destId="{932C4362-2876-4505-8BEF-81456FC106E6}" srcOrd="0" destOrd="0" parTransId="{2AFED2E6-26FB-4927-88D3-A5EEB65A1030}" sibTransId="{3C2FA94F-ADD4-43F7-AAD3-2203C9060F3A}"/>
    <dgm:cxn modelId="{5CC83A7E-4908-486F-B662-1307A316EEDD}" type="presOf" srcId="{7AD409A6-3D27-4373-ACC8-D2FCFDF7D6C7}" destId="{11B8DD41-4C90-4DA9-BB98-1A8CF0D127F2}" srcOrd="0" destOrd="0" presId="urn:microsoft.com/office/officeart/2008/layout/LinedList"/>
    <dgm:cxn modelId="{FA086F82-E526-4D7E-9CF4-562E3A317D05}" srcId="{E556F1CF-9CD2-4D4C-ADF9-2902E45D97B2}" destId="{0DE394F5-1D6D-4F4C-BBB9-C221E7A3EB8F}" srcOrd="1" destOrd="0" parTransId="{C314D475-6288-43C7-BA7B-8F010F1EE838}" sibTransId="{6E1DD996-8E78-46AD-8DC3-807FD06E7A2C}"/>
    <dgm:cxn modelId="{98B20090-715C-4071-B6F8-4EE0E51B4591}" srcId="{45C114A3-FC93-4065-96C8-72D09B0D1250}" destId="{77D063D4-AD11-46AA-B496-BBD916FDC41A}" srcOrd="0" destOrd="0" parTransId="{B25C4FDF-F844-4823-B459-C24C5C70D1C7}" sibTransId="{E48A5B8C-638B-4924-91BB-8CEF6F5DA098}"/>
    <dgm:cxn modelId="{B666C59E-5C9E-4AB9-92AF-625C8D09098F}" srcId="{0DE394F5-1D6D-4F4C-BBB9-C221E7A3EB8F}" destId="{7AD409A6-3D27-4373-ACC8-D2FCFDF7D6C7}" srcOrd="0" destOrd="0" parTransId="{ABF3FA58-341A-48EA-80CC-AA89216A6876}" sibTransId="{B64EE0D6-C9FF-4154-8275-4F929B92695E}"/>
    <dgm:cxn modelId="{3022A89F-1AA2-46B4-9F38-090ACB3F0807}" srcId="{E556F1CF-9CD2-4D4C-ADF9-2902E45D97B2}" destId="{45C114A3-FC93-4065-96C8-72D09B0D1250}" srcOrd="0" destOrd="0" parTransId="{FDD04905-D5B5-4EA7-AC4B-B71A83404570}" sibTransId="{DCF5BE28-CFED-4EEB-9B3F-7225568BC782}"/>
    <dgm:cxn modelId="{753868B5-6DE1-4DA1-A6DB-CE19DAB7E168}" srcId="{E556F1CF-9CD2-4D4C-ADF9-2902E45D97B2}" destId="{6B0293D7-9D0C-473B-B65A-50EBFC71215B}" srcOrd="2" destOrd="0" parTransId="{332E9A1D-039F-4F21-BC07-E6EB19F5BEF2}" sibTransId="{C246B23E-F418-46ED-A43F-B633D767BE41}"/>
    <dgm:cxn modelId="{FD3AD6E2-EB39-4BFB-AF5D-0D5B8E1BD41C}" type="presOf" srcId="{E556F1CF-9CD2-4D4C-ADF9-2902E45D97B2}" destId="{0621E172-174E-40A5-AA56-FC10F61CE14C}" srcOrd="0" destOrd="0" presId="urn:microsoft.com/office/officeart/2008/layout/LinedList"/>
    <dgm:cxn modelId="{D0D560E7-88E2-4450-B2FF-D687C0DADF23}" type="presOf" srcId="{932C4362-2876-4505-8BEF-81456FC106E6}" destId="{A74BD9EB-DCCA-4E61-AB5E-66D74FB5FE5E}" srcOrd="0" destOrd="0" presId="urn:microsoft.com/office/officeart/2008/layout/LinedList"/>
    <dgm:cxn modelId="{89B63BF6-58ED-478D-979B-FA9B16F99BD4}" type="presParOf" srcId="{0621E172-174E-40A5-AA56-FC10F61CE14C}" destId="{450E74A7-33CE-4C3A-B731-E68161F1E957}" srcOrd="0" destOrd="0" presId="urn:microsoft.com/office/officeart/2008/layout/LinedList"/>
    <dgm:cxn modelId="{F90951A4-CB3D-4E06-B8E3-293BB39A7845}" type="presParOf" srcId="{0621E172-174E-40A5-AA56-FC10F61CE14C}" destId="{AB793257-9F3A-4914-8DDE-DA43CA7D31AF}" srcOrd="1" destOrd="0" presId="urn:microsoft.com/office/officeart/2008/layout/LinedList"/>
    <dgm:cxn modelId="{E54C8E11-E43F-4A47-A8B9-71AAF1FC7469}" type="presParOf" srcId="{AB793257-9F3A-4914-8DDE-DA43CA7D31AF}" destId="{361C1BFE-3EE5-4CBC-9A63-B7CC69021638}" srcOrd="0" destOrd="0" presId="urn:microsoft.com/office/officeart/2008/layout/LinedList"/>
    <dgm:cxn modelId="{934CA527-42EC-46C1-BE71-AB9C0EEB5D01}" type="presParOf" srcId="{AB793257-9F3A-4914-8DDE-DA43CA7D31AF}" destId="{5B031029-20A3-421F-9EA7-1D5F6B2BC83C}" srcOrd="1" destOrd="0" presId="urn:microsoft.com/office/officeart/2008/layout/LinedList"/>
    <dgm:cxn modelId="{B5D07610-B988-4521-9BED-7C42B79DAA1C}" type="presParOf" srcId="{5B031029-20A3-421F-9EA7-1D5F6B2BC83C}" destId="{40EC2C94-4D10-459D-9F6E-29E8F25B9560}" srcOrd="0" destOrd="0" presId="urn:microsoft.com/office/officeart/2008/layout/LinedList"/>
    <dgm:cxn modelId="{42BB7398-F669-41CB-8217-64DD41249455}" type="presParOf" srcId="{5B031029-20A3-421F-9EA7-1D5F6B2BC83C}" destId="{A23A16D0-9E63-40B9-8AB1-4EC1D53AAB82}" srcOrd="1" destOrd="0" presId="urn:microsoft.com/office/officeart/2008/layout/LinedList"/>
    <dgm:cxn modelId="{BA57E76F-83BD-4888-8C0F-1FFFD5EFF9AF}" type="presParOf" srcId="{A23A16D0-9E63-40B9-8AB1-4EC1D53AAB82}" destId="{6908B0BE-F040-4069-9730-57C2856FE2E9}" srcOrd="0" destOrd="0" presId="urn:microsoft.com/office/officeart/2008/layout/LinedList"/>
    <dgm:cxn modelId="{BC0BB3E8-A76A-4ADA-9733-BB3DCC4DFD7A}" type="presParOf" srcId="{A23A16D0-9E63-40B9-8AB1-4EC1D53AAB82}" destId="{8B4C4400-F4E7-47EC-A2B2-E994BCA0A3AC}" srcOrd="1" destOrd="0" presId="urn:microsoft.com/office/officeart/2008/layout/LinedList"/>
    <dgm:cxn modelId="{D53820B1-81DD-41CC-9972-62820AD08B94}" type="presParOf" srcId="{A23A16D0-9E63-40B9-8AB1-4EC1D53AAB82}" destId="{74B3BD2F-2CAA-43E4-BCFF-12C2A317C97A}" srcOrd="2" destOrd="0" presId="urn:microsoft.com/office/officeart/2008/layout/LinedList"/>
    <dgm:cxn modelId="{37EE6800-18B6-4BF1-9CE9-D549C1DE6E71}" type="presParOf" srcId="{5B031029-20A3-421F-9EA7-1D5F6B2BC83C}" destId="{A57D2845-5503-4ED1-8C11-131F7CDAACE8}" srcOrd="2" destOrd="0" presId="urn:microsoft.com/office/officeart/2008/layout/LinedList"/>
    <dgm:cxn modelId="{59F855C6-864D-4EED-82EC-93B5FFC91EC4}" type="presParOf" srcId="{5B031029-20A3-421F-9EA7-1D5F6B2BC83C}" destId="{358ABCCF-32F2-4E9D-9F21-27417AD117EA}" srcOrd="3" destOrd="0" presId="urn:microsoft.com/office/officeart/2008/layout/LinedList"/>
    <dgm:cxn modelId="{63D96F36-400D-41F4-A753-65AF542C7A1A}" type="presParOf" srcId="{0621E172-174E-40A5-AA56-FC10F61CE14C}" destId="{C0A74F40-085F-45FB-87D9-BB4001163CDD}" srcOrd="2" destOrd="0" presId="urn:microsoft.com/office/officeart/2008/layout/LinedList"/>
    <dgm:cxn modelId="{A51B71F9-7561-44CA-A148-ED9532323F04}" type="presParOf" srcId="{0621E172-174E-40A5-AA56-FC10F61CE14C}" destId="{7FE69FD2-BF21-4F73-BA97-7486861EDA74}" srcOrd="3" destOrd="0" presId="urn:microsoft.com/office/officeart/2008/layout/LinedList"/>
    <dgm:cxn modelId="{B3843617-CF2E-412C-B667-5308B74D9F45}" type="presParOf" srcId="{7FE69FD2-BF21-4F73-BA97-7486861EDA74}" destId="{50B61FC0-650E-419F-AF43-CD2E87675A85}" srcOrd="0" destOrd="0" presId="urn:microsoft.com/office/officeart/2008/layout/LinedList"/>
    <dgm:cxn modelId="{3F4D4340-1D2B-44D6-8492-6911B17DABAA}" type="presParOf" srcId="{7FE69FD2-BF21-4F73-BA97-7486861EDA74}" destId="{13A39551-0E3B-4947-A906-9A4B94004A8F}" srcOrd="1" destOrd="0" presId="urn:microsoft.com/office/officeart/2008/layout/LinedList"/>
    <dgm:cxn modelId="{C6CCD38C-86E7-4B3E-89C2-7E87056AB2A5}" type="presParOf" srcId="{13A39551-0E3B-4947-A906-9A4B94004A8F}" destId="{E74391E9-E0A8-4823-9EFE-E1572B2D7A75}" srcOrd="0" destOrd="0" presId="urn:microsoft.com/office/officeart/2008/layout/LinedList"/>
    <dgm:cxn modelId="{D4880715-04DF-4309-B6CB-BFEAB293F5E8}" type="presParOf" srcId="{13A39551-0E3B-4947-A906-9A4B94004A8F}" destId="{E0E1589D-4EFC-416F-BFB8-4D13BC422A56}" srcOrd="1" destOrd="0" presId="urn:microsoft.com/office/officeart/2008/layout/LinedList"/>
    <dgm:cxn modelId="{26901DEE-A961-4B94-9ACA-262EC2F43767}" type="presParOf" srcId="{E0E1589D-4EFC-416F-BFB8-4D13BC422A56}" destId="{A5713FD4-B8E8-4A52-B850-DEDEF52EDC64}" srcOrd="0" destOrd="0" presId="urn:microsoft.com/office/officeart/2008/layout/LinedList"/>
    <dgm:cxn modelId="{2BCFCF03-BB37-4606-852C-9BEE953EFFD1}" type="presParOf" srcId="{E0E1589D-4EFC-416F-BFB8-4D13BC422A56}" destId="{11B8DD41-4C90-4DA9-BB98-1A8CF0D127F2}" srcOrd="1" destOrd="0" presId="urn:microsoft.com/office/officeart/2008/layout/LinedList"/>
    <dgm:cxn modelId="{1FD820F6-7F37-4EBE-9756-431CA773D844}" type="presParOf" srcId="{E0E1589D-4EFC-416F-BFB8-4D13BC422A56}" destId="{5251CAA5-C8E4-42CB-89AC-16FED7766084}" srcOrd="2" destOrd="0" presId="urn:microsoft.com/office/officeart/2008/layout/LinedList"/>
    <dgm:cxn modelId="{885F8005-987B-49B5-8D66-3B2E2A04A5A0}" type="presParOf" srcId="{13A39551-0E3B-4947-A906-9A4B94004A8F}" destId="{93146463-AF7F-4974-9293-3B79AB2ACBB3}" srcOrd="2" destOrd="0" presId="urn:microsoft.com/office/officeart/2008/layout/LinedList"/>
    <dgm:cxn modelId="{5B034BCA-DC9E-4BD1-90EC-E198BED4BE5E}" type="presParOf" srcId="{13A39551-0E3B-4947-A906-9A4B94004A8F}" destId="{EB0896FD-63BA-49B3-980C-E74CD28FD086}" srcOrd="3" destOrd="0" presId="urn:microsoft.com/office/officeart/2008/layout/LinedList"/>
    <dgm:cxn modelId="{0B1C7D38-0827-46D8-9A1A-4EA9049D2C33}" type="presParOf" srcId="{0621E172-174E-40A5-AA56-FC10F61CE14C}" destId="{A87D0558-11A6-41F1-9CE3-11B80BA3F4AE}" srcOrd="4" destOrd="0" presId="urn:microsoft.com/office/officeart/2008/layout/LinedList"/>
    <dgm:cxn modelId="{F51FD5FC-0E5E-4099-A3EF-357853F06D1C}" type="presParOf" srcId="{0621E172-174E-40A5-AA56-FC10F61CE14C}" destId="{085ADE55-CDAD-4D21-B833-80F8B211E4BF}" srcOrd="5" destOrd="0" presId="urn:microsoft.com/office/officeart/2008/layout/LinedList"/>
    <dgm:cxn modelId="{5D1041FA-B434-4620-AAA0-893F53ECD765}" type="presParOf" srcId="{085ADE55-CDAD-4D21-B833-80F8B211E4BF}" destId="{4F4F8975-A8E1-48B1-B438-7F2D336323E6}" srcOrd="0" destOrd="0" presId="urn:microsoft.com/office/officeart/2008/layout/LinedList"/>
    <dgm:cxn modelId="{09739F08-FE50-45EF-A14A-0A1258CC1052}" type="presParOf" srcId="{085ADE55-CDAD-4D21-B833-80F8B211E4BF}" destId="{B795A984-565D-45A2-83BB-46BD1A1D8C05}" srcOrd="1" destOrd="0" presId="urn:microsoft.com/office/officeart/2008/layout/LinedList"/>
    <dgm:cxn modelId="{BA361511-9C36-4758-9FC2-2F17724BDE36}" type="presParOf" srcId="{B795A984-565D-45A2-83BB-46BD1A1D8C05}" destId="{1D4843D1-3DFA-4DF0-8998-2EDBB8FEFA3D}" srcOrd="0" destOrd="0" presId="urn:microsoft.com/office/officeart/2008/layout/LinedList"/>
    <dgm:cxn modelId="{FD7269DB-F044-4124-9FA0-CB8710DCDE08}" type="presParOf" srcId="{B795A984-565D-45A2-83BB-46BD1A1D8C05}" destId="{E163625F-2806-499B-A145-CB11A80D815A}" srcOrd="1" destOrd="0" presId="urn:microsoft.com/office/officeart/2008/layout/LinedList"/>
    <dgm:cxn modelId="{07C6D2DC-D6E6-448C-BC88-AD82D7063594}" type="presParOf" srcId="{E163625F-2806-499B-A145-CB11A80D815A}" destId="{3536CB25-7CF0-44CE-B845-007EE8EF883B}" srcOrd="0" destOrd="0" presId="urn:microsoft.com/office/officeart/2008/layout/LinedList"/>
    <dgm:cxn modelId="{7FF3CA51-9D7F-4E82-8C1D-0C1788606EB4}" type="presParOf" srcId="{E163625F-2806-499B-A145-CB11A80D815A}" destId="{A74BD9EB-DCCA-4E61-AB5E-66D74FB5FE5E}" srcOrd="1" destOrd="0" presId="urn:microsoft.com/office/officeart/2008/layout/LinedList"/>
    <dgm:cxn modelId="{40D9F6E3-3ED0-4DB2-97F2-115CFE4CB3E0}" type="presParOf" srcId="{E163625F-2806-499B-A145-CB11A80D815A}" destId="{FBAAC1E7-0129-4567-9101-EEC7995D90CC}" srcOrd="2" destOrd="0" presId="urn:microsoft.com/office/officeart/2008/layout/LinedList"/>
    <dgm:cxn modelId="{51B78E98-C233-4B8F-8C58-9FEDEC9122B5}" type="presParOf" srcId="{B795A984-565D-45A2-83BB-46BD1A1D8C05}" destId="{FB18B850-CBAD-45C6-AC90-FBDDDB374D2E}" srcOrd="2" destOrd="0" presId="urn:microsoft.com/office/officeart/2008/layout/LinedList"/>
    <dgm:cxn modelId="{9675998C-9AD6-4D7E-A577-3CB2A14A119D}" type="presParOf" srcId="{B795A984-565D-45A2-83BB-46BD1A1D8C05}" destId="{85874104-B7F5-45E5-BEA2-746200D83248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462C7F-CDAC-43ED-8298-DD2145BFD26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497952-1B0D-4D8A-A13C-9E9A98321115}">
      <dgm:prSet phldrT="[Text]"/>
      <dgm:spPr/>
      <dgm:t>
        <a:bodyPr/>
        <a:lstStyle/>
        <a:p>
          <a:r>
            <a:rPr lang="en-US" b="1" dirty="0"/>
            <a:t>Files</a:t>
          </a:r>
        </a:p>
      </dgm:t>
    </dgm:pt>
    <dgm:pt modelId="{18277B7B-CF19-46C4-B473-B783DF57A704}" type="parTrans" cxnId="{4EA3ED70-3A9A-4EE1-A513-BBF77DF6408C}">
      <dgm:prSet/>
      <dgm:spPr/>
      <dgm:t>
        <a:bodyPr/>
        <a:lstStyle/>
        <a:p>
          <a:endParaRPr lang="en-US"/>
        </a:p>
      </dgm:t>
    </dgm:pt>
    <dgm:pt modelId="{743C410F-84FA-499B-B1AE-A1E9B08BEA53}" type="sibTrans" cxnId="{4EA3ED70-3A9A-4EE1-A513-BBF77DF6408C}">
      <dgm:prSet/>
      <dgm:spPr/>
      <dgm:t>
        <a:bodyPr/>
        <a:lstStyle/>
        <a:p>
          <a:endParaRPr lang="en-US"/>
        </a:p>
      </dgm:t>
    </dgm:pt>
    <dgm:pt modelId="{F586A437-370C-4BCD-BE5A-BF209E4662F5}">
      <dgm:prSet phldrT="[Text]"/>
      <dgm:spPr/>
      <dgm:t>
        <a:bodyPr/>
        <a:lstStyle/>
        <a:p>
          <a:r>
            <a:rPr lang="en-US" dirty="0"/>
            <a:t>Data processed in large quantities at regular intervals</a:t>
          </a:r>
        </a:p>
      </dgm:t>
    </dgm:pt>
    <dgm:pt modelId="{E59BB557-1926-4774-A76D-9925B530C20B}" type="parTrans" cxnId="{93083AB1-D6AA-477A-8C5D-071FA782FCBD}">
      <dgm:prSet/>
      <dgm:spPr/>
      <dgm:t>
        <a:bodyPr/>
        <a:lstStyle/>
        <a:p>
          <a:endParaRPr lang="en-US"/>
        </a:p>
      </dgm:t>
    </dgm:pt>
    <dgm:pt modelId="{BBA00848-FF7A-4CD5-9E9D-B241B30D0F9E}" type="sibTrans" cxnId="{93083AB1-D6AA-477A-8C5D-071FA782FCBD}">
      <dgm:prSet/>
      <dgm:spPr/>
      <dgm:t>
        <a:bodyPr/>
        <a:lstStyle/>
        <a:p>
          <a:endParaRPr lang="en-US"/>
        </a:p>
      </dgm:t>
    </dgm:pt>
    <dgm:pt modelId="{C3D88B8D-CBC9-4199-AC47-832E1739FDE2}">
      <dgm:prSet phldrT="[Text]"/>
      <dgm:spPr/>
      <dgm:t>
        <a:bodyPr/>
        <a:lstStyle/>
        <a:p>
          <a:r>
            <a:rPr lang="en-US" dirty="0"/>
            <a:t>For example, data stored in databases (relational, NoSQL)</a:t>
          </a:r>
        </a:p>
      </dgm:t>
    </dgm:pt>
    <dgm:pt modelId="{E7A67959-15A9-4200-A78E-D709AF7CDE99}" type="parTrans" cxnId="{68BADFB5-C716-4964-B8B6-A48E046FAE0B}">
      <dgm:prSet/>
      <dgm:spPr/>
      <dgm:t>
        <a:bodyPr/>
        <a:lstStyle/>
        <a:p>
          <a:endParaRPr lang="en-US"/>
        </a:p>
      </dgm:t>
    </dgm:pt>
    <dgm:pt modelId="{ABCFECE0-7571-4B70-914E-9C382B0C328C}" type="sibTrans" cxnId="{68BADFB5-C716-4964-B8B6-A48E046FAE0B}">
      <dgm:prSet/>
      <dgm:spPr/>
      <dgm:t>
        <a:bodyPr/>
        <a:lstStyle/>
        <a:p>
          <a:endParaRPr lang="en-US"/>
        </a:p>
      </dgm:t>
    </dgm:pt>
    <dgm:pt modelId="{2C504B1A-8CC7-43DD-8684-73F35DAA676B}">
      <dgm:prSet phldrT="[Text]"/>
      <dgm:spPr/>
      <dgm:t>
        <a:bodyPr/>
        <a:lstStyle/>
        <a:p>
          <a:r>
            <a:rPr lang="en-US" b="1" dirty="0"/>
            <a:t>Streaming (Real-time)</a:t>
          </a:r>
        </a:p>
      </dgm:t>
    </dgm:pt>
    <dgm:pt modelId="{511A4D2A-B863-4438-BEC6-41E0007F6198}" type="parTrans" cxnId="{A06460A7-A1BE-4C28-82C5-E91BA20BBCB3}">
      <dgm:prSet/>
      <dgm:spPr/>
      <dgm:t>
        <a:bodyPr/>
        <a:lstStyle/>
        <a:p>
          <a:endParaRPr lang="en-US"/>
        </a:p>
      </dgm:t>
    </dgm:pt>
    <dgm:pt modelId="{219FD8CE-ACCA-46EF-8D7B-BB62983F1CA4}" type="sibTrans" cxnId="{A06460A7-A1BE-4C28-82C5-E91BA20BBCB3}">
      <dgm:prSet/>
      <dgm:spPr/>
      <dgm:t>
        <a:bodyPr/>
        <a:lstStyle/>
        <a:p>
          <a:endParaRPr lang="en-US"/>
        </a:p>
      </dgm:t>
    </dgm:pt>
    <dgm:pt modelId="{71E03C27-8E9F-40DC-81FD-115D88045327}">
      <dgm:prSet phldrT="[Text]"/>
      <dgm:spPr/>
      <dgm:t>
        <a:bodyPr/>
        <a:lstStyle/>
        <a:p>
          <a:r>
            <a:rPr lang="en-US" dirty="0"/>
            <a:t>Continuous flow of data generated real-time</a:t>
          </a:r>
        </a:p>
      </dgm:t>
    </dgm:pt>
    <dgm:pt modelId="{FFDCAA49-FAD2-4A22-AF4E-D73E5904499A}" type="parTrans" cxnId="{1EDF32FD-9C24-4302-A23A-AF136737EE12}">
      <dgm:prSet/>
      <dgm:spPr/>
      <dgm:t>
        <a:bodyPr/>
        <a:lstStyle/>
        <a:p>
          <a:endParaRPr lang="en-US"/>
        </a:p>
      </dgm:t>
    </dgm:pt>
    <dgm:pt modelId="{3CB782EE-A779-4E83-AE5A-19C30D6A911F}" type="sibTrans" cxnId="{1EDF32FD-9C24-4302-A23A-AF136737EE12}">
      <dgm:prSet/>
      <dgm:spPr/>
      <dgm:t>
        <a:bodyPr/>
        <a:lstStyle/>
        <a:p>
          <a:endParaRPr lang="en-US"/>
        </a:p>
      </dgm:t>
    </dgm:pt>
    <dgm:pt modelId="{B4C0CBE8-E567-4275-875D-5BF3FB42C420}">
      <dgm:prSet phldrT="[Text]"/>
      <dgm:spPr/>
      <dgm:t>
        <a:bodyPr/>
        <a:lstStyle/>
        <a:p>
          <a:r>
            <a:rPr lang="en-US" dirty="0"/>
            <a:t>Typically stored and processed in bulk</a:t>
          </a:r>
        </a:p>
      </dgm:t>
    </dgm:pt>
    <dgm:pt modelId="{AA765995-90DC-4E71-8251-41ECA6EBEAEF}" type="parTrans" cxnId="{9A8CEE01-C3D7-413D-A60C-7FB0A802031E}">
      <dgm:prSet/>
      <dgm:spPr/>
      <dgm:t>
        <a:bodyPr/>
        <a:lstStyle/>
        <a:p>
          <a:endParaRPr lang="en-US"/>
        </a:p>
      </dgm:t>
    </dgm:pt>
    <dgm:pt modelId="{E127751D-EB1A-4213-8502-37501708FFBF}" type="sibTrans" cxnId="{9A8CEE01-C3D7-413D-A60C-7FB0A802031E}">
      <dgm:prSet/>
      <dgm:spPr/>
      <dgm:t>
        <a:bodyPr/>
        <a:lstStyle/>
        <a:p>
          <a:endParaRPr lang="en-US"/>
        </a:p>
      </dgm:t>
    </dgm:pt>
    <dgm:pt modelId="{BD5FB4D3-D7A2-40FE-AC70-27A05F6B985C}">
      <dgm:prSet phldrT="[Text]"/>
      <dgm:spPr/>
      <dgm:t>
        <a:bodyPr/>
        <a:lstStyle/>
        <a:p>
          <a:r>
            <a:rPr lang="en-US" dirty="0"/>
            <a:t>Static collection of data in files stored on disk or cloud storage</a:t>
          </a:r>
        </a:p>
      </dgm:t>
    </dgm:pt>
    <dgm:pt modelId="{4D7E9401-B9FC-4962-BA7F-54E73733B730}" type="parTrans" cxnId="{8A943D99-7770-467B-A7BE-1F3A7FE04D63}">
      <dgm:prSet/>
      <dgm:spPr/>
      <dgm:t>
        <a:bodyPr/>
        <a:lstStyle/>
        <a:p>
          <a:endParaRPr lang="en-US"/>
        </a:p>
      </dgm:t>
    </dgm:pt>
    <dgm:pt modelId="{58500CB0-9339-4E17-AB4D-03AF80D73832}" type="sibTrans" cxnId="{8A943D99-7770-467B-A7BE-1F3A7FE04D63}">
      <dgm:prSet/>
      <dgm:spPr/>
      <dgm:t>
        <a:bodyPr/>
        <a:lstStyle/>
        <a:p>
          <a:endParaRPr lang="en-US"/>
        </a:p>
      </dgm:t>
    </dgm:pt>
    <dgm:pt modelId="{CAB0CC27-B0B2-49CC-9C0F-9D10A7302663}">
      <dgm:prSet phldrT="[Text]"/>
      <dgm:spPr/>
      <dgm:t>
        <a:bodyPr/>
        <a:lstStyle/>
        <a:p>
          <a:r>
            <a:rPr lang="en-US" b="1" dirty="0"/>
            <a:t>Batch Data</a:t>
          </a:r>
        </a:p>
      </dgm:t>
    </dgm:pt>
    <dgm:pt modelId="{94ED9308-56DC-4AEF-B468-4889836FD5BF}" type="parTrans" cxnId="{AFEC94F5-8E50-44A9-B937-8673E4084FA6}">
      <dgm:prSet/>
      <dgm:spPr/>
      <dgm:t>
        <a:bodyPr/>
        <a:lstStyle/>
        <a:p>
          <a:endParaRPr lang="en-US"/>
        </a:p>
      </dgm:t>
    </dgm:pt>
    <dgm:pt modelId="{C1E6ADA4-389F-412D-8134-10B39C05EDC0}" type="sibTrans" cxnId="{AFEC94F5-8E50-44A9-B937-8673E4084FA6}">
      <dgm:prSet/>
      <dgm:spPr/>
      <dgm:t>
        <a:bodyPr/>
        <a:lstStyle/>
        <a:p>
          <a:endParaRPr lang="en-US"/>
        </a:p>
      </dgm:t>
    </dgm:pt>
    <dgm:pt modelId="{6260F952-94D6-46A1-8A40-7430003B3CCF}">
      <dgm:prSet phldrT="[Text]"/>
      <dgm:spPr/>
      <dgm:t>
        <a:bodyPr/>
        <a:lstStyle/>
        <a:p>
          <a:r>
            <a:rPr lang="en-US" dirty="0"/>
            <a:t>For example, documents (PDF, Word doc), spreadsheets (xlsx, csv), or data dumps of mixed formats (video, audio files)</a:t>
          </a:r>
        </a:p>
      </dgm:t>
    </dgm:pt>
    <dgm:pt modelId="{2AAB455F-CA00-469D-88A8-7C9A9A73B55F}" type="parTrans" cxnId="{98A19829-3F70-443C-BB59-E132636A6490}">
      <dgm:prSet/>
      <dgm:spPr/>
      <dgm:t>
        <a:bodyPr/>
        <a:lstStyle/>
        <a:p>
          <a:endParaRPr lang="en-US"/>
        </a:p>
      </dgm:t>
    </dgm:pt>
    <dgm:pt modelId="{13744CF4-8564-49FD-99AA-807D15938558}" type="sibTrans" cxnId="{98A19829-3F70-443C-BB59-E132636A6490}">
      <dgm:prSet/>
      <dgm:spPr/>
      <dgm:t>
        <a:bodyPr/>
        <a:lstStyle/>
        <a:p>
          <a:endParaRPr lang="en-US"/>
        </a:p>
      </dgm:t>
    </dgm:pt>
    <dgm:pt modelId="{E59C0B5B-1102-48F8-B363-418DEEC286A2}">
      <dgm:prSet phldrT="[Text]"/>
      <dgm:spPr/>
      <dgm:t>
        <a:bodyPr/>
        <a:lstStyle/>
        <a:p>
          <a:r>
            <a:rPr lang="en-US" dirty="0"/>
            <a:t>For example, sources like sensors (IoT devices), social media, and real-time videos and logs</a:t>
          </a:r>
        </a:p>
      </dgm:t>
    </dgm:pt>
    <dgm:pt modelId="{0FCF5C5C-E81D-4E1B-AC94-D8DB4E5B030A}" type="parTrans" cxnId="{5AA37042-14CC-48D1-808C-49F155AEE2DF}">
      <dgm:prSet/>
      <dgm:spPr/>
      <dgm:t>
        <a:bodyPr/>
        <a:lstStyle/>
        <a:p>
          <a:endParaRPr lang="en-US"/>
        </a:p>
      </dgm:t>
    </dgm:pt>
    <dgm:pt modelId="{6DC36282-C6D1-4D21-A893-12D77E896BA7}" type="sibTrans" cxnId="{5AA37042-14CC-48D1-808C-49F155AEE2DF}">
      <dgm:prSet/>
      <dgm:spPr/>
      <dgm:t>
        <a:bodyPr/>
        <a:lstStyle/>
        <a:p>
          <a:endParaRPr lang="en-US"/>
        </a:p>
      </dgm:t>
    </dgm:pt>
    <dgm:pt modelId="{67DE37DE-B924-40E5-96A1-C6C549141E29}" type="pres">
      <dgm:prSet presAssocID="{82462C7F-CDAC-43ED-8298-DD2145BFD262}" presName="vert0" presStyleCnt="0">
        <dgm:presLayoutVars>
          <dgm:dir/>
          <dgm:animOne val="branch"/>
          <dgm:animLvl val="lvl"/>
        </dgm:presLayoutVars>
      </dgm:prSet>
      <dgm:spPr/>
    </dgm:pt>
    <dgm:pt modelId="{C471D96E-C8FD-460B-97DA-E6256CCCC0F4}" type="pres">
      <dgm:prSet presAssocID="{1E497952-1B0D-4D8A-A13C-9E9A98321115}" presName="thickLine" presStyleLbl="alignNode1" presStyleIdx="0" presStyleCnt="3"/>
      <dgm:spPr/>
    </dgm:pt>
    <dgm:pt modelId="{23199BF0-2993-4B02-BD2D-652E7AA69A26}" type="pres">
      <dgm:prSet presAssocID="{1E497952-1B0D-4D8A-A13C-9E9A98321115}" presName="horz1" presStyleCnt="0"/>
      <dgm:spPr/>
    </dgm:pt>
    <dgm:pt modelId="{DD65EE39-9583-4100-9725-39C1BE7AEBA6}" type="pres">
      <dgm:prSet presAssocID="{1E497952-1B0D-4D8A-A13C-9E9A98321115}" presName="tx1" presStyleLbl="revTx" presStyleIdx="0" presStyleCnt="10"/>
      <dgm:spPr/>
    </dgm:pt>
    <dgm:pt modelId="{F380E3D1-5A0D-4F89-9153-9968FB52DFF9}" type="pres">
      <dgm:prSet presAssocID="{1E497952-1B0D-4D8A-A13C-9E9A98321115}" presName="vert1" presStyleCnt="0"/>
      <dgm:spPr/>
    </dgm:pt>
    <dgm:pt modelId="{2B5943E0-87CA-4118-A81B-91C1E8FBEC80}" type="pres">
      <dgm:prSet presAssocID="{BD5FB4D3-D7A2-40FE-AC70-27A05F6B985C}" presName="vertSpace2a" presStyleCnt="0"/>
      <dgm:spPr/>
    </dgm:pt>
    <dgm:pt modelId="{8853B5F3-568C-41CC-AB17-805BE28464BE}" type="pres">
      <dgm:prSet presAssocID="{BD5FB4D3-D7A2-40FE-AC70-27A05F6B985C}" presName="horz2" presStyleCnt="0"/>
      <dgm:spPr/>
    </dgm:pt>
    <dgm:pt modelId="{8DC7D9DE-5E0B-4B55-9B48-A56FB7A62570}" type="pres">
      <dgm:prSet presAssocID="{BD5FB4D3-D7A2-40FE-AC70-27A05F6B985C}" presName="horzSpace2" presStyleCnt="0"/>
      <dgm:spPr/>
    </dgm:pt>
    <dgm:pt modelId="{02043B2C-BBCD-4D23-9F1A-16C82574830A}" type="pres">
      <dgm:prSet presAssocID="{BD5FB4D3-D7A2-40FE-AC70-27A05F6B985C}" presName="tx2" presStyleLbl="revTx" presStyleIdx="1" presStyleCnt="10"/>
      <dgm:spPr/>
    </dgm:pt>
    <dgm:pt modelId="{81CF4C39-B2AF-4ABC-B508-BB84B674466A}" type="pres">
      <dgm:prSet presAssocID="{BD5FB4D3-D7A2-40FE-AC70-27A05F6B985C}" presName="vert2" presStyleCnt="0"/>
      <dgm:spPr/>
    </dgm:pt>
    <dgm:pt modelId="{29C94EDA-5671-4D95-A304-7017F85E6F5D}" type="pres">
      <dgm:prSet presAssocID="{BD5FB4D3-D7A2-40FE-AC70-27A05F6B985C}" presName="thinLine2b" presStyleLbl="callout" presStyleIdx="0" presStyleCnt="7"/>
      <dgm:spPr/>
    </dgm:pt>
    <dgm:pt modelId="{0AEEA93F-320E-49CC-A662-BBF11C468B17}" type="pres">
      <dgm:prSet presAssocID="{BD5FB4D3-D7A2-40FE-AC70-27A05F6B985C}" presName="vertSpace2b" presStyleCnt="0"/>
      <dgm:spPr/>
    </dgm:pt>
    <dgm:pt modelId="{95B23407-78BC-4A2C-A401-13951E21D39A}" type="pres">
      <dgm:prSet presAssocID="{6260F952-94D6-46A1-8A40-7430003B3CCF}" presName="horz2" presStyleCnt="0"/>
      <dgm:spPr/>
    </dgm:pt>
    <dgm:pt modelId="{16B553B0-10FC-4147-97D4-A91ECF7D93A7}" type="pres">
      <dgm:prSet presAssocID="{6260F952-94D6-46A1-8A40-7430003B3CCF}" presName="horzSpace2" presStyleCnt="0"/>
      <dgm:spPr/>
    </dgm:pt>
    <dgm:pt modelId="{9EE17BB8-1F03-46E2-B4A2-267E3C51D1CD}" type="pres">
      <dgm:prSet presAssocID="{6260F952-94D6-46A1-8A40-7430003B3CCF}" presName="tx2" presStyleLbl="revTx" presStyleIdx="2" presStyleCnt="10"/>
      <dgm:spPr/>
    </dgm:pt>
    <dgm:pt modelId="{A28F0720-3827-4E13-9E98-1F1A496D1800}" type="pres">
      <dgm:prSet presAssocID="{6260F952-94D6-46A1-8A40-7430003B3CCF}" presName="vert2" presStyleCnt="0"/>
      <dgm:spPr/>
    </dgm:pt>
    <dgm:pt modelId="{7F8ED287-2964-4083-A589-1D6D92C4189C}" type="pres">
      <dgm:prSet presAssocID="{6260F952-94D6-46A1-8A40-7430003B3CCF}" presName="thinLine2b" presStyleLbl="callout" presStyleIdx="1" presStyleCnt="7"/>
      <dgm:spPr/>
    </dgm:pt>
    <dgm:pt modelId="{2FAC06A2-D67F-4D0E-BADC-00412B2C7BBB}" type="pres">
      <dgm:prSet presAssocID="{6260F952-94D6-46A1-8A40-7430003B3CCF}" presName="vertSpace2b" presStyleCnt="0"/>
      <dgm:spPr/>
    </dgm:pt>
    <dgm:pt modelId="{514E7E86-15C1-451D-B4B6-07BCB5F9ED22}" type="pres">
      <dgm:prSet presAssocID="{CAB0CC27-B0B2-49CC-9C0F-9D10A7302663}" presName="thickLine" presStyleLbl="alignNode1" presStyleIdx="1" presStyleCnt="3"/>
      <dgm:spPr/>
    </dgm:pt>
    <dgm:pt modelId="{6F37961D-10C2-4DB4-8B21-AD1B7D7EFBE4}" type="pres">
      <dgm:prSet presAssocID="{CAB0CC27-B0B2-49CC-9C0F-9D10A7302663}" presName="horz1" presStyleCnt="0"/>
      <dgm:spPr/>
    </dgm:pt>
    <dgm:pt modelId="{259B6BFB-BBA7-4628-B091-BD9FAAFF9D8C}" type="pres">
      <dgm:prSet presAssocID="{CAB0CC27-B0B2-49CC-9C0F-9D10A7302663}" presName="tx1" presStyleLbl="revTx" presStyleIdx="3" presStyleCnt="10"/>
      <dgm:spPr/>
    </dgm:pt>
    <dgm:pt modelId="{53FAD8BC-7838-4CF6-B3C5-4029AB66BE42}" type="pres">
      <dgm:prSet presAssocID="{CAB0CC27-B0B2-49CC-9C0F-9D10A7302663}" presName="vert1" presStyleCnt="0"/>
      <dgm:spPr/>
    </dgm:pt>
    <dgm:pt modelId="{0A7400DC-E63D-4B3D-A015-64061FB0E96B}" type="pres">
      <dgm:prSet presAssocID="{F586A437-370C-4BCD-BE5A-BF209E4662F5}" presName="vertSpace2a" presStyleCnt="0"/>
      <dgm:spPr/>
    </dgm:pt>
    <dgm:pt modelId="{95B3539F-3EC3-4695-9D9C-8664D58D6D04}" type="pres">
      <dgm:prSet presAssocID="{F586A437-370C-4BCD-BE5A-BF209E4662F5}" presName="horz2" presStyleCnt="0"/>
      <dgm:spPr/>
    </dgm:pt>
    <dgm:pt modelId="{8D1C8E88-058E-404E-BE5E-C401FAD5C4DA}" type="pres">
      <dgm:prSet presAssocID="{F586A437-370C-4BCD-BE5A-BF209E4662F5}" presName="horzSpace2" presStyleCnt="0"/>
      <dgm:spPr/>
    </dgm:pt>
    <dgm:pt modelId="{D934E105-F34D-497C-9A0C-3A6A3D44E2B8}" type="pres">
      <dgm:prSet presAssocID="{F586A437-370C-4BCD-BE5A-BF209E4662F5}" presName="tx2" presStyleLbl="revTx" presStyleIdx="4" presStyleCnt="10"/>
      <dgm:spPr/>
    </dgm:pt>
    <dgm:pt modelId="{D9CC91DC-6B58-4DD0-BF3D-4B7E4D2DAE59}" type="pres">
      <dgm:prSet presAssocID="{F586A437-370C-4BCD-BE5A-BF209E4662F5}" presName="vert2" presStyleCnt="0"/>
      <dgm:spPr/>
    </dgm:pt>
    <dgm:pt modelId="{1085B132-D933-4F99-907C-1EEB10E99C45}" type="pres">
      <dgm:prSet presAssocID="{F586A437-370C-4BCD-BE5A-BF209E4662F5}" presName="thinLine2b" presStyleLbl="callout" presStyleIdx="2" presStyleCnt="7"/>
      <dgm:spPr/>
    </dgm:pt>
    <dgm:pt modelId="{02491202-BD70-4240-8E7C-8CB02DA0441F}" type="pres">
      <dgm:prSet presAssocID="{F586A437-370C-4BCD-BE5A-BF209E4662F5}" presName="vertSpace2b" presStyleCnt="0"/>
      <dgm:spPr/>
    </dgm:pt>
    <dgm:pt modelId="{8E0BD8B9-1C0C-4565-8D59-A281C1B6BDAF}" type="pres">
      <dgm:prSet presAssocID="{B4C0CBE8-E567-4275-875D-5BF3FB42C420}" presName="horz2" presStyleCnt="0"/>
      <dgm:spPr/>
    </dgm:pt>
    <dgm:pt modelId="{264D96ED-607B-4C64-A80A-40992082CF4B}" type="pres">
      <dgm:prSet presAssocID="{B4C0CBE8-E567-4275-875D-5BF3FB42C420}" presName="horzSpace2" presStyleCnt="0"/>
      <dgm:spPr/>
    </dgm:pt>
    <dgm:pt modelId="{89813C08-F516-4616-BCDC-5A3EC0E5096C}" type="pres">
      <dgm:prSet presAssocID="{B4C0CBE8-E567-4275-875D-5BF3FB42C420}" presName="tx2" presStyleLbl="revTx" presStyleIdx="5" presStyleCnt="10"/>
      <dgm:spPr/>
    </dgm:pt>
    <dgm:pt modelId="{7BBB452B-3676-4D94-8DEE-570620977568}" type="pres">
      <dgm:prSet presAssocID="{B4C0CBE8-E567-4275-875D-5BF3FB42C420}" presName="vert2" presStyleCnt="0"/>
      <dgm:spPr/>
    </dgm:pt>
    <dgm:pt modelId="{351F7363-2CC0-4DE4-B3CC-3C172176C95E}" type="pres">
      <dgm:prSet presAssocID="{B4C0CBE8-E567-4275-875D-5BF3FB42C420}" presName="thinLine2b" presStyleLbl="callout" presStyleIdx="3" presStyleCnt="7"/>
      <dgm:spPr/>
    </dgm:pt>
    <dgm:pt modelId="{CA3D9DA3-DADF-409B-96BF-5AF2E94F2ACA}" type="pres">
      <dgm:prSet presAssocID="{B4C0CBE8-E567-4275-875D-5BF3FB42C420}" presName="vertSpace2b" presStyleCnt="0"/>
      <dgm:spPr/>
    </dgm:pt>
    <dgm:pt modelId="{A109B3D0-6704-4111-9F12-9A0FCB598E37}" type="pres">
      <dgm:prSet presAssocID="{C3D88B8D-CBC9-4199-AC47-832E1739FDE2}" presName="horz2" presStyleCnt="0"/>
      <dgm:spPr/>
    </dgm:pt>
    <dgm:pt modelId="{73AFE26A-2E69-40B4-A6EF-162C0B95341D}" type="pres">
      <dgm:prSet presAssocID="{C3D88B8D-CBC9-4199-AC47-832E1739FDE2}" presName="horzSpace2" presStyleCnt="0"/>
      <dgm:spPr/>
    </dgm:pt>
    <dgm:pt modelId="{D7771497-A5EF-4092-B04A-2C5D928705D4}" type="pres">
      <dgm:prSet presAssocID="{C3D88B8D-CBC9-4199-AC47-832E1739FDE2}" presName="tx2" presStyleLbl="revTx" presStyleIdx="6" presStyleCnt="10"/>
      <dgm:spPr/>
    </dgm:pt>
    <dgm:pt modelId="{91261C1C-5604-4215-AF08-36EE73875244}" type="pres">
      <dgm:prSet presAssocID="{C3D88B8D-CBC9-4199-AC47-832E1739FDE2}" presName="vert2" presStyleCnt="0"/>
      <dgm:spPr/>
    </dgm:pt>
    <dgm:pt modelId="{1FFC8341-FE0D-48BD-B31A-EEC9A92E7AF7}" type="pres">
      <dgm:prSet presAssocID="{C3D88B8D-CBC9-4199-AC47-832E1739FDE2}" presName="thinLine2b" presStyleLbl="callout" presStyleIdx="4" presStyleCnt="7"/>
      <dgm:spPr/>
    </dgm:pt>
    <dgm:pt modelId="{1EBBB0D1-273D-490B-BBA5-A7C96BE657A3}" type="pres">
      <dgm:prSet presAssocID="{C3D88B8D-CBC9-4199-AC47-832E1739FDE2}" presName="vertSpace2b" presStyleCnt="0"/>
      <dgm:spPr/>
    </dgm:pt>
    <dgm:pt modelId="{0843A648-3E24-49B4-AB97-2DEE19512574}" type="pres">
      <dgm:prSet presAssocID="{2C504B1A-8CC7-43DD-8684-73F35DAA676B}" presName="thickLine" presStyleLbl="alignNode1" presStyleIdx="2" presStyleCnt="3"/>
      <dgm:spPr/>
    </dgm:pt>
    <dgm:pt modelId="{DA2CF60F-FF0E-41FB-81BB-D4440825EE4B}" type="pres">
      <dgm:prSet presAssocID="{2C504B1A-8CC7-43DD-8684-73F35DAA676B}" presName="horz1" presStyleCnt="0"/>
      <dgm:spPr/>
    </dgm:pt>
    <dgm:pt modelId="{F3ECD9C1-F4BC-431A-8CA0-F0EEDD27BACB}" type="pres">
      <dgm:prSet presAssocID="{2C504B1A-8CC7-43DD-8684-73F35DAA676B}" presName="tx1" presStyleLbl="revTx" presStyleIdx="7" presStyleCnt="10"/>
      <dgm:spPr/>
    </dgm:pt>
    <dgm:pt modelId="{F09AB8A8-AB03-4BF0-BD09-C1C202598494}" type="pres">
      <dgm:prSet presAssocID="{2C504B1A-8CC7-43DD-8684-73F35DAA676B}" presName="vert1" presStyleCnt="0"/>
      <dgm:spPr/>
    </dgm:pt>
    <dgm:pt modelId="{755A43EB-9868-4322-BACE-4C303FB05EDA}" type="pres">
      <dgm:prSet presAssocID="{71E03C27-8E9F-40DC-81FD-115D88045327}" presName="vertSpace2a" presStyleCnt="0"/>
      <dgm:spPr/>
    </dgm:pt>
    <dgm:pt modelId="{76CEF21F-3B1B-4949-B785-D78E09F4CEA6}" type="pres">
      <dgm:prSet presAssocID="{71E03C27-8E9F-40DC-81FD-115D88045327}" presName="horz2" presStyleCnt="0"/>
      <dgm:spPr/>
    </dgm:pt>
    <dgm:pt modelId="{463ABD15-02B1-474D-A9A1-FC29DF52A7F2}" type="pres">
      <dgm:prSet presAssocID="{71E03C27-8E9F-40DC-81FD-115D88045327}" presName="horzSpace2" presStyleCnt="0"/>
      <dgm:spPr/>
    </dgm:pt>
    <dgm:pt modelId="{83AFBC65-4EA5-4DE6-BC60-CAA505378178}" type="pres">
      <dgm:prSet presAssocID="{71E03C27-8E9F-40DC-81FD-115D88045327}" presName="tx2" presStyleLbl="revTx" presStyleIdx="8" presStyleCnt="10"/>
      <dgm:spPr/>
    </dgm:pt>
    <dgm:pt modelId="{19F085C6-350A-4BB8-947F-80F0953D0490}" type="pres">
      <dgm:prSet presAssocID="{71E03C27-8E9F-40DC-81FD-115D88045327}" presName="vert2" presStyleCnt="0"/>
      <dgm:spPr/>
    </dgm:pt>
    <dgm:pt modelId="{B054160C-3676-4466-86B5-30C853B176FF}" type="pres">
      <dgm:prSet presAssocID="{71E03C27-8E9F-40DC-81FD-115D88045327}" presName="thinLine2b" presStyleLbl="callout" presStyleIdx="5" presStyleCnt="7"/>
      <dgm:spPr/>
    </dgm:pt>
    <dgm:pt modelId="{AF6FFA0C-5BC2-4939-AD9C-DF6506B3A374}" type="pres">
      <dgm:prSet presAssocID="{71E03C27-8E9F-40DC-81FD-115D88045327}" presName="vertSpace2b" presStyleCnt="0"/>
      <dgm:spPr/>
    </dgm:pt>
    <dgm:pt modelId="{7DDB3BFA-9D07-49D8-B2B8-64B6C05E1342}" type="pres">
      <dgm:prSet presAssocID="{E59C0B5B-1102-48F8-B363-418DEEC286A2}" presName="horz2" presStyleCnt="0"/>
      <dgm:spPr/>
    </dgm:pt>
    <dgm:pt modelId="{7F654F82-5774-42CF-89D1-2E313ACCE47E}" type="pres">
      <dgm:prSet presAssocID="{E59C0B5B-1102-48F8-B363-418DEEC286A2}" presName="horzSpace2" presStyleCnt="0"/>
      <dgm:spPr/>
    </dgm:pt>
    <dgm:pt modelId="{CF1800AC-5FEF-42FF-90B2-5E7F70C8CBAC}" type="pres">
      <dgm:prSet presAssocID="{E59C0B5B-1102-48F8-B363-418DEEC286A2}" presName="tx2" presStyleLbl="revTx" presStyleIdx="9" presStyleCnt="10"/>
      <dgm:spPr/>
    </dgm:pt>
    <dgm:pt modelId="{4F863AB2-E1BD-4620-9635-8C34A66D940D}" type="pres">
      <dgm:prSet presAssocID="{E59C0B5B-1102-48F8-B363-418DEEC286A2}" presName="vert2" presStyleCnt="0"/>
      <dgm:spPr/>
    </dgm:pt>
    <dgm:pt modelId="{86ECE4EE-F496-47F0-8F0E-1C4C36DD17F4}" type="pres">
      <dgm:prSet presAssocID="{E59C0B5B-1102-48F8-B363-418DEEC286A2}" presName="thinLine2b" presStyleLbl="callout" presStyleIdx="6" presStyleCnt="7"/>
      <dgm:spPr/>
    </dgm:pt>
    <dgm:pt modelId="{37B8C0E9-A486-4BD1-81D7-84855E048153}" type="pres">
      <dgm:prSet presAssocID="{E59C0B5B-1102-48F8-B363-418DEEC286A2}" presName="vertSpace2b" presStyleCnt="0"/>
      <dgm:spPr/>
    </dgm:pt>
  </dgm:ptLst>
  <dgm:cxnLst>
    <dgm:cxn modelId="{9A8CEE01-C3D7-413D-A60C-7FB0A802031E}" srcId="{CAB0CC27-B0B2-49CC-9C0F-9D10A7302663}" destId="{B4C0CBE8-E567-4275-875D-5BF3FB42C420}" srcOrd="1" destOrd="0" parTransId="{AA765995-90DC-4E71-8251-41ECA6EBEAEF}" sibTransId="{E127751D-EB1A-4213-8502-37501708FFBF}"/>
    <dgm:cxn modelId="{2F56F502-9C30-4472-8D39-A25FFC3129CE}" type="presOf" srcId="{2C504B1A-8CC7-43DD-8684-73F35DAA676B}" destId="{F3ECD9C1-F4BC-431A-8CA0-F0EEDD27BACB}" srcOrd="0" destOrd="0" presId="urn:microsoft.com/office/officeart/2008/layout/LinedList"/>
    <dgm:cxn modelId="{E5009525-FE5C-4868-B0EF-7366BE94413C}" type="presOf" srcId="{E59C0B5B-1102-48F8-B363-418DEEC286A2}" destId="{CF1800AC-5FEF-42FF-90B2-5E7F70C8CBAC}" srcOrd="0" destOrd="0" presId="urn:microsoft.com/office/officeart/2008/layout/LinedList"/>
    <dgm:cxn modelId="{98A19829-3F70-443C-BB59-E132636A6490}" srcId="{1E497952-1B0D-4D8A-A13C-9E9A98321115}" destId="{6260F952-94D6-46A1-8A40-7430003B3CCF}" srcOrd="1" destOrd="0" parTransId="{2AAB455F-CA00-469D-88A8-7C9A9A73B55F}" sibTransId="{13744CF4-8564-49FD-99AA-807D15938558}"/>
    <dgm:cxn modelId="{9D5B9C2A-AF31-4CCC-A49E-BE74E83D325E}" type="presOf" srcId="{71E03C27-8E9F-40DC-81FD-115D88045327}" destId="{83AFBC65-4EA5-4DE6-BC60-CAA505378178}" srcOrd="0" destOrd="0" presId="urn:microsoft.com/office/officeart/2008/layout/LinedList"/>
    <dgm:cxn modelId="{5AA37042-14CC-48D1-808C-49F155AEE2DF}" srcId="{2C504B1A-8CC7-43DD-8684-73F35DAA676B}" destId="{E59C0B5B-1102-48F8-B363-418DEEC286A2}" srcOrd="1" destOrd="0" parTransId="{0FCF5C5C-E81D-4E1B-AC94-D8DB4E5B030A}" sibTransId="{6DC36282-C6D1-4D21-A893-12D77E896BA7}"/>
    <dgm:cxn modelId="{77442065-DCFD-47F4-9B79-5C7D0966ECB4}" type="presOf" srcId="{CAB0CC27-B0B2-49CC-9C0F-9D10A7302663}" destId="{259B6BFB-BBA7-4628-B091-BD9FAAFF9D8C}" srcOrd="0" destOrd="0" presId="urn:microsoft.com/office/officeart/2008/layout/LinedList"/>
    <dgm:cxn modelId="{02C1A167-E67A-4996-98FB-30457843C1A3}" type="presOf" srcId="{B4C0CBE8-E567-4275-875D-5BF3FB42C420}" destId="{89813C08-F516-4616-BCDC-5A3EC0E5096C}" srcOrd="0" destOrd="0" presId="urn:microsoft.com/office/officeart/2008/layout/LinedList"/>
    <dgm:cxn modelId="{A6958C4C-A4B6-4BEB-BA55-9234D193E5AE}" type="presOf" srcId="{BD5FB4D3-D7A2-40FE-AC70-27A05F6B985C}" destId="{02043B2C-BBCD-4D23-9F1A-16C82574830A}" srcOrd="0" destOrd="0" presId="urn:microsoft.com/office/officeart/2008/layout/LinedList"/>
    <dgm:cxn modelId="{4EA3ED70-3A9A-4EE1-A513-BBF77DF6408C}" srcId="{82462C7F-CDAC-43ED-8298-DD2145BFD262}" destId="{1E497952-1B0D-4D8A-A13C-9E9A98321115}" srcOrd="0" destOrd="0" parTransId="{18277B7B-CF19-46C4-B473-B783DF57A704}" sibTransId="{743C410F-84FA-499B-B1AE-A1E9B08BEA53}"/>
    <dgm:cxn modelId="{CD3EF672-9477-43F6-BF85-DE5E1E38F821}" type="presOf" srcId="{6260F952-94D6-46A1-8A40-7430003B3CCF}" destId="{9EE17BB8-1F03-46E2-B4A2-267E3C51D1CD}" srcOrd="0" destOrd="0" presId="urn:microsoft.com/office/officeart/2008/layout/LinedList"/>
    <dgm:cxn modelId="{8A943D99-7770-467B-A7BE-1F3A7FE04D63}" srcId="{1E497952-1B0D-4D8A-A13C-9E9A98321115}" destId="{BD5FB4D3-D7A2-40FE-AC70-27A05F6B985C}" srcOrd="0" destOrd="0" parTransId="{4D7E9401-B9FC-4962-BA7F-54E73733B730}" sibTransId="{58500CB0-9339-4E17-AB4D-03AF80D73832}"/>
    <dgm:cxn modelId="{BA2A27A4-DF1E-49D5-891F-F0146788FFAA}" type="presOf" srcId="{F586A437-370C-4BCD-BE5A-BF209E4662F5}" destId="{D934E105-F34D-497C-9A0C-3A6A3D44E2B8}" srcOrd="0" destOrd="0" presId="urn:microsoft.com/office/officeart/2008/layout/LinedList"/>
    <dgm:cxn modelId="{A06460A7-A1BE-4C28-82C5-E91BA20BBCB3}" srcId="{82462C7F-CDAC-43ED-8298-DD2145BFD262}" destId="{2C504B1A-8CC7-43DD-8684-73F35DAA676B}" srcOrd="2" destOrd="0" parTransId="{511A4D2A-B863-4438-BEC6-41E0007F6198}" sibTransId="{219FD8CE-ACCA-46EF-8D7B-BB62983F1CA4}"/>
    <dgm:cxn modelId="{93083AB1-D6AA-477A-8C5D-071FA782FCBD}" srcId="{CAB0CC27-B0B2-49CC-9C0F-9D10A7302663}" destId="{F586A437-370C-4BCD-BE5A-BF209E4662F5}" srcOrd="0" destOrd="0" parTransId="{E59BB557-1926-4774-A76D-9925B530C20B}" sibTransId="{BBA00848-FF7A-4CD5-9E9D-B241B30D0F9E}"/>
    <dgm:cxn modelId="{68BADFB5-C716-4964-B8B6-A48E046FAE0B}" srcId="{CAB0CC27-B0B2-49CC-9C0F-9D10A7302663}" destId="{C3D88B8D-CBC9-4199-AC47-832E1739FDE2}" srcOrd="2" destOrd="0" parTransId="{E7A67959-15A9-4200-A78E-D709AF7CDE99}" sibTransId="{ABCFECE0-7571-4B70-914E-9C382B0C328C}"/>
    <dgm:cxn modelId="{B5D531EB-358B-4EA1-BBCE-A245D160321C}" type="presOf" srcId="{82462C7F-CDAC-43ED-8298-DD2145BFD262}" destId="{67DE37DE-B924-40E5-96A1-C6C549141E29}" srcOrd="0" destOrd="0" presId="urn:microsoft.com/office/officeart/2008/layout/LinedList"/>
    <dgm:cxn modelId="{90B260F0-6DF9-40D4-BE75-9D66BC160BC3}" type="presOf" srcId="{C3D88B8D-CBC9-4199-AC47-832E1739FDE2}" destId="{D7771497-A5EF-4092-B04A-2C5D928705D4}" srcOrd="0" destOrd="0" presId="urn:microsoft.com/office/officeart/2008/layout/LinedList"/>
    <dgm:cxn modelId="{AFEC94F5-8E50-44A9-B937-8673E4084FA6}" srcId="{82462C7F-CDAC-43ED-8298-DD2145BFD262}" destId="{CAB0CC27-B0B2-49CC-9C0F-9D10A7302663}" srcOrd="1" destOrd="0" parTransId="{94ED9308-56DC-4AEF-B468-4889836FD5BF}" sibTransId="{C1E6ADA4-389F-412D-8134-10B39C05EDC0}"/>
    <dgm:cxn modelId="{0F0747FC-079D-4278-A785-B7E36F96AB6D}" type="presOf" srcId="{1E497952-1B0D-4D8A-A13C-9E9A98321115}" destId="{DD65EE39-9583-4100-9725-39C1BE7AEBA6}" srcOrd="0" destOrd="0" presId="urn:microsoft.com/office/officeart/2008/layout/LinedList"/>
    <dgm:cxn modelId="{1EDF32FD-9C24-4302-A23A-AF136737EE12}" srcId="{2C504B1A-8CC7-43DD-8684-73F35DAA676B}" destId="{71E03C27-8E9F-40DC-81FD-115D88045327}" srcOrd="0" destOrd="0" parTransId="{FFDCAA49-FAD2-4A22-AF4E-D73E5904499A}" sibTransId="{3CB782EE-A779-4E83-AE5A-19C30D6A911F}"/>
    <dgm:cxn modelId="{CCB36FE8-3770-445D-AD82-011923B2E31C}" type="presParOf" srcId="{67DE37DE-B924-40E5-96A1-C6C549141E29}" destId="{C471D96E-C8FD-460B-97DA-E6256CCCC0F4}" srcOrd="0" destOrd="0" presId="urn:microsoft.com/office/officeart/2008/layout/LinedList"/>
    <dgm:cxn modelId="{9E0478D4-BBB2-41A4-B82D-4B470713F54C}" type="presParOf" srcId="{67DE37DE-B924-40E5-96A1-C6C549141E29}" destId="{23199BF0-2993-4B02-BD2D-652E7AA69A26}" srcOrd="1" destOrd="0" presId="urn:microsoft.com/office/officeart/2008/layout/LinedList"/>
    <dgm:cxn modelId="{78B19884-67F3-4C4D-9CAF-1FA99057508C}" type="presParOf" srcId="{23199BF0-2993-4B02-BD2D-652E7AA69A26}" destId="{DD65EE39-9583-4100-9725-39C1BE7AEBA6}" srcOrd="0" destOrd="0" presId="urn:microsoft.com/office/officeart/2008/layout/LinedList"/>
    <dgm:cxn modelId="{ACE37358-643F-48FE-9373-7FE5707460E0}" type="presParOf" srcId="{23199BF0-2993-4B02-BD2D-652E7AA69A26}" destId="{F380E3D1-5A0D-4F89-9153-9968FB52DFF9}" srcOrd="1" destOrd="0" presId="urn:microsoft.com/office/officeart/2008/layout/LinedList"/>
    <dgm:cxn modelId="{2000CAC9-D521-4983-A635-040D56D2E763}" type="presParOf" srcId="{F380E3D1-5A0D-4F89-9153-9968FB52DFF9}" destId="{2B5943E0-87CA-4118-A81B-91C1E8FBEC80}" srcOrd="0" destOrd="0" presId="urn:microsoft.com/office/officeart/2008/layout/LinedList"/>
    <dgm:cxn modelId="{FB0FA7FE-4561-4F06-94A7-BEABD26406FF}" type="presParOf" srcId="{F380E3D1-5A0D-4F89-9153-9968FB52DFF9}" destId="{8853B5F3-568C-41CC-AB17-805BE28464BE}" srcOrd="1" destOrd="0" presId="urn:microsoft.com/office/officeart/2008/layout/LinedList"/>
    <dgm:cxn modelId="{DB0C0448-36DF-4A18-8656-DBE3005686E6}" type="presParOf" srcId="{8853B5F3-568C-41CC-AB17-805BE28464BE}" destId="{8DC7D9DE-5E0B-4B55-9B48-A56FB7A62570}" srcOrd="0" destOrd="0" presId="urn:microsoft.com/office/officeart/2008/layout/LinedList"/>
    <dgm:cxn modelId="{F8155191-9450-4022-824D-77088763EDC6}" type="presParOf" srcId="{8853B5F3-568C-41CC-AB17-805BE28464BE}" destId="{02043B2C-BBCD-4D23-9F1A-16C82574830A}" srcOrd="1" destOrd="0" presId="urn:microsoft.com/office/officeart/2008/layout/LinedList"/>
    <dgm:cxn modelId="{25DB74DB-5A40-41CB-B5EA-A8B604967BF0}" type="presParOf" srcId="{8853B5F3-568C-41CC-AB17-805BE28464BE}" destId="{81CF4C39-B2AF-4ABC-B508-BB84B674466A}" srcOrd="2" destOrd="0" presId="urn:microsoft.com/office/officeart/2008/layout/LinedList"/>
    <dgm:cxn modelId="{156DB72C-AAA7-4454-8C59-6A2FEB48F536}" type="presParOf" srcId="{F380E3D1-5A0D-4F89-9153-9968FB52DFF9}" destId="{29C94EDA-5671-4D95-A304-7017F85E6F5D}" srcOrd="2" destOrd="0" presId="urn:microsoft.com/office/officeart/2008/layout/LinedList"/>
    <dgm:cxn modelId="{9D4A9301-4631-4407-B539-E1CB676497F5}" type="presParOf" srcId="{F380E3D1-5A0D-4F89-9153-9968FB52DFF9}" destId="{0AEEA93F-320E-49CC-A662-BBF11C468B17}" srcOrd="3" destOrd="0" presId="urn:microsoft.com/office/officeart/2008/layout/LinedList"/>
    <dgm:cxn modelId="{3193FFDD-35EA-4FA7-AC0B-8E01B4C1ABBE}" type="presParOf" srcId="{F380E3D1-5A0D-4F89-9153-9968FB52DFF9}" destId="{95B23407-78BC-4A2C-A401-13951E21D39A}" srcOrd="4" destOrd="0" presId="urn:microsoft.com/office/officeart/2008/layout/LinedList"/>
    <dgm:cxn modelId="{2AEE496F-B2E5-468D-9C4D-D85578E6514C}" type="presParOf" srcId="{95B23407-78BC-4A2C-A401-13951E21D39A}" destId="{16B553B0-10FC-4147-97D4-A91ECF7D93A7}" srcOrd="0" destOrd="0" presId="urn:microsoft.com/office/officeart/2008/layout/LinedList"/>
    <dgm:cxn modelId="{54C1192C-47CA-47D9-93D5-FDF820AA300C}" type="presParOf" srcId="{95B23407-78BC-4A2C-A401-13951E21D39A}" destId="{9EE17BB8-1F03-46E2-B4A2-267E3C51D1CD}" srcOrd="1" destOrd="0" presId="urn:microsoft.com/office/officeart/2008/layout/LinedList"/>
    <dgm:cxn modelId="{A43372E0-4C3D-486B-81DA-7842882A85B2}" type="presParOf" srcId="{95B23407-78BC-4A2C-A401-13951E21D39A}" destId="{A28F0720-3827-4E13-9E98-1F1A496D1800}" srcOrd="2" destOrd="0" presId="urn:microsoft.com/office/officeart/2008/layout/LinedList"/>
    <dgm:cxn modelId="{00C10030-8EA8-45AE-8B31-11DD698709C2}" type="presParOf" srcId="{F380E3D1-5A0D-4F89-9153-9968FB52DFF9}" destId="{7F8ED287-2964-4083-A589-1D6D92C4189C}" srcOrd="5" destOrd="0" presId="urn:microsoft.com/office/officeart/2008/layout/LinedList"/>
    <dgm:cxn modelId="{C784BB65-8E18-4A07-8B26-719769D57A72}" type="presParOf" srcId="{F380E3D1-5A0D-4F89-9153-9968FB52DFF9}" destId="{2FAC06A2-D67F-4D0E-BADC-00412B2C7BBB}" srcOrd="6" destOrd="0" presId="urn:microsoft.com/office/officeart/2008/layout/LinedList"/>
    <dgm:cxn modelId="{73F90790-0187-4381-A911-DC138F810804}" type="presParOf" srcId="{67DE37DE-B924-40E5-96A1-C6C549141E29}" destId="{514E7E86-15C1-451D-B4B6-07BCB5F9ED22}" srcOrd="2" destOrd="0" presId="urn:microsoft.com/office/officeart/2008/layout/LinedList"/>
    <dgm:cxn modelId="{FE091739-2EB9-44F3-85F4-C149A708949B}" type="presParOf" srcId="{67DE37DE-B924-40E5-96A1-C6C549141E29}" destId="{6F37961D-10C2-4DB4-8B21-AD1B7D7EFBE4}" srcOrd="3" destOrd="0" presId="urn:microsoft.com/office/officeart/2008/layout/LinedList"/>
    <dgm:cxn modelId="{165C99D2-64ED-4AA3-BA60-4ECE29A4597F}" type="presParOf" srcId="{6F37961D-10C2-4DB4-8B21-AD1B7D7EFBE4}" destId="{259B6BFB-BBA7-4628-B091-BD9FAAFF9D8C}" srcOrd="0" destOrd="0" presId="urn:microsoft.com/office/officeart/2008/layout/LinedList"/>
    <dgm:cxn modelId="{C9F3124B-D1D7-403A-84C7-337A3BB255E6}" type="presParOf" srcId="{6F37961D-10C2-4DB4-8B21-AD1B7D7EFBE4}" destId="{53FAD8BC-7838-4CF6-B3C5-4029AB66BE42}" srcOrd="1" destOrd="0" presId="urn:microsoft.com/office/officeart/2008/layout/LinedList"/>
    <dgm:cxn modelId="{1E5D1B2F-DC17-48D7-89BC-021628403D36}" type="presParOf" srcId="{53FAD8BC-7838-4CF6-B3C5-4029AB66BE42}" destId="{0A7400DC-E63D-4B3D-A015-64061FB0E96B}" srcOrd="0" destOrd="0" presId="urn:microsoft.com/office/officeart/2008/layout/LinedList"/>
    <dgm:cxn modelId="{C018F432-3FD0-453F-98F9-481BD82E070F}" type="presParOf" srcId="{53FAD8BC-7838-4CF6-B3C5-4029AB66BE42}" destId="{95B3539F-3EC3-4695-9D9C-8664D58D6D04}" srcOrd="1" destOrd="0" presId="urn:microsoft.com/office/officeart/2008/layout/LinedList"/>
    <dgm:cxn modelId="{0A1E86B9-78D1-4DDE-9C4D-C412B3300E86}" type="presParOf" srcId="{95B3539F-3EC3-4695-9D9C-8664D58D6D04}" destId="{8D1C8E88-058E-404E-BE5E-C401FAD5C4DA}" srcOrd="0" destOrd="0" presId="urn:microsoft.com/office/officeart/2008/layout/LinedList"/>
    <dgm:cxn modelId="{CB38C1F5-EB77-43A1-A730-715CA6B0197E}" type="presParOf" srcId="{95B3539F-3EC3-4695-9D9C-8664D58D6D04}" destId="{D934E105-F34D-497C-9A0C-3A6A3D44E2B8}" srcOrd="1" destOrd="0" presId="urn:microsoft.com/office/officeart/2008/layout/LinedList"/>
    <dgm:cxn modelId="{BCFFC776-1B5C-4FE9-B27C-ED8CCA4D2853}" type="presParOf" srcId="{95B3539F-3EC3-4695-9D9C-8664D58D6D04}" destId="{D9CC91DC-6B58-4DD0-BF3D-4B7E4D2DAE59}" srcOrd="2" destOrd="0" presId="urn:microsoft.com/office/officeart/2008/layout/LinedList"/>
    <dgm:cxn modelId="{404CF74D-A8B0-41F1-AFB4-4CBEEA339006}" type="presParOf" srcId="{53FAD8BC-7838-4CF6-B3C5-4029AB66BE42}" destId="{1085B132-D933-4F99-907C-1EEB10E99C45}" srcOrd="2" destOrd="0" presId="urn:microsoft.com/office/officeart/2008/layout/LinedList"/>
    <dgm:cxn modelId="{C523CC0D-1380-4DD4-96A4-4D92B8C2C015}" type="presParOf" srcId="{53FAD8BC-7838-4CF6-B3C5-4029AB66BE42}" destId="{02491202-BD70-4240-8E7C-8CB02DA0441F}" srcOrd="3" destOrd="0" presId="urn:microsoft.com/office/officeart/2008/layout/LinedList"/>
    <dgm:cxn modelId="{0C78134C-40C3-4A72-BE26-34F3223C51D9}" type="presParOf" srcId="{53FAD8BC-7838-4CF6-B3C5-4029AB66BE42}" destId="{8E0BD8B9-1C0C-4565-8D59-A281C1B6BDAF}" srcOrd="4" destOrd="0" presId="urn:microsoft.com/office/officeart/2008/layout/LinedList"/>
    <dgm:cxn modelId="{121C648F-2159-4EA9-BBF8-05CFF1B2D9DA}" type="presParOf" srcId="{8E0BD8B9-1C0C-4565-8D59-A281C1B6BDAF}" destId="{264D96ED-607B-4C64-A80A-40992082CF4B}" srcOrd="0" destOrd="0" presId="urn:microsoft.com/office/officeart/2008/layout/LinedList"/>
    <dgm:cxn modelId="{A32B363F-A5EE-4F2F-BDA8-DF3C2A4B7BF3}" type="presParOf" srcId="{8E0BD8B9-1C0C-4565-8D59-A281C1B6BDAF}" destId="{89813C08-F516-4616-BCDC-5A3EC0E5096C}" srcOrd="1" destOrd="0" presId="urn:microsoft.com/office/officeart/2008/layout/LinedList"/>
    <dgm:cxn modelId="{6806C96F-3412-47E8-8747-4730579F5C36}" type="presParOf" srcId="{8E0BD8B9-1C0C-4565-8D59-A281C1B6BDAF}" destId="{7BBB452B-3676-4D94-8DEE-570620977568}" srcOrd="2" destOrd="0" presId="urn:microsoft.com/office/officeart/2008/layout/LinedList"/>
    <dgm:cxn modelId="{08538358-0DD6-4E51-8A84-52FA4FE572A7}" type="presParOf" srcId="{53FAD8BC-7838-4CF6-B3C5-4029AB66BE42}" destId="{351F7363-2CC0-4DE4-B3CC-3C172176C95E}" srcOrd="5" destOrd="0" presId="urn:microsoft.com/office/officeart/2008/layout/LinedList"/>
    <dgm:cxn modelId="{8B6E1E3F-C5EB-4EC9-943B-387F1B7B1E2D}" type="presParOf" srcId="{53FAD8BC-7838-4CF6-B3C5-4029AB66BE42}" destId="{CA3D9DA3-DADF-409B-96BF-5AF2E94F2ACA}" srcOrd="6" destOrd="0" presId="urn:microsoft.com/office/officeart/2008/layout/LinedList"/>
    <dgm:cxn modelId="{7937CFBF-1951-45D2-8A3C-0A3B7943DB19}" type="presParOf" srcId="{53FAD8BC-7838-4CF6-B3C5-4029AB66BE42}" destId="{A109B3D0-6704-4111-9F12-9A0FCB598E37}" srcOrd="7" destOrd="0" presId="urn:microsoft.com/office/officeart/2008/layout/LinedList"/>
    <dgm:cxn modelId="{B64E6F41-68E1-4B47-A713-910EF8783455}" type="presParOf" srcId="{A109B3D0-6704-4111-9F12-9A0FCB598E37}" destId="{73AFE26A-2E69-40B4-A6EF-162C0B95341D}" srcOrd="0" destOrd="0" presId="urn:microsoft.com/office/officeart/2008/layout/LinedList"/>
    <dgm:cxn modelId="{EBC88F5A-96FF-4724-83DD-674210B12833}" type="presParOf" srcId="{A109B3D0-6704-4111-9F12-9A0FCB598E37}" destId="{D7771497-A5EF-4092-B04A-2C5D928705D4}" srcOrd="1" destOrd="0" presId="urn:microsoft.com/office/officeart/2008/layout/LinedList"/>
    <dgm:cxn modelId="{4269DE42-45D9-4C57-98AC-C118E17F1D5B}" type="presParOf" srcId="{A109B3D0-6704-4111-9F12-9A0FCB598E37}" destId="{91261C1C-5604-4215-AF08-36EE73875244}" srcOrd="2" destOrd="0" presId="urn:microsoft.com/office/officeart/2008/layout/LinedList"/>
    <dgm:cxn modelId="{F64C6A53-661D-4643-9D57-E9B0C75B51B8}" type="presParOf" srcId="{53FAD8BC-7838-4CF6-B3C5-4029AB66BE42}" destId="{1FFC8341-FE0D-48BD-B31A-EEC9A92E7AF7}" srcOrd="8" destOrd="0" presId="urn:microsoft.com/office/officeart/2008/layout/LinedList"/>
    <dgm:cxn modelId="{99EC1E5D-2665-4F62-9BAC-0E1E0B562FC0}" type="presParOf" srcId="{53FAD8BC-7838-4CF6-B3C5-4029AB66BE42}" destId="{1EBBB0D1-273D-490B-BBA5-A7C96BE657A3}" srcOrd="9" destOrd="0" presId="urn:microsoft.com/office/officeart/2008/layout/LinedList"/>
    <dgm:cxn modelId="{7A70B9CF-3A10-4BB7-A36B-EE2298C3C8EC}" type="presParOf" srcId="{67DE37DE-B924-40E5-96A1-C6C549141E29}" destId="{0843A648-3E24-49B4-AB97-2DEE19512574}" srcOrd="4" destOrd="0" presId="urn:microsoft.com/office/officeart/2008/layout/LinedList"/>
    <dgm:cxn modelId="{A526D71F-DD1A-4CA0-8D7A-C859F2A31A30}" type="presParOf" srcId="{67DE37DE-B924-40E5-96A1-C6C549141E29}" destId="{DA2CF60F-FF0E-41FB-81BB-D4440825EE4B}" srcOrd="5" destOrd="0" presId="urn:microsoft.com/office/officeart/2008/layout/LinedList"/>
    <dgm:cxn modelId="{497AE3B9-F349-4B60-A05E-3B2DE48C9AB5}" type="presParOf" srcId="{DA2CF60F-FF0E-41FB-81BB-D4440825EE4B}" destId="{F3ECD9C1-F4BC-431A-8CA0-F0EEDD27BACB}" srcOrd="0" destOrd="0" presId="urn:microsoft.com/office/officeart/2008/layout/LinedList"/>
    <dgm:cxn modelId="{1A62368D-F0C2-4EEC-96B3-D2B59834A215}" type="presParOf" srcId="{DA2CF60F-FF0E-41FB-81BB-D4440825EE4B}" destId="{F09AB8A8-AB03-4BF0-BD09-C1C202598494}" srcOrd="1" destOrd="0" presId="urn:microsoft.com/office/officeart/2008/layout/LinedList"/>
    <dgm:cxn modelId="{98A81536-EE8F-49DE-9829-6916189030E8}" type="presParOf" srcId="{F09AB8A8-AB03-4BF0-BD09-C1C202598494}" destId="{755A43EB-9868-4322-BACE-4C303FB05EDA}" srcOrd="0" destOrd="0" presId="urn:microsoft.com/office/officeart/2008/layout/LinedList"/>
    <dgm:cxn modelId="{B72D3133-12C3-4806-AC81-2EC22FDCFCDD}" type="presParOf" srcId="{F09AB8A8-AB03-4BF0-BD09-C1C202598494}" destId="{76CEF21F-3B1B-4949-B785-D78E09F4CEA6}" srcOrd="1" destOrd="0" presId="urn:microsoft.com/office/officeart/2008/layout/LinedList"/>
    <dgm:cxn modelId="{2C60690B-9FC3-42DC-8320-27D28B6FD7A9}" type="presParOf" srcId="{76CEF21F-3B1B-4949-B785-D78E09F4CEA6}" destId="{463ABD15-02B1-474D-A9A1-FC29DF52A7F2}" srcOrd="0" destOrd="0" presId="urn:microsoft.com/office/officeart/2008/layout/LinedList"/>
    <dgm:cxn modelId="{BE8EEDE9-B898-4647-815B-C59AE0AD4366}" type="presParOf" srcId="{76CEF21F-3B1B-4949-B785-D78E09F4CEA6}" destId="{83AFBC65-4EA5-4DE6-BC60-CAA505378178}" srcOrd="1" destOrd="0" presId="urn:microsoft.com/office/officeart/2008/layout/LinedList"/>
    <dgm:cxn modelId="{07685BDB-8BBE-48BE-B48E-9C41ED318414}" type="presParOf" srcId="{76CEF21F-3B1B-4949-B785-D78E09F4CEA6}" destId="{19F085C6-350A-4BB8-947F-80F0953D0490}" srcOrd="2" destOrd="0" presId="urn:microsoft.com/office/officeart/2008/layout/LinedList"/>
    <dgm:cxn modelId="{69617700-10E5-49E3-B393-6FA599C5BE89}" type="presParOf" srcId="{F09AB8A8-AB03-4BF0-BD09-C1C202598494}" destId="{B054160C-3676-4466-86B5-30C853B176FF}" srcOrd="2" destOrd="0" presId="urn:microsoft.com/office/officeart/2008/layout/LinedList"/>
    <dgm:cxn modelId="{3432AE41-0177-407D-9766-34801B3766A6}" type="presParOf" srcId="{F09AB8A8-AB03-4BF0-BD09-C1C202598494}" destId="{AF6FFA0C-5BC2-4939-AD9C-DF6506B3A374}" srcOrd="3" destOrd="0" presId="urn:microsoft.com/office/officeart/2008/layout/LinedList"/>
    <dgm:cxn modelId="{437AC970-1DE9-4713-A030-4EA3A1524904}" type="presParOf" srcId="{F09AB8A8-AB03-4BF0-BD09-C1C202598494}" destId="{7DDB3BFA-9D07-49D8-B2B8-64B6C05E1342}" srcOrd="4" destOrd="0" presId="urn:microsoft.com/office/officeart/2008/layout/LinedList"/>
    <dgm:cxn modelId="{CF8CAAE0-D23D-4982-8071-0A1D11628EE6}" type="presParOf" srcId="{7DDB3BFA-9D07-49D8-B2B8-64B6C05E1342}" destId="{7F654F82-5774-42CF-89D1-2E313ACCE47E}" srcOrd="0" destOrd="0" presId="urn:microsoft.com/office/officeart/2008/layout/LinedList"/>
    <dgm:cxn modelId="{8A4F9008-8C34-4A80-BD24-144CCE8BCE7C}" type="presParOf" srcId="{7DDB3BFA-9D07-49D8-B2B8-64B6C05E1342}" destId="{CF1800AC-5FEF-42FF-90B2-5E7F70C8CBAC}" srcOrd="1" destOrd="0" presId="urn:microsoft.com/office/officeart/2008/layout/LinedList"/>
    <dgm:cxn modelId="{C9BA967D-8933-4FD5-860D-F3BE90364A16}" type="presParOf" srcId="{7DDB3BFA-9D07-49D8-B2B8-64B6C05E1342}" destId="{4F863AB2-E1BD-4620-9635-8C34A66D940D}" srcOrd="2" destOrd="0" presId="urn:microsoft.com/office/officeart/2008/layout/LinedList"/>
    <dgm:cxn modelId="{EF56387D-6900-4652-9CD8-E8DD15419344}" type="presParOf" srcId="{F09AB8A8-AB03-4BF0-BD09-C1C202598494}" destId="{86ECE4EE-F496-47F0-8F0E-1C4C36DD17F4}" srcOrd="5" destOrd="0" presId="urn:microsoft.com/office/officeart/2008/layout/LinedList"/>
    <dgm:cxn modelId="{B6922BB2-F4A8-4886-98A5-43F1D8B244C3}" type="presParOf" srcId="{F09AB8A8-AB03-4BF0-BD09-C1C202598494}" destId="{37B8C0E9-A486-4BD1-81D7-84855E048153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FFFAC2-7D9A-455E-8CD0-687257D01803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43BCE171-9B53-481D-BAEC-E92F70416479}">
      <dgm:prSet phldrT="[Text]" custT="1"/>
      <dgm:spPr/>
      <dgm:t>
        <a:bodyPr/>
        <a:lstStyle/>
        <a:p>
          <a:r>
            <a:rPr lang="en-US" sz="2200" dirty="0"/>
            <a:t>Use of Gen AI in the visual design process</a:t>
          </a:r>
        </a:p>
      </dgm:t>
    </dgm:pt>
    <dgm:pt modelId="{0333C7DB-DD8D-4ADD-8957-8EB1DCE7F78F}" type="parTrans" cxnId="{D5CC1C31-F86F-4A4D-AB0D-399D233E2A68}">
      <dgm:prSet/>
      <dgm:spPr/>
      <dgm:t>
        <a:bodyPr/>
        <a:lstStyle/>
        <a:p>
          <a:endParaRPr lang="en-US" sz="2000"/>
        </a:p>
      </dgm:t>
    </dgm:pt>
    <dgm:pt modelId="{9657E84A-FFC4-4A51-9EF4-F12A4A9B0540}" type="sibTrans" cxnId="{D5CC1C31-F86F-4A4D-AB0D-399D233E2A68}">
      <dgm:prSet/>
      <dgm:spPr/>
      <dgm:t>
        <a:bodyPr/>
        <a:lstStyle/>
        <a:p>
          <a:endParaRPr lang="en-US" sz="2000"/>
        </a:p>
      </dgm:t>
    </dgm:pt>
    <dgm:pt modelId="{4C2630BE-D556-4D8C-BDEA-38B7F6DF07A7}">
      <dgm:prSet phldrT="[Text]" custT="1"/>
      <dgm:spPr/>
      <dgm:t>
        <a:bodyPr/>
        <a:lstStyle/>
        <a:p>
          <a:r>
            <a:rPr lang="en-US" sz="2200" dirty="0"/>
            <a:t>ML-based image processing &amp; text analytics approaches</a:t>
          </a:r>
        </a:p>
      </dgm:t>
    </dgm:pt>
    <dgm:pt modelId="{F68D9A15-B2EB-4FA2-BEA3-FCEB804F11EF}" type="parTrans" cxnId="{CB8CF368-DA37-4F01-9DBF-63D22A612AD4}">
      <dgm:prSet/>
      <dgm:spPr/>
      <dgm:t>
        <a:bodyPr/>
        <a:lstStyle/>
        <a:p>
          <a:endParaRPr lang="en-US" sz="2000"/>
        </a:p>
      </dgm:t>
    </dgm:pt>
    <dgm:pt modelId="{86FDF770-0FF3-457C-B829-E9D051F94AD8}" type="sibTrans" cxnId="{CB8CF368-DA37-4F01-9DBF-63D22A612AD4}">
      <dgm:prSet/>
      <dgm:spPr/>
      <dgm:t>
        <a:bodyPr/>
        <a:lstStyle/>
        <a:p>
          <a:endParaRPr lang="en-US" sz="2000"/>
        </a:p>
      </dgm:t>
    </dgm:pt>
    <dgm:pt modelId="{BA9EE6EF-A2DB-4D71-AD9E-790C40437548}">
      <dgm:prSet phldrT="[Text]" custT="1"/>
      <dgm:spPr/>
      <dgm:t>
        <a:bodyPr/>
        <a:lstStyle/>
        <a:p>
          <a:r>
            <a:rPr lang="en-US" sz="2200" dirty="0"/>
            <a:t>Using unstructured data -&gt; visualize structure, sentiment, and abnormalities</a:t>
          </a:r>
        </a:p>
      </dgm:t>
    </dgm:pt>
    <dgm:pt modelId="{3A7950FC-5A3D-434B-8006-F4E305E34937}" type="parTrans" cxnId="{FE80DC13-AA36-4F64-BB08-2C448B81E40D}">
      <dgm:prSet/>
      <dgm:spPr/>
      <dgm:t>
        <a:bodyPr/>
        <a:lstStyle/>
        <a:p>
          <a:endParaRPr lang="en-US" sz="2000"/>
        </a:p>
      </dgm:t>
    </dgm:pt>
    <dgm:pt modelId="{690BF304-BD78-475A-9A46-21A633BE2130}" type="sibTrans" cxnId="{FE80DC13-AA36-4F64-BB08-2C448B81E40D}">
      <dgm:prSet/>
      <dgm:spPr/>
      <dgm:t>
        <a:bodyPr/>
        <a:lstStyle/>
        <a:p>
          <a:endParaRPr lang="en-US" sz="2000"/>
        </a:p>
      </dgm:t>
    </dgm:pt>
    <dgm:pt modelId="{27A4746C-0289-4F5E-B359-6BF37F01CF75}">
      <dgm:prSet phldrT="[Text]" custT="1"/>
      <dgm:spPr/>
      <dgm:t>
        <a:bodyPr/>
        <a:lstStyle/>
        <a:p>
          <a:r>
            <a:rPr lang="en-US" sz="2200" dirty="0"/>
            <a:t>Integrating electronic medical records with data collected from wearable (like Fitbit or </a:t>
          </a:r>
          <a:r>
            <a:rPr lang="en-US" sz="2200" dirty="0" err="1"/>
            <a:t>AppleWatch</a:t>
          </a:r>
          <a:r>
            <a:rPr lang="en-US" sz="2200" dirty="0"/>
            <a:t>)</a:t>
          </a:r>
        </a:p>
      </dgm:t>
    </dgm:pt>
    <dgm:pt modelId="{F6B3805B-CF5E-47FA-94B7-71C4A985682D}" type="parTrans" cxnId="{4167BF68-750B-4468-AF9F-2F7058BFD1F6}">
      <dgm:prSet/>
      <dgm:spPr/>
      <dgm:t>
        <a:bodyPr/>
        <a:lstStyle/>
        <a:p>
          <a:endParaRPr lang="en-US" sz="2000"/>
        </a:p>
      </dgm:t>
    </dgm:pt>
    <dgm:pt modelId="{9DC15D1F-AFDF-4DE3-B223-BCC1D5DDEB17}" type="sibTrans" cxnId="{4167BF68-750B-4468-AF9F-2F7058BFD1F6}">
      <dgm:prSet/>
      <dgm:spPr/>
      <dgm:t>
        <a:bodyPr/>
        <a:lstStyle/>
        <a:p>
          <a:endParaRPr lang="en-US" sz="2000"/>
        </a:p>
      </dgm:t>
    </dgm:pt>
    <dgm:pt modelId="{BD1C7416-4BAD-4CD7-BA3C-54B1A7EEAD5B}">
      <dgm:prSet phldrT="[Text]" custT="1"/>
      <dgm:spPr/>
      <dgm:t>
        <a:bodyPr/>
        <a:lstStyle/>
        <a:p>
          <a:r>
            <a:rPr lang="en-US" sz="2200" dirty="0"/>
            <a:t>Visualize health data to study disease progression </a:t>
          </a:r>
        </a:p>
      </dgm:t>
    </dgm:pt>
    <dgm:pt modelId="{5FEA69C3-C46B-411A-821F-C05CA88A2675}" type="parTrans" cxnId="{7ED23E45-C293-4604-BA48-428896B88876}">
      <dgm:prSet/>
      <dgm:spPr/>
      <dgm:t>
        <a:bodyPr/>
        <a:lstStyle/>
        <a:p>
          <a:endParaRPr lang="en-US" sz="2000"/>
        </a:p>
      </dgm:t>
    </dgm:pt>
    <dgm:pt modelId="{91425B8A-0C2C-4769-9378-590A24169A27}" type="sibTrans" cxnId="{7ED23E45-C293-4604-BA48-428896B88876}">
      <dgm:prSet/>
      <dgm:spPr/>
      <dgm:t>
        <a:bodyPr/>
        <a:lstStyle/>
        <a:p>
          <a:endParaRPr lang="en-US" sz="2000"/>
        </a:p>
      </dgm:t>
    </dgm:pt>
    <dgm:pt modelId="{8DBF9982-2F6C-4E04-87C6-A20A1138E9BE}">
      <dgm:prSet phldrT="[Text]" custT="1"/>
      <dgm:spPr/>
      <dgm:t>
        <a:bodyPr/>
        <a:lstStyle/>
        <a:p>
          <a:r>
            <a:rPr lang="en-US" sz="2200" dirty="0"/>
            <a:t>With data such as electrocardiogram</a:t>
          </a:r>
        </a:p>
      </dgm:t>
    </dgm:pt>
    <dgm:pt modelId="{C009C7F2-CCB7-4BA8-B0BE-E559553B7187}" type="parTrans" cxnId="{6A31805E-238C-4525-9674-06A5569BFEF6}">
      <dgm:prSet/>
      <dgm:spPr/>
      <dgm:t>
        <a:bodyPr/>
        <a:lstStyle/>
        <a:p>
          <a:endParaRPr lang="en-US" sz="2000"/>
        </a:p>
      </dgm:t>
    </dgm:pt>
    <dgm:pt modelId="{4A98C5FE-1A86-4A32-9D1A-7BFF1F9C9312}" type="sibTrans" cxnId="{6A31805E-238C-4525-9674-06A5569BFEF6}">
      <dgm:prSet/>
      <dgm:spPr/>
      <dgm:t>
        <a:bodyPr/>
        <a:lstStyle/>
        <a:p>
          <a:endParaRPr lang="en-US" sz="2000"/>
        </a:p>
      </dgm:t>
    </dgm:pt>
    <dgm:pt modelId="{F807FC56-5D8D-4838-9682-8D3BEB140F40}">
      <dgm:prSet phldrT="[Text]" custT="1"/>
      <dgm:spPr/>
      <dgm:t>
        <a:bodyPr/>
        <a:lstStyle/>
        <a:p>
          <a:r>
            <a:rPr lang="en-US" sz="2200" dirty="0"/>
            <a:t>Personalized and customized visualization and dashboard</a:t>
          </a:r>
        </a:p>
      </dgm:t>
    </dgm:pt>
    <dgm:pt modelId="{A846DFC7-7814-4B1A-801D-E6C182EB0F69}" type="parTrans" cxnId="{C1B268DE-A38D-4A83-8AAA-D10844503BD2}">
      <dgm:prSet/>
      <dgm:spPr/>
      <dgm:t>
        <a:bodyPr/>
        <a:lstStyle/>
        <a:p>
          <a:endParaRPr lang="en-US" sz="2000"/>
        </a:p>
      </dgm:t>
    </dgm:pt>
    <dgm:pt modelId="{61647AC5-C48C-4343-9410-3A72354D5EFC}" type="sibTrans" cxnId="{C1B268DE-A38D-4A83-8AAA-D10844503BD2}">
      <dgm:prSet/>
      <dgm:spPr/>
      <dgm:t>
        <a:bodyPr/>
        <a:lstStyle/>
        <a:p>
          <a:endParaRPr lang="en-US" sz="2000"/>
        </a:p>
      </dgm:t>
    </dgm:pt>
    <dgm:pt modelId="{47B3EEC5-3715-474F-B557-287671C70B13}" type="pres">
      <dgm:prSet presAssocID="{A0FFFAC2-7D9A-455E-8CD0-687257D01803}" presName="CompostProcess" presStyleCnt="0">
        <dgm:presLayoutVars>
          <dgm:dir/>
          <dgm:resizeHandles val="exact"/>
        </dgm:presLayoutVars>
      </dgm:prSet>
      <dgm:spPr/>
    </dgm:pt>
    <dgm:pt modelId="{E04F3630-F74E-4E10-893A-E22430E9C07F}" type="pres">
      <dgm:prSet presAssocID="{A0FFFAC2-7D9A-455E-8CD0-687257D01803}" presName="arrow" presStyleLbl="bgShp" presStyleIdx="0" presStyleCnt="1"/>
      <dgm:spPr/>
    </dgm:pt>
    <dgm:pt modelId="{7B6FF431-2EF5-49BC-8C49-7D7B51673D88}" type="pres">
      <dgm:prSet presAssocID="{A0FFFAC2-7D9A-455E-8CD0-687257D01803}" presName="linearProcess" presStyleCnt="0"/>
      <dgm:spPr/>
    </dgm:pt>
    <dgm:pt modelId="{6F9454A1-0FFC-4ABC-BA83-01003C4CAB91}" type="pres">
      <dgm:prSet presAssocID="{43BCE171-9B53-481D-BAEC-E92F70416479}" presName="textNode" presStyleLbl="node1" presStyleIdx="0" presStyleCnt="3" custScaleY="172594">
        <dgm:presLayoutVars>
          <dgm:bulletEnabled val="1"/>
        </dgm:presLayoutVars>
      </dgm:prSet>
      <dgm:spPr/>
    </dgm:pt>
    <dgm:pt modelId="{24E5CDCB-42D7-4D82-9120-A33C4D6F18F8}" type="pres">
      <dgm:prSet presAssocID="{9657E84A-FFC4-4A51-9EF4-F12A4A9B0540}" presName="sibTrans" presStyleCnt="0"/>
      <dgm:spPr/>
    </dgm:pt>
    <dgm:pt modelId="{688EE92E-57C2-43CE-863D-ECE97C1BD308}" type="pres">
      <dgm:prSet presAssocID="{27A4746C-0289-4F5E-B359-6BF37F01CF75}" presName="textNode" presStyleLbl="node1" presStyleIdx="1" presStyleCnt="3" custScaleY="172594">
        <dgm:presLayoutVars>
          <dgm:bulletEnabled val="1"/>
        </dgm:presLayoutVars>
      </dgm:prSet>
      <dgm:spPr/>
    </dgm:pt>
    <dgm:pt modelId="{0A6C89FA-3FDA-4276-9AA8-57E7BEAA9359}" type="pres">
      <dgm:prSet presAssocID="{9DC15D1F-AFDF-4DE3-B223-BCC1D5DDEB17}" presName="sibTrans" presStyleCnt="0"/>
      <dgm:spPr/>
    </dgm:pt>
    <dgm:pt modelId="{88CE95CF-CA03-4D70-BCE0-BF3819B3C7F4}" type="pres">
      <dgm:prSet presAssocID="{F807FC56-5D8D-4838-9682-8D3BEB140F40}" presName="textNode" presStyleLbl="node1" presStyleIdx="2" presStyleCnt="3" custScaleY="172594">
        <dgm:presLayoutVars>
          <dgm:bulletEnabled val="1"/>
        </dgm:presLayoutVars>
      </dgm:prSet>
      <dgm:spPr/>
    </dgm:pt>
  </dgm:ptLst>
  <dgm:cxnLst>
    <dgm:cxn modelId="{FE80DC13-AA36-4F64-BB08-2C448B81E40D}" srcId="{43BCE171-9B53-481D-BAEC-E92F70416479}" destId="{BA9EE6EF-A2DB-4D71-AD9E-790C40437548}" srcOrd="1" destOrd="0" parTransId="{3A7950FC-5A3D-434B-8006-F4E305E34937}" sibTransId="{690BF304-BD78-475A-9A46-21A633BE2130}"/>
    <dgm:cxn modelId="{6C335721-11AD-447D-8C1D-CFE5E3BD7C04}" type="presOf" srcId="{F807FC56-5D8D-4838-9682-8D3BEB140F40}" destId="{88CE95CF-CA03-4D70-BCE0-BF3819B3C7F4}" srcOrd="0" destOrd="0" presId="urn:microsoft.com/office/officeart/2005/8/layout/hProcess9"/>
    <dgm:cxn modelId="{D5CC1C31-F86F-4A4D-AB0D-399D233E2A68}" srcId="{A0FFFAC2-7D9A-455E-8CD0-687257D01803}" destId="{43BCE171-9B53-481D-BAEC-E92F70416479}" srcOrd="0" destOrd="0" parTransId="{0333C7DB-DD8D-4ADD-8957-8EB1DCE7F78F}" sibTransId="{9657E84A-FFC4-4A51-9EF4-F12A4A9B0540}"/>
    <dgm:cxn modelId="{3710A931-07E4-4562-AEA7-4E12051BD278}" type="presOf" srcId="{27A4746C-0289-4F5E-B359-6BF37F01CF75}" destId="{688EE92E-57C2-43CE-863D-ECE97C1BD308}" srcOrd="0" destOrd="0" presId="urn:microsoft.com/office/officeart/2005/8/layout/hProcess9"/>
    <dgm:cxn modelId="{2971503F-81AE-4B77-97A4-04770486E0B4}" type="presOf" srcId="{43BCE171-9B53-481D-BAEC-E92F70416479}" destId="{6F9454A1-0FFC-4ABC-BA83-01003C4CAB91}" srcOrd="0" destOrd="0" presId="urn:microsoft.com/office/officeart/2005/8/layout/hProcess9"/>
    <dgm:cxn modelId="{6A31805E-238C-4525-9674-06A5569BFEF6}" srcId="{27A4746C-0289-4F5E-B359-6BF37F01CF75}" destId="{8DBF9982-2F6C-4E04-87C6-A20A1138E9BE}" srcOrd="1" destOrd="0" parTransId="{C009C7F2-CCB7-4BA8-B0BE-E559553B7187}" sibTransId="{4A98C5FE-1A86-4A32-9D1A-7BFF1F9C9312}"/>
    <dgm:cxn modelId="{7ED23E45-C293-4604-BA48-428896B88876}" srcId="{27A4746C-0289-4F5E-B359-6BF37F01CF75}" destId="{BD1C7416-4BAD-4CD7-BA3C-54B1A7EEAD5B}" srcOrd="0" destOrd="0" parTransId="{5FEA69C3-C46B-411A-821F-C05CA88A2675}" sibTransId="{91425B8A-0C2C-4769-9378-590A24169A27}"/>
    <dgm:cxn modelId="{4167BF68-750B-4468-AF9F-2F7058BFD1F6}" srcId="{A0FFFAC2-7D9A-455E-8CD0-687257D01803}" destId="{27A4746C-0289-4F5E-B359-6BF37F01CF75}" srcOrd="1" destOrd="0" parTransId="{F6B3805B-CF5E-47FA-94B7-71C4A985682D}" sibTransId="{9DC15D1F-AFDF-4DE3-B223-BCC1D5DDEB17}"/>
    <dgm:cxn modelId="{CB8CF368-DA37-4F01-9DBF-63D22A612AD4}" srcId="{43BCE171-9B53-481D-BAEC-E92F70416479}" destId="{4C2630BE-D556-4D8C-BDEA-38B7F6DF07A7}" srcOrd="0" destOrd="0" parTransId="{F68D9A15-B2EB-4FA2-BEA3-FCEB804F11EF}" sibTransId="{86FDF770-0FF3-457C-B829-E9D051F94AD8}"/>
    <dgm:cxn modelId="{7FFF247E-1C10-47E6-81EE-4C6E5BDA8B05}" type="presOf" srcId="{4C2630BE-D556-4D8C-BDEA-38B7F6DF07A7}" destId="{6F9454A1-0FFC-4ABC-BA83-01003C4CAB91}" srcOrd="0" destOrd="1" presId="urn:microsoft.com/office/officeart/2005/8/layout/hProcess9"/>
    <dgm:cxn modelId="{561DBF86-8218-4198-B708-A2683FFA463F}" type="presOf" srcId="{A0FFFAC2-7D9A-455E-8CD0-687257D01803}" destId="{47B3EEC5-3715-474F-B557-287671C70B13}" srcOrd="0" destOrd="0" presId="urn:microsoft.com/office/officeart/2005/8/layout/hProcess9"/>
    <dgm:cxn modelId="{3C6DBFA4-EAED-41B7-8378-990B5281A0A2}" type="presOf" srcId="{BA9EE6EF-A2DB-4D71-AD9E-790C40437548}" destId="{6F9454A1-0FFC-4ABC-BA83-01003C4CAB91}" srcOrd="0" destOrd="2" presId="urn:microsoft.com/office/officeart/2005/8/layout/hProcess9"/>
    <dgm:cxn modelId="{C1B268DE-A38D-4A83-8AAA-D10844503BD2}" srcId="{A0FFFAC2-7D9A-455E-8CD0-687257D01803}" destId="{F807FC56-5D8D-4838-9682-8D3BEB140F40}" srcOrd="2" destOrd="0" parTransId="{A846DFC7-7814-4B1A-801D-E6C182EB0F69}" sibTransId="{61647AC5-C48C-4343-9410-3A72354D5EFC}"/>
    <dgm:cxn modelId="{4B4107E9-1F3C-4CB0-859A-474D312C75FA}" type="presOf" srcId="{8DBF9982-2F6C-4E04-87C6-A20A1138E9BE}" destId="{688EE92E-57C2-43CE-863D-ECE97C1BD308}" srcOrd="0" destOrd="2" presId="urn:microsoft.com/office/officeart/2005/8/layout/hProcess9"/>
    <dgm:cxn modelId="{DA0488F7-97D9-4AEE-BFFE-55C1C18215A7}" type="presOf" srcId="{BD1C7416-4BAD-4CD7-BA3C-54B1A7EEAD5B}" destId="{688EE92E-57C2-43CE-863D-ECE97C1BD308}" srcOrd="0" destOrd="1" presId="urn:microsoft.com/office/officeart/2005/8/layout/hProcess9"/>
    <dgm:cxn modelId="{48CC9142-27E3-4072-A7F8-3166E2AC4FDA}" type="presParOf" srcId="{47B3EEC5-3715-474F-B557-287671C70B13}" destId="{E04F3630-F74E-4E10-893A-E22430E9C07F}" srcOrd="0" destOrd="0" presId="urn:microsoft.com/office/officeart/2005/8/layout/hProcess9"/>
    <dgm:cxn modelId="{6615250E-2A07-4EE9-9C6C-71D37AE83C85}" type="presParOf" srcId="{47B3EEC5-3715-474F-B557-287671C70B13}" destId="{7B6FF431-2EF5-49BC-8C49-7D7B51673D88}" srcOrd="1" destOrd="0" presId="urn:microsoft.com/office/officeart/2005/8/layout/hProcess9"/>
    <dgm:cxn modelId="{5C331F96-E7E8-48CB-B1A6-86A4AC8DDC05}" type="presParOf" srcId="{7B6FF431-2EF5-49BC-8C49-7D7B51673D88}" destId="{6F9454A1-0FFC-4ABC-BA83-01003C4CAB91}" srcOrd="0" destOrd="0" presId="urn:microsoft.com/office/officeart/2005/8/layout/hProcess9"/>
    <dgm:cxn modelId="{754877CF-7941-488A-96C2-37A777EF8AF9}" type="presParOf" srcId="{7B6FF431-2EF5-49BC-8C49-7D7B51673D88}" destId="{24E5CDCB-42D7-4D82-9120-A33C4D6F18F8}" srcOrd="1" destOrd="0" presId="urn:microsoft.com/office/officeart/2005/8/layout/hProcess9"/>
    <dgm:cxn modelId="{C206FAC0-5A5D-47CD-A527-4443CD5FEB8C}" type="presParOf" srcId="{7B6FF431-2EF5-49BC-8C49-7D7B51673D88}" destId="{688EE92E-57C2-43CE-863D-ECE97C1BD308}" srcOrd="2" destOrd="0" presId="urn:microsoft.com/office/officeart/2005/8/layout/hProcess9"/>
    <dgm:cxn modelId="{24DA7EB5-4BD2-4B7F-B3D9-D65438808154}" type="presParOf" srcId="{7B6FF431-2EF5-49BC-8C49-7D7B51673D88}" destId="{0A6C89FA-3FDA-4276-9AA8-57E7BEAA9359}" srcOrd="3" destOrd="0" presId="urn:microsoft.com/office/officeart/2005/8/layout/hProcess9"/>
    <dgm:cxn modelId="{E9C7D596-3D8F-448C-B50C-8E55CF00CC7F}" type="presParOf" srcId="{7B6FF431-2EF5-49BC-8C49-7D7B51673D88}" destId="{88CE95CF-CA03-4D70-BCE0-BF3819B3C7F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F7388A-5E3C-4DED-85BA-6818EA7CD033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4557EE-8C4E-4B0B-8AFB-77C55F75C1A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/>
            <a:t>Supply chain visualization and risk management</a:t>
          </a:r>
        </a:p>
      </dgm:t>
    </dgm:pt>
    <dgm:pt modelId="{02345E3F-D357-485D-9998-F0CBBC6D03B2}" type="parTrans" cxnId="{1897FC3B-7101-4660-BC70-50D139DD7ADF}">
      <dgm:prSet/>
      <dgm:spPr/>
      <dgm:t>
        <a:bodyPr/>
        <a:lstStyle/>
        <a:p>
          <a:endParaRPr lang="en-US" sz="2400"/>
        </a:p>
      </dgm:t>
    </dgm:pt>
    <dgm:pt modelId="{B015433F-8BB9-4D58-8745-75376B070477}" type="sibTrans" cxnId="{1897FC3B-7101-4660-BC70-50D139DD7ADF}">
      <dgm:prSet/>
      <dgm:spPr/>
      <dgm:t>
        <a:bodyPr/>
        <a:lstStyle/>
        <a:p>
          <a:endParaRPr lang="en-US" sz="2400"/>
        </a:p>
      </dgm:t>
    </dgm:pt>
    <dgm:pt modelId="{4B1B5966-3597-4309-8496-5284C7CE3439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/>
            <a:t>Business process discovery and management</a:t>
          </a:r>
        </a:p>
      </dgm:t>
    </dgm:pt>
    <dgm:pt modelId="{76485A9B-DE56-4C99-A01A-88DECD73B0E3}" type="parTrans" cxnId="{DA0E832B-D81A-4A42-9E37-44A77004AAF5}">
      <dgm:prSet/>
      <dgm:spPr/>
      <dgm:t>
        <a:bodyPr/>
        <a:lstStyle/>
        <a:p>
          <a:endParaRPr lang="en-US" sz="2400"/>
        </a:p>
      </dgm:t>
    </dgm:pt>
    <dgm:pt modelId="{B30CD490-A3F2-4F93-A419-C8BFC356F284}" type="sibTrans" cxnId="{DA0E832B-D81A-4A42-9E37-44A77004AAF5}">
      <dgm:prSet/>
      <dgm:spPr/>
      <dgm:t>
        <a:bodyPr/>
        <a:lstStyle/>
        <a:p>
          <a:endParaRPr lang="en-US" sz="2400"/>
        </a:p>
      </dgm:t>
    </dgm:pt>
    <dgm:pt modelId="{344CB401-F398-4BA9-A94F-1DAA25D5DED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/>
            <a:t>Manufacturing data visualization</a:t>
          </a:r>
        </a:p>
      </dgm:t>
    </dgm:pt>
    <dgm:pt modelId="{203AFFFB-040C-424A-89B9-1857554AA1D1}" type="parTrans" cxnId="{8F3A172B-9CB4-430B-9019-5C147BCEC956}">
      <dgm:prSet/>
      <dgm:spPr/>
      <dgm:t>
        <a:bodyPr/>
        <a:lstStyle/>
        <a:p>
          <a:endParaRPr lang="en-US" sz="2400"/>
        </a:p>
      </dgm:t>
    </dgm:pt>
    <dgm:pt modelId="{AE4C497A-C912-4206-B0AA-7950631C8ED5}" type="sibTrans" cxnId="{8F3A172B-9CB4-430B-9019-5C147BCEC956}">
      <dgm:prSet/>
      <dgm:spPr/>
      <dgm:t>
        <a:bodyPr/>
        <a:lstStyle/>
        <a:p>
          <a:endParaRPr lang="en-US" sz="2400"/>
        </a:p>
      </dgm:t>
    </dgm:pt>
    <dgm:pt modelId="{2CBE26A4-BCF4-4FEB-AFB3-6E7C765DBFD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2400"/>
            <a:t>Decision-making and data insights generation</a:t>
          </a:r>
        </a:p>
      </dgm:t>
    </dgm:pt>
    <dgm:pt modelId="{57D4E522-63C2-4628-9A0E-49AAD30F794C}" type="parTrans" cxnId="{15C71992-60C0-4ECE-A225-2B6B2043CD98}">
      <dgm:prSet/>
      <dgm:spPr/>
      <dgm:t>
        <a:bodyPr/>
        <a:lstStyle/>
        <a:p>
          <a:endParaRPr lang="en-US" sz="2400"/>
        </a:p>
      </dgm:t>
    </dgm:pt>
    <dgm:pt modelId="{1CAE141E-10C2-4EC6-8962-ECEE48C4F4A7}" type="sibTrans" cxnId="{15C71992-60C0-4ECE-A225-2B6B2043CD98}">
      <dgm:prSet/>
      <dgm:spPr/>
      <dgm:t>
        <a:bodyPr/>
        <a:lstStyle/>
        <a:p>
          <a:endParaRPr lang="en-US" sz="2400"/>
        </a:p>
      </dgm:t>
    </dgm:pt>
    <dgm:pt modelId="{0ACE707F-BE9E-4C29-89C8-AC7E1DB62C5A}" type="pres">
      <dgm:prSet presAssocID="{AAF7388A-5E3C-4DED-85BA-6818EA7CD033}" presName="root" presStyleCnt="0">
        <dgm:presLayoutVars>
          <dgm:dir/>
          <dgm:resizeHandles val="exact"/>
        </dgm:presLayoutVars>
      </dgm:prSet>
      <dgm:spPr/>
    </dgm:pt>
    <dgm:pt modelId="{D9BB39C3-714D-4701-ABB9-410E8AF907C5}" type="pres">
      <dgm:prSet presAssocID="{704557EE-8C4E-4B0B-8AFB-77C55F75C1AB}" presName="compNode" presStyleCnt="0"/>
      <dgm:spPr/>
    </dgm:pt>
    <dgm:pt modelId="{D8B018CC-57C7-45C4-ABDD-7EB4324284A8}" type="pres">
      <dgm:prSet presAssocID="{704557EE-8C4E-4B0B-8AFB-77C55F75C1AB}" presName="iconBgRect" presStyleLbl="bgShp" presStyleIdx="0" presStyleCnt="4"/>
      <dgm:spPr/>
    </dgm:pt>
    <dgm:pt modelId="{1806858C-D792-43BC-ABE5-2C47D134956F}" type="pres">
      <dgm:prSet presAssocID="{704557EE-8C4E-4B0B-8AFB-77C55F75C1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D8997234-917F-4927-8888-EFF7F202A88F}" type="pres">
      <dgm:prSet presAssocID="{704557EE-8C4E-4B0B-8AFB-77C55F75C1AB}" presName="spaceRect" presStyleCnt="0"/>
      <dgm:spPr/>
    </dgm:pt>
    <dgm:pt modelId="{66AE22AE-B31B-47D0-97E5-A05426307F5F}" type="pres">
      <dgm:prSet presAssocID="{704557EE-8C4E-4B0B-8AFB-77C55F75C1AB}" presName="textRect" presStyleLbl="revTx" presStyleIdx="0" presStyleCnt="4">
        <dgm:presLayoutVars>
          <dgm:chMax val="1"/>
          <dgm:chPref val="1"/>
        </dgm:presLayoutVars>
      </dgm:prSet>
      <dgm:spPr/>
    </dgm:pt>
    <dgm:pt modelId="{8843DE94-B61C-44DD-9E9C-0BF041349DA2}" type="pres">
      <dgm:prSet presAssocID="{B015433F-8BB9-4D58-8745-75376B070477}" presName="sibTrans" presStyleCnt="0"/>
      <dgm:spPr/>
    </dgm:pt>
    <dgm:pt modelId="{67B3F2C2-320A-4B45-8FCB-0775F9EA1F22}" type="pres">
      <dgm:prSet presAssocID="{4B1B5966-3597-4309-8496-5284C7CE3439}" presName="compNode" presStyleCnt="0"/>
      <dgm:spPr/>
    </dgm:pt>
    <dgm:pt modelId="{4784FEE8-E552-4F54-9F35-DB9A718FAEB2}" type="pres">
      <dgm:prSet presAssocID="{4B1B5966-3597-4309-8496-5284C7CE3439}" presName="iconBgRect" presStyleLbl="bgShp" presStyleIdx="1" presStyleCnt="4"/>
      <dgm:spPr/>
    </dgm:pt>
    <dgm:pt modelId="{66EC623F-3AA7-4577-A813-2D41F17804E6}" type="pres">
      <dgm:prSet presAssocID="{4B1B5966-3597-4309-8496-5284C7CE34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E64220-DAAF-475E-921B-FF8DACDFA2B4}" type="pres">
      <dgm:prSet presAssocID="{4B1B5966-3597-4309-8496-5284C7CE3439}" presName="spaceRect" presStyleCnt="0"/>
      <dgm:spPr/>
    </dgm:pt>
    <dgm:pt modelId="{7A502631-0B76-4309-9531-EB277B3F7AEF}" type="pres">
      <dgm:prSet presAssocID="{4B1B5966-3597-4309-8496-5284C7CE3439}" presName="textRect" presStyleLbl="revTx" presStyleIdx="1" presStyleCnt="4">
        <dgm:presLayoutVars>
          <dgm:chMax val="1"/>
          <dgm:chPref val="1"/>
        </dgm:presLayoutVars>
      </dgm:prSet>
      <dgm:spPr/>
    </dgm:pt>
    <dgm:pt modelId="{0E507806-B1E4-477C-A939-B48F9DA602E9}" type="pres">
      <dgm:prSet presAssocID="{B30CD490-A3F2-4F93-A419-C8BFC356F284}" presName="sibTrans" presStyleCnt="0"/>
      <dgm:spPr/>
    </dgm:pt>
    <dgm:pt modelId="{172407E2-8046-4C4F-B72E-CBC795EC9ACF}" type="pres">
      <dgm:prSet presAssocID="{344CB401-F398-4BA9-A94F-1DAA25D5DEDA}" presName="compNode" presStyleCnt="0"/>
      <dgm:spPr/>
    </dgm:pt>
    <dgm:pt modelId="{A691EA4F-1265-445A-B7FA-A9FE336DED9F}" type="pres">
      <dgm:prSet presAssocID="{344CB401-F398-4BA9-A94F-1DAA25D5DEDA}" presName="iconBgRect" presStyleLbl="bgShp" presStyleIdx="2" presStyleCnt="4"/>
      <dgm:spPr/>
    </dgm:pt>
    <dgm:pt modelId="{354A8D21-847D-429C-9550-BF7DCB4DE8F9}" type="pres">
      <dgm:prSet presAssocID="{344CB401-F398-4BA9-A94F-1DAA25D5DE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9FE957C-B80D-45A3-9750-0BD97C816377}" type="pres">
      <dgm:prSet presAssocID="{344CB401-F398-4BA9-A94F-1DAA25D5DEDA}" presName="spaceRect" presStyleCnt="0"/>
      <dgm:spPr/>
    </dgm:pt>
    <dgm:pt modelId="{251119EB-5889-4E18-AC5E-E46BA3412ACA}" type="pres">
      <dgm:prSet presAssocID="{344CB401-F398-4BA9-A94F-1DAA25D5DEDA}" presName="textRect" presStyleLbl="revTx" presStyleIdx="2" presStyleCnt="4">
        <dgm:presLayoutVars>
          <dgm:chMax val="1"/>
          <dgm:chPref val="1"/>
        </dgm:presLayoutVars>
      </dgm:prSet>
      <dgm:spPr/>
    </dgm:pt>
    <dgm:pt modelId="{0EB1504E-8229-44EA-9CBA-22369E043CA5}" type="pres">
      <dgm:prSet presAssocID="{AE4C497A-C912-4206-B0AA-7950631C8ED5}" presName="sibTrans" presStyleCnt="0"/>
      <dgm:spPr/>
    </dgm:pt>
    <dgm:pt modelId="{FD31C07D-98D0-4C29-935C-9E4411F3546F}" type="pres">
      <dgm:prSet presAssocID="{2CBE26A4-BCF4-4FEB-AFB3-6E7C765DBFDF}" presName="compNode" presStyleCnt="0"/>
      <dgm:spPr/>
    </dgm:pt>
    <dgm:pt modelId="{2B6DEF0C-F606-4ED6-87A5-75110A1B80C1}" type="pres">
      <dgm:prSet presAssocID="{2CBE26A4-BCF4-4FEB-AFB3-6E7C765DBFDF}" presName="iconBgRect" presStyleLbl="bgShp" presStyleIdx="3" presStyleCnt="4"/>
      <dgm:spPr/>
    </dgm:pt>
    <dgm:pt modelId="{50EBD0B5-E56A-48F4-9614-E461D16B9556}" type="pres">
      <dgm:prSet presAssocID="{2CBE26A4-BCF4-4FEB-AFB3-6E7C765DBF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51E8B54-9F35-40EA-B6EF-A9AC49E6D7E7}" type="pres">
      <dgm:prSet presAssocID="{2CBE26A4-BCF4-4FEB-AFB3-6E7C765DBFDF}" presName="spaceRect" presStyleCnt="0"/>
      <dgm:spPr/>
    </dgm:pt>
    <dgm:pt modelId="{0230D2CA-55DF-4F66-86A4-999F90527436}" type="pres">
      <dgm:prSet presAssocID="{2CBE26A4-BCF4-4FEB-AFB3-6E7C765DBFD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0DA5014-5212-428C-8840-39C6E1EDD22B}" type="presOf" srcId="{2CBE26A4-BCF4-4FEB-AFB3-6E7C765DBFDF}" destId="{0230D2CA-55DF-4F66-86A4-999F90527436}" srcOrd="0" destOrd="0" presId="urn:microsoft.com/office/officeart/2018/5/layout/IconCircleLabelList"/>
    <dgm:cxn modelId="{8F3A172B-9CB4-430B-9019-5C147BCEC956}" srcId="{AAF7388A-5E3C-4DED-85BA-6818EA7CD033}" destId="{344CB401-F398-4BA9-A94F-1DAA25D5DEDA}" srcOrd="2" destOrd="0" parTransId="{203AFFFB-040C-424A-89B9-1857554AA1D1}" sibTransId="{AE4C497A-C912-4206-B0AA-7950631C8ED5}"/>
    <dgm:cxn modelId="{DA0E832B-D81A-4A42-9E37-44A77004AAF5}" srcId="{AAF7388A-5E3C-4DED-85BA-6818EA7CD033}" destId="{4B1B5966-3597-4309-8496-5284C7CE3439}" srcOrd="1" destOrd="0" parTransId="{76485A9B-DE56-4C99-A01A-88DECD73B0E3}" sibTransId="{B30CD490-A3F2-4F93-A419-C8BFC356F284}"/>
    <dgm:cxn modelId="{31078E32-70C0-4860-B343-DDFFD7CB823D}" type="presOf" srcId="{344CB401-F398-4BA9-A94F-1DAA25D5DEDA}" destId="{251119EB-5889-4E18-AC5E-E46BA3412ACA}" srcOrd="0" destOrd="0" presId="urn:microsoft.com/office/officeart/2018/5/layout/IconCircleLabelList"/>
    <dgm:cxn modelId="{D1478035-C909-411F-8A09-B63317918E93}" type="presOf" srcId="{AAF7388A-5E3C-4DED-85BA-6818EA7CD033}" destId="{0ACE707F-BE9E-4C29-89C8-AC7E1DB62C5A}" srcOrd="0" destOrd="0" presId="urn:microsoft.com/office/officeart/2018/5/layout/IconCircleLabelList"/>
    <dgm:cxn modelId="{1897FC3B-7101-4660-BC70-50D139DD7ADF}" srcId="{AAF7388A-5E3C-4DED-85BA-6818EA7CD033}" destId="{704557EE-8C4E-4B0B-8AFB-77C55F75C1AB}" srcOrd="0" destOrd="0" parTransId="{02345E3F-D357-485D-9998-F0CBBC6D03B2}" sibTransId="{B015433F-8BB9-4D58-8745-75376B070477}"/>
    <dgm:cxn modelId="{78713E54-BD88-4E80-ABA4-2936DF093E6D}" type="presOf" srcId="{704557EE-8C4E-4B0B-8AFB-77C55F75C1AB}" destId="{66AE22AE-B31B-47D0-97E5-A05426307F5F}" srcOrd="0" destOrd="0" presId="urn:microsoft.com/office/officeart/2018/5/layout/IconCircleLabelList"/>
    <dgm:cxn modelId="{15C71992-60C0-4ECE-A225-2B6B2043CD98}" srcId="{AAF7388A-5E3C-4DED-85BA-6818EA7CD033}" destId="{2CBE26A4-BCF4-4FEB-AFB3-6E7C765DBFDF}" srcOrd="3" destOrd="0" parTransId="{57D4E522-63C2-4628-9A0E-49AAD30F794C}" sibTransId="{1CAE141E-10C2-4EC6-8962-ECEE48C4F4A7}"/>
    <dgm:cxn modelId="{9FF58EC0-8852-45D5-A601-00D6C938C219}" type="presOf" srcId="{4B1B5966-3597-4309-8496-5284C7CE3439}" destId="{7A502631-0B76-4309-9531-EB277B3F7AEF}" srcOrd="0" destOrd="0" presId="urn:microsoft.com/office/officeart/2018/5/layout/IconCircleLabelList"/>
    <dgm:cxn modelId="{33CFA993-50FF-4FAF-AFDF-D937D0DDF521}" type="presParOf" srcId="{0ACE707F-BE9E-4C29-89C8-AC7E1DB62C5A}" destId="{D9BB39C3-714D-4701-ABB9-410E8AF907C5}" srcOrd="0" destOrd="0" presId="urn:microsoft.com/office/officeart/2018/5/layout/IconCircleLabelList"/>
    <dgm:cxn modelId="{7F5A8B57-E301-4FF0-9318-624DF30D3C4D}" type="presParOf" srcId="{D9BB39C3-714D-4701-ABB9-410E8AF907C5}" destId="{D8B018CC-57C7-45C4-ABDD-7EB4324284A8}" srcOrd="0" destOrd="0" presId="urn:microsoft.com/office/officeart/2018/5/layout/IconCircleLabelList"/>
    <dgm:cxn modelId="{D39E382E-035D-49BB-952C-BA4DB7F19E3C}" type="presParOf" srcId="{D9BB39C3-714D-4701-ABB9-410E8AF907C5}" destId="{1806858C-D792-43BC-ABE5-2C47D134956F}" srcOrd="1" destOrd="0" presId="urn:microsoft.com/office/officeart/2018/5/layout/IconCircleLabelList"/>
    <dgm:cxn modelId="{C4FD2B2D-BF9F-4F81-9109-49023645E651}" type="presParOf" srcId="{D9BB39C3-714D-4701-ABB9-410E8AF907C5}" destId="{D8997234-917F-4927-8888-EFF7F202A88F}" srcOrd="2" destOrd="0" presId="urn:microsoft.com/office/officeart/2018/5/layout/IconCircleLabelList"/>
    <dgm:cxn modelId="{C7E39238-6325-4B29-9A13-C6A2CC817913}" type="presParOf" srcId="{D9BB39C3-714D-4701-ABB9-410E8AF907C5}" destId="{66AE22AE-B31B-47D0-97E5-A05426307F5F}" srcOrd="3" destOrd="0" presId="urn:microsoft.com/office/officeart/2018/5/layout/IconCircleLabelList"/>
    <dgm:cxn modelId="{AC8F3D09-5D51-4D74-974D-9A6D345E4981}" type="presParOf" srcId="{0ACE707F-BE9E-4C29-89C8-AC7E1DB62C5A}" destId="{8843DE94-B61C-44DD-9E9C-0BF041349DA2}" srcOrd="1" destOrd="0" presId="urn:microsoft.com/office/officeart/2018/5/layout/IconCircleLabelList"/>
    <dgm:cxn modelId="{BEB023DD-33A2-4CD4-BF23-0245D4AC259B}" type="presParOf" srcId="{0ACE707F-BE9E-4C29-89C8-AC7E1DB62C5A}" destId="{67B3F2C2-320A-4B45-8FCB-0775F9EA1F22}" srcOrd="2" destOrd="0" presId="urn:microsoft.com/office/officeart/2018/5/layout/IconCircleLabelList"/>
    <dgm:cxn modelId="{B24A319A-30E0-4A6F-B22C-4DB5FD15FD61}" type="presParOf" srcId="{67B3F2C2-320A-4B45-8FCB-0775F9EA1F22}" destId="{4784FEE8-E552-4F54-9F35-DB9A718FAEB2}" srcOrd="0" destOrd="0" presId="urn:microsoft.com/office/officeart/2018/5/layout/IconCircleLabelList"/>
    <dgm:cxn modelId="{DD72BF47-6323-427D-B7CD-4CF4FBDB8AE3}" type="presParOf" srcId="{67B3F2C2-320A-4B45-8FCB-0775F9EA1F22}" destId="{66EC623F-3AA7-4577-A813-2D41F17804E6}" srcOrd="1" destOrd="0" presId="urn:microsoft.com/office/officeart/2018/5/layout/IconCircleLabelList"/>
    <dgm:cxn modelId="{C7944B7B-867F-4CFB-B184-3A2366C068CD}" type="presParOf" srcId="{67B3F2C2-320A-4B45-8FCB-0775F9EA1F22}" destId="{DCE64220-DAAF-475E-921B-FF8DACDFA2B4}" srcOrd="2" destOrd="0" presId="urn:microsoft.com/office/officeart/2018/5/layout/IconCircleLabelList"/>
    <dgm:cxn modelId="{42AA9D3A-B761-4BB2-B756-E8721ACC9421}" type="presParOf" srcId="{67B3F2C2-320A-4B45-8FCB-0775F9EA1F22}" destId="{7A502631-0B76-4309-9531-EB277B3F7AEF}" srcOrd="3" destOrd="0" presId="urn:microsoft.com/office/officeart/2018/5/layout/IconCircleLabelList"/>
    <dgm:cxn modelId="{8F234320-DE9B-4E97-8451-86FE4B997937}" type="presParOf" srcId="{0ACE707F-BE9E-4C29-89C8-AC7E1DB62C5A}" destId="{0E507806-B1E4-477C-A939-B48F9DA602E9}" srcOrd="3" destOrd="0" presId="urn:microsoft.com/office/officeart/2018/5/layout/IconCircleLabelList"/>
    <dgm:cxn modelId="{7220E60C-478B-4E55-A324-41206B3F16F0}" type="presParOf" srcId="{0ACE707F-BE9E-4C29-89C8-AC7E1DB62C5A}" destId="{172407E2-8046-4C4F-B72E-CBC795EC9ACF}" srcOrd="4" destOrd="0" presId="urn:microsoft.com/office/officeart/2018/5/layout/IconCircleLabelList"/>
    <dgm:cxn modelId="{6D80D82A-B003-48A0-BADF-886B5E657E60}" type="presParOf" srcId="{172407E2-8046-4C4F-B72E-CBC795EC9ACF}" destId="{A691EA4F-1265-445A-B7FA-A9FE336DED9F}" srcOrd="0" destOrd="0" presId="urn:microsoft.com/office/officeart/2018/5/layout/IconCircleLabelList"/>
    <dgm:cxn modelId="{DF5DF766-2D3B-4268-9377-3B9D7DC62840}" type="presParOf" srcId="{172407E2-8046-4C4F-B72E-CBC795EC9ACF}" destId="{354A8D21-847D-429C-9550-BF7DCB4DE8F9}" srcOrd="1" destOrd="0" presId="urn:microsoft.com/office/officeart/2018/5/layout/IconCircleLabelList"/>
    <dgm:cxn modelId="{F289FC25-EB59-45F5-A8E8-EE61E37E039D}" type="presParOf" srcId="{172407E2-8046-4C4F-B72E-CBC795EC9ACF}" destId="{89FE957C-B80D-45A3-9750-0BD97C816377}" srcOrd="2" destOrd="0" presId="urn:microsoft.com/office/officeart/2018/5/layout/IconCircleLabelList"/>
    <dgm:cxn modelId="{693B7ECF-72F9-4BE6-8387-124FA881B6F1}" type="presParOf" srcId="{172407E2-8046-4C4F-B72E-CBC795EC9ACF}" destId="{251119EB-5889-4E18-AC5E-E46BA3412ACA}" srcOrd="3" destOrd="0" presId="urn:microsoft.com/office/officeart/2018/5/layout/IconCircleLabelList"/>
    <dgm:cxn modelId="{ED17DB25-EB63-4AA6-AF77-D4969DD09769}" type="presParOf" srcId="{0ACE707F-BE9E-4C29-89C8-AC7E1DB62C5A}" destId="{0EB1504E-8229-44EA-9CBA-22369E043CA5}" srcOrd="5" destOrd="0" presId="urn:microsoft.com/office/officeart/2018/5/layout/IconCircleLabelList"/>
    <dgm:cxn modelId="{77043DD5-FD3F-4EE2-8F5F-23001DBF61B4}" type="presParOf" srcId="{0ACE707F-BE9E-4C29-89C8-AC7E1DB62C5A}" destId="{FD31C07D-98D0-4C29-935C-9E4411F3546F}" srcOrd="6" destOrd="0" presId="urn:microsoft.com/office/officeart/2018/5/layout/IconCircleLabelList"/>
    <dgm:cxn modelId="{D07BBF03-8430-4C5D-9BC2-753CCD35F0B4}" type="presParOf" srcId="{FD31C07D-98D0-4C29-935C-9E4411F3546F}" destId="{2B6DEF0C-F606-4ED6-87A5-75110A1B80C1}" srcOrd="0" destOrd="0" presId="urn:microsoft.com/office/officeart/2018/5/layout/IconCircleLabelList"/>
    <dgm:cxn modelId="{E7EEC1D0-88A7-4EEE-8431-A8E8281B2E3E}" type="presParOf" srcId="{FD31C07D-98D0-4C29-935C-9E4411F3546F}" destId="{50EBD0B5-E56A-48F4-9614-E461D16B9556}" srcOrd="1" destOrd="0" presId="urn:microsoft.com/office/officeart/2018/5/layout/IconCircleLabelList"/>
    <dgm:cxn modelId="{C100934D-8C51-425F-B435-B4607B13F89D}" type="presParOf" srcId="{FD31C07D-98D0-4C29-935C-9E4411F3546F}" destId="{651E8B54-9F35-40EA-B6EF-A9AC49E6D7E7}" srcOrd="2" destOrd="0" presId="urn:microsoft.com/office/officeart/2018/5/layout/IconCircleLabelList"/>
    <dgm:cxn modelId="{CD3D7228-6551-4E0D-A573-791F92A80193}" type="presParOf" srcId="{FD31C07D-98D0-4C29-935C-9E4411F3546F}" destId="{0230D2CA-55DF-4F66-86A4-999F905274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B142BE-1DE3-49E8-861D-498FBB151908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733AEC-0854-4E75-A657-8E847CB508C2}">
      <dgm:prSet/>
      <dgm:spPr/>
      <dgm:t>
        <a:bodyPr/>
        <a:lstStyle/>
        <a:p>
          <a:r>
            <a:rPr lang="en-US" b="0" i="0" baseline="0" dirty="0" err="1"/>
            <a:t>RiskVis</a:t>
          </a:r>
          <a:endParaRPr lang="en-US" dirty="0"/>
        </a:p>
      </dgm:t>
    </dgm:pt>
    <dgm:pt modelId="{58DF6C25-1693-4ECB-A45A-F1E6D4580D86}" type="parTrans" cxnId="{02E6CC6A-DEF6-4D4C-8A9F-6C7E53E141A8}">
      <dgm:prSet/>
      <dgm:spPr/>
      <dgm:t>
        <a:bodyPr/>
        <a:lstStyle/>
        <a:p>
          <a:endParaRPr lang="en-US"/>
        </a:p>
      </dgm:t>
    </dgm:pt>
    <dgm:pt modelId="{3E6685A3-329C-4C27-A09F-14F975EFE429}" type="sibTrans" cxnId="{02E6CC6A-DEF6-4D4C-8A9F-6C7E53E141A8}">
      <dgm:prSet/>
      <dgm:spPr/>
      <dgm:t>
        <a:bodyPr/>
        <a:lstStyle/>
        <a:p>
          <a:endParaRPr lang="en-US"/>
        </a:p>
      </dgm:t>
    </dgm:pt>
    <dgm:pt modelId="{3B0E0F56-20F7-47B7-8632-6DAE09D1FA66}">
      <dgm:prSet/>
      <dgm:spPr/>
      <dgm:t>
        <a:bodyPr/>
        <a:lstStyle/>
        <a:p>
          <a:r>
            <a:rPr lang="en-US" b="0" i="0" baseline="0" dirty="0"/>
            <a:t>Generalized </a:t>
          </a:r>
          <a:r>
            <a:rPr lang="en-US" b="0" i="0" baseline="0" dirty="0" err="1"/>
            <a:t>Treemaps</a:t>
          </a:r>
          <a:endParaRPr lang="en-US" dirty="0"/>
        </a:p>
      </dgm:t>
    </dgm:pt>
    <dgm:pt modelId="{B5B681FC-B3B3-4C1C-B753-5F0CCF26ACCC}" type="parTrans" cxnId="{1FB2C8CA-9555-4380-A21F-CE439D073484}">
      <dgm:prSet/>
      <dgm:spPr/>
      <dgm:t>
        <a:bodyPr/>
        <a:lstStyle/>
        <a:p>
          <a:endParaRPr lang="en-US"/>
        </a:p>
      </dgm:t>
    </dgm:pt>
    <dgm:pt modelId="{044CA46B-3A3F-4B84-9E63-DA1D8B1622AA}" type="sibTrans" cxnId="{1FB2C8CA-9555-4380-A21F-CE439D073484}">
      <dgm:prSet/>
      <dgm:spPr/>
      <dgm:t>
        <a:bodyPr/>
        <a:lstStyle/>
        <a:p>
          <a:endParaRPr lang="en-US"/>
        </a:p>
      </dgm:t>
    </dgm:pt>
    <dgm:pt modelId="{0B06AE9F-6377-4DFD-B1B4-7B47BD3F8DE4}">
      <dgm:prSet/>
      <dgm:spPr/>
      <dgm:t>
        <a:bodyPr/>
        <a:lstStyle/>
        <a:p>
          <a:r>
            <a:rPr lang="en-US" b="0" i="0" baseline="0" dirty="0"/>
            <a:t>Calendar View Map</a:t>
          </a:r>
          <a:endParaRPr lang="en-US" dirty="0"/>
        </a:p>
      </dgm:t>
    </dgm:pt>
    <dgm:pt modelId="{65525363-DDFE-47A4-B9CC-7ACFC08993AE}" type="parTrans" cxnId="{1FDCF343-A0CE-41D3-851E-554B2587869A}">
      <dgm:prSet/>
      <dgm:spPr/>
      <dgm:t>
        <a:bodyPr/>
        <a:lstStyle/>
        <a:p>
          <a:endParaRPr lang="en-US"/>
        </a:p>
      </dgm:t>
    </dgm:pt>
    <dgm:pt modelId="{A89D36F5-04AA-4D4F-98CE-93ACF1FBD521}" type="sibTrans" cxnId="{1FDCF343-A0CE-41D3-851E-554B2587869A}">
      <dgm:prSet/>
      <dgm:spPr/>
      <dgm:t>
        <a:bodyPr/>
        <a:lstStyle/>
        <a:p>
          <a:endParaRPr lang="en-US"/>
        </a:p>
      </dgm:t>
    </dgm:pt>
    <dgm:pt modelId="{E56E1EE1-F3F9-4AF7-8BF0-965F2D4E6320}">
      <dgm:prSet/>
      <dgm:spPr/>
      <dgm:t>
        <a:bodyPr/>
        <a:lstStyle/>
        <a:p>
          <a:r>
            <a:rPr lang="en-US" b="0" i="0" baseline="0" dirty="0"/>
            <a:t>Disco</a:t>
          </a:r>
          <a:endParaRPr lang="en-US" dirty="0"/>
        </a:p>
      </dgm:t>
    </dgm:pt>
    <dgm:pt modelId="{5088DFA9-29A2-4E65-9EF2-939900FB252A}" type="parTrans" cxnId="{AA7595F8-092E-40DA-BABA-346F8088A6DE}">
      <dgm:prSet/>
      <dgm:spPr/>
      <dgm:t>
        <a:bodyPr/>
        <a:lstStyle/>
        <a:p>
          <a:endParaRPr lang="en-US"/>
        </a:p>
      </dgm:t>
    </dgm:pt>
    <dgm:pt modelId="{7C9E8F83-AC58-4EF9-B792-090D1BFF1108}" type="sibTrans" cxnId="{AA7595F8-092E-40DA-BABA-346F8088A6DE}">
      <dgm:prSet/>
      <dgm:spPr/>
      <dgm:t>
        <a:bodyPr/>
        <a:lstStyle/>
        <a:p>
          <a:endParaRPr lang="en-US"/>
        </a:p>
      </dgm:t>
    </dgm:pt>
    <dgm:pt modelId="{C852FC2B-0836-4E3B-A824-37ADE3C3FC98}">
      <dgm:prSet/>
      <dgm:spPr/>
      <dgm:t>
        <a:bodyPr/>
        <a:lstStyle/>
        <a:p>
          <a:r>
            <a:rPr lang="en-US" b="0" i="0" baseline="0" dirty="0" err="1"/>
            <a:t>Celonis</a:t>
          </a:r>
          <a:endParaRPr lang="en-US" dirty="0"/>
        </a:p>
      </dgm:t>
    </dgm:pt>
    <dgm:pt modelId="{6E832B2D-582F-4764-8F0A-E0B32314B8BB}" type="parTrans" cxnId="{0F1A3152-9B9A-4581-8BD2-F9AE6BFCFB56}">
      <dgm:prSet/>
      <dgm:spPr/>
      <dgm:t>
        <a:bodyPr/>
        <a:lstStyle/>
        <a:p>
          <a:endParaRPr lang="en-US"/>
        </a:p>
      </dgm:t>
    </dgm:pt>
    <dgm:pt modelId="{DA04A5F4-869C-472E-BF06-042C56B2B21A}" type="sibTrans" cxnId="{0F1A3152-9B9A-4581-8BD2-F9AE6BFCFB56}">
      <dgm:prSet/>
      <dgm:spPr/>
      <dgm:t>
        <a:bodyPr/>
        <a:lstStyle/>
        <a:p>
          <a:endParaRPr lang="en-US"/>
        </a:p>
      </dgm:t>
    </dgm:pt>
    <dgm:pt modelId="{43360957-CC10-4558-A654-1D8D8B9734D9}">
      <dgm:prSet/>
      <dgm:spPr/>
      <dgm:t>
        <a:bodyPr/>
        <a:lstStyle/>
        <a:p>
          <a:r>
            <a:rPr lang="en-US" b="0" i="0" baseline="0" dirty="0"/>
            <a:t>Web-based Interactive Visualization Prototype</a:t>
          </a:r>
          <a:endParaRPr lang="en-US" dirty="0"/>
        </a:p>
      </dgm:t>
    </dgm:pt>
    <dgm:pt modelId="{CA3EF7C8-E270-4F54-8437-E7CDF53DFE96}" type="parTrans" cxnId="{631F217E-E8DD-4AF1-8DB6-3616A3401123}">
      <dgm:prSet/>
      <dgm:spPr/>
      <dgm:t>
        <a:bodyPr/>
        <a:lstStyle/>
        <a:p>
          <a:endParaRPr lang="en-US"/>
        </a:p>
      </dgm:t>
    </dgm:pt>
    <dgm:pt modelId="{8CE20062-90D3-45F0-B8CD-2905A98A4000}" type="sibTrans" cxnId="{631F217E-E8DD-4AF1-8DB6-3616A3401123}">
      <dgm:prSet/>
      <dgm:spPr/>
      <dgm:t>
        <a:bodyPr/>
        <a:lstStyle/>
        <a:p>
          <a:endParaRPr lang="en-US"/>
        </a:p>
      </dgm:t>
    </dgm:pt>
    <dgm:pt modelId="{0B790BC1-C409-407C-923A-9AA5F0B12CEC}">
      <dgm:prSet/>
      <dgm:spPr/>
      <dgm:t>
        <a:bodyPr/>
        <a:lstStyle/>
        <a:p>
          <a:r>
            <a:rPr lang="en-US" b="0" i="0" baseline="0" dirty="0"/>
            <a:t>Graphical Model.</a:t>
          </a:r>
          <a:endParaRPr lang="en-US" dirty="0"/>
        </a:p>
      </dgm:t>
    </dgm:pt>
    <dgm:pt modelId="{7215BD32-EC98-4DA5-8CAB-00A06A4E6D94}" type="parTrans" cxnId="{A80267CB-75EC-4BF3-9D21-8C1B5B07FEB8}">
      <dgm:prSet/>
      <dgm:spPr/>
      <dgm:t>
        <a:bodyPr/>
        <a:lstStyle/>
        <a:p>
          <a:endParaRPr lang="en-US"/>
        </a:p>
      </dgm:t>
    </dgm:pt>
    <dgm:pt modelId="{BD1B3E46-782F-4456-84B3-5F442592F9F6}" type="sibTrans" cxnId="{A80267CB-75EC-4BF3-9D21-8C1B5B07FEB8}">
      <dgm:prSet/>
      <dgm:spPr/>
      <dgm:t>
        <a:bodyPr/>
        <a:lstStyle/>
        <a:p>
          <a:endParaRPr lang="en-US"/>
        </a:p>
      </dgm:t>
    </dgm:pt>
    <dgm:pt modelId="{23C0404B-E565-4691-A076-F8B18E39D1E7}" type="pres">
      <dgm:prSet presAssocID="{38B142BE-1DE3-49E8-861D-498FBB151908}" presName="diagram" presStyleCnt="0">
        <dgm:presLayoutVars>
          <dgm:dir/>
          <dgm:resizeHandles val="exact"/>
        </dgm:presLayoutVars>
      </dgm:prSet>
      <dgm:spPr/>
    </dgm:pt>
    <dgm:pt modelId="{15CCFBBB-ADF2-4C1D-9994-5932BE558E6A}" type="pres">
      <dgm:prSet presAssocID="{52733AEC-0854-4E75-A657-8E847CB508C2}" presName="node" presStyleLbl="node1" presStyleIdx="0" presStyleCnt="7">
        <dgm:presLayoutVars>
          <dgm:bulletEnabled val="1"/>
        </dgm:presLayoutVars>
      </dgm:prSet>
      <dgm:spPr/>
    </dgm:pt>
    <dgm:pt modelId="{E77CE67C-E8A0-4BCA-A2A1-8E6D04470CBD}" type="pres">
      <dgm:prSet presAssocID="{3E6685A3-329C-4C27-A09F-14F975EFE429}" presName="sibTrans" presStyleCnt="0"/>
      <dgm:spPr/>
    </dgm:pt>
    <dgm:pt modelId="{F2FEE003-7203-426E-B30F-1DFAC5D22278}" type="pres">
      <dgm:prSet presAssocID="{3B0E0F56-20F7-47B7-8632-6DAE09D1FA66}" presName="node" presStyleLbl="node1" presStyleIdx="1" presStyleCnt="7">
        <dgm:presLayoutVars>
          <dgm:bulletEnabled val="1"/>
        </dgm:presLayoutVars>
      </dgm:prSet>
      <dgm:spPr/>
    </dgm:pt>
    <dgm:pt modelId="{AC1AA705-69C2-4B86-91D4-22AAA278BDB0}" type="pres">
      <dgm:prSet presAssocID="{044CA46B-3A3F-4B84-9E63-DA1D8B1622AA}" presName="sibTrans" presStyleCnt="0"/>
      <dgm:spPr/>
    </dgm:pt>
    <dgm:pt modelId="{394F7683-3F69-47EB-9441-33EB9B7EB951}" type="pres">
      <dgm:prSet presAssocID="{0B06AE9F-6377-4DFD-B1B4-7B47BD3F8DE4}" presName="node" presStyleLbl="node1" presStyleIdx="2" presStyleCnt="7">
        <dgm:presLayoutVars>
          <dgm:bulletEnabled val="1"/>
        </dgm:presLayoutVars>
      </dgm:prSet>
      <dgm:spPr/>
    </dgm:pt>
    <dgm:pt modelId="{BC9F5F5C-8E3B-4F5B-8008-13CEB959B1C2}" type="pres">
      <dgm:prSet presAssocID="{A89D36F5-04AA-4D4F-98CE-93ACF1FBD521}" presName="sibTrans" presStyleCnt="0"/>
      <dgm:spPr/>
    </dgm:pt>
    <dgm:pt modelId="{290BDF79-B9A0-4224-ADBD-2D20AD47B5F8}" type="pres">
      <dgm:prSet presAssocID="{E56E1EE1-F3F9-4AF7-8BF0-965F2D4E6320}" presName="node" presStyleLbl="node1" presStyleIdx="3" presStyleCnt="7">
        <dgm:presLayoutVars>
          <dgm:bulletEnabled val="1"/>
        </dgm:presLayoutVars>
      </dgm:prSet>
      <dgm:spPr/>
    </dgm:pt>
    <dgm:pt modelId="{08E1F87C-BF2B-4636-82D4-B5993068D5C8}" type="pres">
      <dgm:prSet presAssocID="{7C9E8F83-AC58-4EF9-B792-090D1BFF1108}" presName="sibTrans" presStyleCnt="0"/>
      <dgm:spPr/>
    </dgm:pt>
    <dgm:pt modelId="{540C5277-CE9A-42E0-BB29-F1C21F5D769D}" type="pres">
      <dgm:prSet presAssocID="{C852FC2B-0836-4E3B-A824-37ADE3C3FC98}" presName="node" presStyleLbl="node1" presStyleIdx="4" presStyleCnt="7">
        <dgm:presLayoutVars>
          <dgm:bulletEnabled val="1"/>
        </dgm:presLayoutVars>
      </dgm:prSet>
      <dgm:spPr/>
    </dgm:pt>
    <dgm:pt modelId="{23F1E12C-E04B-453A-845B-5B2F6B99F05C}" type="pres">
      <dgm:prSet presAssocID="{DA04A5F4-869C-472E-BF06-042C56B2B21A}" presName="sibTrans" presStyleCnt="0"/>
      <dgm:spPr/>
    </dgm:pt>
    <dgm:pt modelId="{6C50C5E8-23FD-4EC7-95A9-E0DDBA53F56F}" type="pres">
      <dgm:prSet presAssocID="{43360957-CC10-4558-A654-1D8D8B9734D9}" presName="node" presStyleLbl="node1" presStyleIdx="5" presStyleCnt="7">
        <dgm:presLayoutVars>
          <dgm:bulletEnabled val="1"/>
        </dgm:presLayoutVars>
      </dgm:prSet>
      <dgm:spPr/>
    </dgm:pt>
    <dgm:pt modelId="{70061E10-E06A-49E0-8F7F-FE7DE43179F2}" type="pres">
      <dgm:prSet presAssocID="{8CE20062-90D3-45F0-B8CD-2905A98A4000}" presName="sibTrans" presStyleCnt="0"/>
      <dgm:spPr/>
    </dgm:pt>
    <dgm:pt modelId="{98BE30B5-07EC-4D96-A3B0-082B9CD1BC61}" type="pres">
      <dgm:prSet presAssocID="{0B790BC1-C409-407C-923A-9AA5F0B12CEC}" presName="node" presStyleLbl="node1" presStyleIdx="6" presStyleCnt="7">
        <dgm:presLayoutVars>
          <dgm:bulletEnabled val="1"/>
        </dgm:presLayoutVars>
      </dgm:prSet>
      <dgm:spPr/>
    </dgm:pt>
  </dgm:ptLst>
  <dgm:cxnLst>
    <dgm:cxn modelId="{80A05808-BCBD-409F-845D-DA1E655CB18D}" type="presOf" srcId="{3B0E0F56-20F7-47B7-8632-6DAE09D1FA66}" destId="{F2FEE003-7203-426E-B30F-1DFAC5D22278}" srcOrd="0" destOrd="0" presId="urn:microsoft.com/office/officeart/2005/8/layout/default"/>
    <dgm:cxn modelId="{513EC339-4F2B-4C53-8AD4-52DDC98D4914}" type="presOf" srcId="{E56E1EE1-F3F9-4AF7-8BF0-965F2D4E6320}" destId="{290BDF79-B9A0-4224-ADBD-2D20AD47B5F8}" srcOrd="0" destOrd="0" presId="urn:microsoft.com/office/officeart/2005/8/layout/default"/>
    <dgm:cxn modelId="{A404205D-84B5-4533-AC2A-A97A4F843F03}" type="presOf" srcId="{38B142BE-1DE3-49E8-861D-498FBB151908}" destId="{23C0404B-E565-4691-A076-F8B18E39D1E7}" srcOrd="0" destOrd="0" presId="urn:microsoft.com/office/officeart/2005/8/layout/default"/>
    <dgm:cxn modelId="{1FDCF343-A0CE-41D3-851E-554B2587869A}" srcId="{38B142BE-1DE3-49E8-861D-498FBB151908}" destId="{0B06AE9F-6377-4DFD-B1B4-7B47BD3F8DE4}" srcOrd="2" destOrd="0" parTransId="{65525363-DDFE-47A4-B9CC-7ACFC08993AE}" sibTransId="{A89D36F5-04AA-4D4F-98CE-93ACF1FBD521}"/>
    <dgm:cxn modelId="{E9036147-4E42-4F58-B059-1A9133BEDF62}" type="presOf" srcId="{0B790BC1-C409-407C-923A-9AA5F0B12CEC}" destId="{98BE30B5-07EC-4D96-A3B0-082B9CD1BC61}" srcOrd="0" destOrd="0" presId="urn:microsoft.com/office/officeart/2005/8/layout/default"/>
    <dgm:cxn modelId="{02E6CC6A-DEF6-4D4C-8A9F-6C7E53E141A8}" srcId="{38B142BE-1DE3-49E8-861D-498FBB151908}" destId="{52733AEC-0854-4E75-A657-8E847CB508C2}" srcOrd="0" destOrd="0" parTransId="{58DF6C25-1693-4ECB-A45A-F1E6D4580D86}" sibTransId="{3E6685A3-329C-4C27-A09F-14F975EFE429}"/>
    <dgm:cxn modelId="{89359A4E-FFB2-4518-ABAD-1155CDFAB588}" type="presOf" srcId="{0B06AE9F-6377-4DFD-B1B4-7B47BD3F8DE4}" destId="{394F7683-3F69-47EB-9441-33EB9B7EB951}" srcOrd="0" destOrd="0" presId="urn:microsoft.com/office/officeart/2005/8/layout/default"/>
    <dgm:cxn modelId="{0F1A3152-9B9A-4581-8BD2-F9AE6BFCFB56}" srcId="{38B142BE-1DE3-49E8-861D-498FBB151908}" destId="{C852FC2B-0836-4E3B-A824-37ADE3C3FC98}" srcOrd="4" destOrd="0" parTransId="{6E832B2D-582F-4764-8F0A-E0B32314B8BB}" sibTransId="{DA04A5F4-869C-472E-BF06-042C56B2B21A}"/>
    <dgm:cxn modelId="{D8E45772-871D-4199-8A38-A9C7E0940AE0}" type="presOf" srcId="{52733AEC-0854-4E75-A657-8E847CB508C2}" destId="{15CCFBBB-ADF2-4C1D-9994-5932BE558E6A}" srcOrd="0" destOrd="0" presId="urn:microsoft.com/office/officeart/2005/8/layout/default"/>
    <dgm:cxn modelId="{631F217E-E8DD-4AF1-8DB6-3616A3401123}" srcId="{38B142BE-1DE3-49E8-861D-498FBB151908}" destId="{43360957-CC10-4558-A654-1D8D8B9734D9}" srcOrd="5" destOrd="0" parTransId="{CA3EF7C8-E270-4F54-8437-E7CDF53DFE96}" sibTransId="{8CE20062-90D3-45F0-B8CD-2905A98A4000}"/>
    <dgm:cxn modelId="{3EC58CAA-A40F-4D89-A283-40422DC42CFE}" type="presOf" srcId="{43360957-CC10-4558-A654-1D8D8B9734D9}" destId="{6C50C5E8-23FD-4EC7-95A9-E0DDBA53F56F}" srcOrd="0" destOrd="0" presId="urn:microsoft.com/office/officeart/2005/8/layout/default"/>
    <dgm:cxn modelId="{1FB2C8CA-9555-4380-A21F-CE439D073484}" srcId="{38B142BE-1DE3-49E8-861D-498FBB151908}" destId="{3B0E0F56-20F7-47B7-8632-6DAE09D1FA66}" srcOrd="1" destOrd="0" parTransId="{B5B681FC-B3B3-4C1C-B753-5F0CCF26ACCC}" sibTransId="{044CA46B-3A3F-4B84-9E63-DA1D8B1622AA}"/>
    <dgm:cxn modelId="{A80267CB-75EC-4BF3-9D21-8C1B5B07FEB8}" srcId="{38B142BE-1DE3-49E8-861D-498FBB151908}" destId="{0B790BC1-C409-407C-923A-9AA5F0B12CEC}" srcOrd="6" destOrd="0" parTransId="{7215BD32-EC98-4DA5-8CAB-00A06A4E6D94}" sibTransId="{BD1B3E46-782F-4456-84B3-5F442592F9F6}"/>
    <dgm:cxn modelId="{570447E7-676E-44F1-BD06-E39795E85372}" type="presOf" srcId="{C852FC2B-0836-4E3B-A824-37ADE3C3FC98}" destId="{540C5277-CE9A-42E0-BB29-F1C21F5D769D}" srcOrd="0" destOrd="0" presId="urn:microsoft.com/office/officeart/2005/8/layout/default"/>
    <dgm:cxn modelId="{AA7595F8-092E-40DA-BABA-346F8088A6DE}" srcId="{38B142BE-1DE3-49E8-861D-498FBB151908}" destId="{E56E1EE1-F3F9-4AF7-8BF0-965F2D4E6320}" srcOrd="3" destOrd="0" parTransId="{5088DFA9-29A2-4E65-9EF2-939900FB252A}" sibTransId="{7C9E8F83-AC58-4EF9-B792-090D1BFF1108}"/>
    <dgm:cxn modelId="{680E9AE3-2691-442F-8FBB-74D62899CF20}" type="presParOf" srcId="{23C0404B-E565-4691-A076-F8B18E39D1E7}" destId="{15CCFBBB-ADF2-4C1D-9994-5932BE558E6A}" srcOrd="0" destOrd="0" presId="urn:microsoft.com/office/officeart/2005/8/layout/default"/>
    <dgm:cxn modelId="{4CCD0B59-6B5A-4F25-83B2-A167EF49F86E}" type="presParOf" srcId="{23C0404B-E565-4691-A076-F8B18E39D1E7}" destId="{E77CE67C-E8A0-4BCA-A2A1-8E6D04470CBD}" srcOrd="1" destOrd="0" presId="urn:microsoft.com/office/officeart/2005/8/layout/default"/>
    <dgm:cxn modelId="{EDE4EAA7-CE57-4FD6-9511-274D9C21D3A6}" type="presParOf" srcId="{23C0404B-E565-4691-A076-F8B18E39D1E7}" destId="{F2FEE003-7203-426E-B30F-1DFAC5D22278}" srcOrd="2" destOrd="0" presId="urn:microsoft.com/office/officeart/2005/8/layout/default"/>
    <dgm:cxn modelId="{094FDD57-D0AD-4C01-BCCB-7DE8E8E525E7}" type="presParOf" srcId="{23C0404B-E565-4691-A076-F8B18E39D1E7}" destId="{AC1AA705-69C2-4B86-91D4-22AAA278BDB0}" srcOrd="3" destOrd="0" presId="urn:microsoft.com/office/officeart/2005/8/layout/default"/>
    <dgm:cxn modelId="{1119A51C-C950-4038-BFBF-B80D8C6A8541}" type="presParOf" srcId="{23C0404B-E565-4691-A076-F8B18E39D1E7}" destId="{394F7683-3F69-47EB-9441-33EB9B7EB951}" srcOrd="4" destOrd="0" presId="urn:microsoft.com/office/officeart/2005/8/layout/default"/>
    <dgm:cxn modelId="{644AEBCD-5B06-47DC-87CE-5955BAAF15F9}" type="presParOf" srcId="{23C0404B-E565-4691-A076-F8B18E39D1E7}" destId="{BC9F5F5C-8E3B-4F5B-8008-13CEB959B1C2}" srcOrd="5" destOrd="0" presId="urn:microsoft.com/office/officeart/2005/8/layout/default"/>
    <dgm:cxn modelId="{2A6D4121-5933-4BE6-83A0-4B962146B36C}" type="presParOf" srcId="{23C0404B-E565-4691-A076-F8B18E39D1E7}" destId="{290BDF79-B9A0-4224-ADBD-2D20AD47B5F8}" srcOrd="6" destOrd="0" presId="urn:microsoft.com/office/officeart/2005/8/layout/default"/>
    <dgm:cxn modelId="{C3563334-4577-40B3-85D6-BCE73D199E30}" type="presParOf" srcId="{23C0404B-E565-4691-A076-F8B18E39D1E7}" destId="{08E1F87C-BF2B-4636-82D4-B5993068D5C8}" srcOrd="7" destOrd="0" presId="urn:microsoft.com/office/officeart/2005/8/layout/default"/>
    <dgm:cxn modelId="{13356735-3D18-4340-AC16-DDC16F7920E7}" type="presParOf" srcId="{23C0404B-E565-4691-A076-F8B18E39D1E7}" destId="{540C5277-CE9A-42E0-BB29-F1C21F5D769D}" srcOrd="8" destOrd="0" presId="urn:microsoft.com/office/officeart/2005/8/layout/default"/>
    <dgm:cxn modelId="{E95977A8-DA79-43B4-A4A5-BD0B2341C029}" type="presParOf" srcId="{23C0404B-E565-4691-A076-F8B18E39D1E7}" destId="{23F1E12C-E04B-453A-845B-5B2F6B99F05C}" srcOrd="9" destOrd="0" presId="urn:microsoft.com/office/officeart/2005/8/layout/default"/>
    <dgm:cxn modelId="{18D96192-7591-4160-947E-A11CDA033301}" type="presParOf" srcId="{23C0404B-E565-4691-A076-F8B18E39D1E7}" destId="{6C50C5E8-23FD-4EC7-95A9-E0DDBA53F56F}" srcOrd="10" destOrd="0" presId="urn:microsoft.com/office/officeart/2005/8/layout/default"/>
    <dgm:cxn modelId="{530A7974-F562-412D-984A-D8BCE07D6149}" type="presParOf" srcId="{23C0404B-E565-4691-A076-F8B18E39D1E7}" destId="{70061E10-E06A-49E0-8F7F-FE7DE43179F2}" srcOrd="11" destOrd="0" presId="urn:microsoft.com/office/officeart/2005/8/layout/default"/>
    <dgm:cxn modelId="{9C6E5A30-7992-4001-BFCE-4F58DEE243DC}" type="presParOf" srcId="{23C0404B-E565-4691-A076-F8B18E39D1E7}" destId="{98BE30B5-07EC-4D96-A3B0-082B9CD1BC6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8E74818-7B86-40C3-918B-39FA0427F0ED}" type="doc">
      <dgm:prSet loTypeId="urn:microsoft.com/office/officeart/2005/8/layout/v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80BE74D-9337-46D9-961D-81DF22E475EB}">
      <dgm:prSet phldrT="[Text]"/>
      <dgm:spPr/>
      <dgm:t>
        <a:bodyPr/>
        <a:lstStyle/>
        <a:p>
          <a:r>
            <a:rPr lang="en-US" dirty="0"/>
            <a:t>Crafting the story</a:t>
          </a:r>
        </a:p>
      </dgm:t>
    </dgm:pt>
    <dgm:pt modelId="{09C29055-BD9D-42D1-9242-804C1BB53D3D}" type="parTrans" cxnId="{2B87E6FB-7581-46B8-8C38-62481040DCAC}">
      <dgm:prSet/>
      <dgm:spPr/>
      <dgm:t>
        <a:bodyPr/>
        <a:lstStyle/>
        <a:p>
          <a:endParaRPr lang="en-US"/>
        </a:p>
      </dgm:t>
    </dgm:pt>
    <dgm:pt modelId="{933B495A-702C-40BA-AF49-986AEE75076B}" type="sibTrans" cxnId="{2B87E6FB-7581-46B8-8C38-62481040DCAC}">
      <dgm:prSet/>
      <dgm:spPr/>
      <dgm:t>
        <a:bodyPr/>
        <a:lstStyle/>
        <a:p>
          <a:endParaRPr lang="en-US"/>
        </a:p>
      </dgm:t>
    </dgm:pt>
    <dgm:pt modelId="{47CB30B5-8981-422D-B928-23F90C7715A8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architecture</a:t>
          </a:r>
          <a:r>
            <a:rPr lang="en-US" dirty="0"/>
            <a:t> and </a:t>
          </a:r>
          <a:r>
            <a:rPr lang="en-US" b="1" dirty="0"/>
            <a:t>blueprint</a:t>
          </a:r>
        </a:p>
      </dgm:t>
    </dgm:pt>
    <dgm:pt modelId="{D4C36D94-FEE0-4E63-AB07-D25F415EAB9A}" type="parTrans" cxnId="{7EA46E1D-3B6A-464C-B4BE-66FACA2FA271}">
      <dgm:prSet/>
      <dgm:spPr/>
      <dgm:t>
        <a:bodyPr/>
        <a:lstStyle/>
        <a:p>
          <a:endParaRPr lang="en-US"/>
        </a:p>
      </dgm:t>
    </dgm:pt>
    <dgm:pt modelId="{A95DE522-7E0C-4E2E-881B-9927D1CEC5F1}" type="sibTrans" cxnId="{7EA46E1D-3B6A-464C-B4BE-66FACA2FA271}">
      <dgm:prSet/>
      <dgm:spPr/>
      <dgm:t>
        <a:bodyPr/>
        <a:lstStyle/>
        <a:p>
          <a:endParaRPr lang="en-US"/>
        </a:p>
      </dgm:t>
    </dgm:pt>
    <dgm:pt modelId="{644093D7-6EF8-4F4E-991A-24F66337C027}">
      <dgm:prSet phldrT="[Text]"/>
      <dgm:spPr/>
      <dgm:t>
        <a:bodyPr anchor="ctr"/>
        <a:lstStyle/>
        <a:p>
          <a:r>
            <a:rPr lang="en-US"/>
            <a:t>Creating a </a:t>
          </a:r>
          <a:r>
            <a:rPr lang="en-US" b="1"/>
            <a:t>functional structure </a:t>
          </a:r>
          <a:r>
            <a:rPr lang="en-US"/>
            <a:t>that meets the audience's needs.</a:t>
          </a:r>
          <a:endParaRPr lang="en-US" dirty="0"/>
        </a:p>
      </dgm:t>
    </dgm:pt>
    <dgm:pt modelId="{D8328183-C0DB-441E-A1B4-44CAE7297D5A}" type="parTrans" cxnId="{9BAADEE5-EE84-42FB-B63D-3CE7B704DAAF}">
      <dgm:prSet/>
      <dgm:spPr/>
      <dgm:t>
        <a:bodyPr/>
        <a:lstStyle/>
        <a:p>
          <a:endParaRPr lang="en-US"/>
        </a:p>
      </dgm:t>
    </dgm:pt>
    <dgm:pt modelId="{83FAAECF-8ADF-4104-86F5-8AE2374C8863}" type="sibTrans" cxnId="{9BAADEE5-EE84-42FB-B63D-3CE7B704DAAF}">
      <dgm:prSet/>
      <dgm:spPr/>
      <dgm:t>
        <a:bodyPr/>
        <a:lstStyle/>
        <a:p>
          <a:endParaRPr lang="en-US"/>
        </a:p>
      </dgm:t>
    </dgm:pt>
    <dgm:pt modelId="{BC2FF1AC-11C4-49BD-B619-980DC2E8FC5C}">
      <dgm:prSet phldrT="[Text]"/>
      <dgm:spPr/>
      <dgm:t>
        <a:bodyPr/>
        <a:lstStyle/>
        <a:p>
          <a:r>
            <a:rPr lang="en-US" dirty="0"/>
            <a:t>Articulating the story</a:t>
          </a:r>
        </a:p>
      </dgm:t>
    </dgm:pt>
    <dgm:pt modelId="{C1D2125E-7C48-4313-9C70-499449905A4D}" type="parTrans" cxnId="{AC039D6A-3D55-4C06-8D7B-241A7F9624D2}">
      <dgm:prSet/>
      <dgm:spPr/>
      <dgm:t>
        <a:bodyPr/>
        <a:lstStyle/>
        <a:p>
          <a:endParaRPr lang="en-US"/>
        </a:p>
      </dgm:t>
    </dgm:pt>
    <dgm:pt modelId="{A18087B2-2D69-47DC-AF93-7CB2BCE47C87}" type="sibTrans" cxnId="{AC039D6A-3D55-4C06-8D7B-241A7F9624D2}">
      <dgm:prSet/>
      <dgm:spPr/>
      <dgm:t>
        <a:bodyPr/>
        <a:lstStyle/>
        <a:p>
          <a:endParaRPr lang="en-US"/>
        </a:p>
      </dgm:t>
    </dgm:pt>
    <dgm:pt modelId="{6DD41799-CF36-4DAB-82C6-950FE327F25A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construction</a:t>
          </a:r>
          <a:r>
            <a:rPr lang="en-US" dirty="0"/>
            <a:t> and </a:t>
          </a:r>
          <a:r>
            <a:rPr lang="en-US" b="1" dirty="0"/>
            <a:t>interior design</a:t>
          </a:r>
        </a:p>
      </dgm:t>
    </dgm:pt>
    <dgm:pt modelId="{B112072C-8EB4-4516-A20E-606963975DA3}" type="parTrans" cxnId="{6423C70C-71CB-43B0-9865-4B5F465F1A6A}">
      <dgm:prSet/>
      <dgm:spPr/>
      <dgm:t>
        <a:bodyPr/>
        <a:lstStyle/>
        <a:p>
          <a:endParaRPr lang="en-US"/>
        </a:p>
      </dgm:t>
    </dgm:pt>
    <dgm:pt modelId="{E84BBDF3-D67F-4159-A6F6-EDB1D74D3009}" type="sibTrans" cxnId="{6423C70C-71CB-43B0-9865-4B5F465F1A6A}">
      <dgm:prSet/>
      <dgm:spPr/>
      <dgm:t>
        <a:bodyPr/>
        <a:lstStyle/>
        <a:p>
          <a:endParaRPr lang="en-US"/>
        </a:p>
      </dgm:t>
    </dgm:pt>
    <dgm:pt modelId="{5DF80EBD-FC42-40D3-82C0-23316F9F622F}">
      <dgm:prSet phldrT="[Text]"/>
      <dgm:spPr/>
      <dgm:t>
        <a:bodyPr anchor="ctr"/>
        <a:lstStyle/>
        <a:p>
          <a:r>
            <a:rPr lang="en-US"/>
            <a:t>Using the </a:t>
          </a:r>
          <a:r>
            <a:rPr lang="en-US" b="1"/>
            <a:t>right materials (visuals), a tidy look (decluttering), and clear signs (language) </a:t>
          </a:r>
          <a:r>
            <a:rPr lang="en-US"/>
            <a:t>will make the house comfortable and easy to navigate.</a:t>
          </a:r>
          <a:endParaRPr lang="en-US" dirty="0"/>
        </a:p>
      </dgm:t>
    </dgm:pt>
    <dgm:pt modelId="{2EFB2174-CC94-4A08-87E7-24E525CD06E3}" type="parTrans" cxnId="{FBD1DB65-0D63-4219-9458-4C9284B338C6}">
      <dgm:prSet/>
      <dgm:spPr/>
      <dgm:t>
        <a:bodyPr/>
        <a:lstStyle/>
        <a:p>
          <a:endParaRPr lang="en-US"/>
        </a:p>
      </dgm:t>
    </dgm:pt>
    <dgm:pt modelId="{5C07ECD5-5FA7-4E1E-A45C-70EB6DED9ACD}" type="sibTrans" cxnId="{FBD1DB65-0D63-4219-9458-4C9284B338C6}">
      <dgm:prSet/>
      <dgm:spPr/>
      <dgm:t>
        <a:bodyPr/>
        <a:lstStyle/>
        <a:p>
          <a:endParaRPr lang="en-US"/>
        </a:p>
      </dgm:t>
    </dgm:pt>
    <dgm:pt modelId="{D3735B41-3903-4CD1-8BEB-2EE9FF156E91}" type="pres">
      <dgm:prSet presAssocID="{58E74818-7B86-40C3-918B-39FA0427F0ED}" presName="Name0" presStyleCnt="0">
        <dgm:presLayoutVars>
          <dgm:dir/>
          <dgm:animLvl val="lvl"/>
          <dgm:resizeHandles/>
        </dgm:presLayoutVars>
      </dgm:prSet>
      <dgm:spPr/>
    </dgm:pt>
    <dgm:pt modelId="{21D9F0FA-BB7F-42B9-866F-0A8A5076ACF9}" type="pres">
      <dgm:prSet presAssocID="{580BE74D-9337-46D9-961D-81DF22E475EB}" presName="linNode" presStyleCnt="0"/>
      <dgm:spPr/>
    </dgm:pt>
    <dgm:pt modelId="{3F0A9160-A7DB-41B6-A71F-C516E4234F82}" type="pres">
      <dgm:prSet presAssocID="{580BE74D-9337-46D9-961D-81DF22E475EB}" presName="parentShp" presStyleLbl="node1" presStyleIdx="0" presStyleCnt="2" custScaleX="107084">
        <dgm:presLayoutVars>
          <dgm:bulletEnabled val="1"/>
        </dgm:presLayoutVars>
      </dgm:prSet>
      <dgm:spPr/>
    </dgm:pt>
    <dgm:pt modelId="{7954BFB6-15D9-4E68-A381-30FE437DD4BA}" type="pres">
      <dgm:prSet presAssocID="{580BE74D-9337-46D9-961D-81DF22E475EB}" presName="childShp" presStyleLbl="bgAccFollowNode1" presStyleIdx="0" presStyleCnt="2" custScaleX="234995">
        <dgm:presLayoutVars>
          <dgm:bulletEnabled val="1"/>
        </dgm:presLayoutVars>
      </dgm:prSet>
      <dgm:spPr/>
    </dgm:pt>
    <dgm:pt modelId="{2CF65132-D7C5-43B7-B7CF-3D79615D839C}" type="pres">
      <dgm:prSet presAssocID="{933B495A-702C-40BA-AF49-986AEE75076B}" presName="spacing" presStyleCnt="0"/>
      <dgm:spPr/>
    </dgm:pt>
    <dgm:pt modelId="{942202CF-5616-49E0-8009-0FF311BF26E2}" type="pres">
      <dgm:prSet presAssocID="{BC2FF1AC-11C4-49BD-B619-980DC2E8FC5C}" presName="linNode" presStyleCnt="0"/>
      <dgm:spPr/>
    </dgm:pt>
    <dgm:pt modelId="{971EC7AE-54F5-4EBF-A88E-71160CD38BDA}" type="pres">
      <dgm:prSet presAssocID="{BC2FF1AC-11C4-49BD-B619-980DC2E8FC5C}" presName="parentShp" presStyleLbl="node1" presStyleIdx="1" presStyleCnt="2" custScaleX="107084">
        <dgm:presLayoutVars>
          <dgm:bulletEnabled val="1"/>
        </dgm:presLayoutVars>
      </dgm:prSet>
      <dgm:spPr/>
    </dgm:pt>
    <dgm:pt modelId="{74927018-039A-4E59-BE7F-E5E233691328}" type="pres">
      <dgm:prSet presAssocID="{BC2FF1AC-11C4-49BD-B619-980DC2E8FC5C}" presName="childShp" presStyleLbl="bgAccFollowNode1" presStyleIdx="1" presStyleCnt="2" custScaleX="234995">
        <dgm:presLayoutVars>
          <dgm:bulletEnabled val="1"/>
        </dgm:presLayoutVars>
      </dgm:prSet>
      <dgm:spPr/>
    </dgm:pt>
  </dgm:ptLst>
  <dgm:cxnLst>
    <dgm:cxn modelId="{6423C70C-71CB-43B0-9865-4B5F465F1A6A}" srcId="{BC2FF1AC-11C4-49BD-B619-980DC2E8FC5C}" destId="{6DD41799-CF36-4DAB-82C6-950FE327F25A}" srcOrd="0" destOrd="0" parTransId="{B112072C-8EB4-4516-A20E-606963975DA3}" sibTransId="{E84BBDF3-D67F-4159-A6F6-EDB1D74D3009}"/>
    <dgm:cxn modelId="{C1077519-B6F4-4968-A75F-E2C24DF410B5}" type="presOf" srcId="{580BE74D-9337-46D9-961D-81DF22E475EB}" destId="{3F0A9160-A7DB-41B6-A71F-C516E4234F82}" srcOrd="0" destOrd="0" presId="urn:microsoft.com/office/officeart/2005/8/layout/vList6"/>
    <dgm:cxn modelId="{7EA46E1D-3B6A-464C-B4BE-66FACA2FA271}" srcId="{580BE74D-9337-46D9-961D-81DF22E475EB}" destId="{47CB30B5-8981-422D-B928-23F90C7715A8}" srcOrd="0" destOrd="0" parTransId="{D4C36D94-FEE0-4E63-AB07-D25F415EAB9A}" sibTransId="{A95DE522-7E0C-4E2E-881B-9927D1CEC5F1}"/>
    <dgm:cxn modelId="{D483AD3E-D93E-46F9-825F-638B1F757EFB}" type="presOf" srcId="{47CB30B5-8981-422D-B928-23F90C7715A8}" destId="{7954BFB6-15D9-4E68-A381-30FE437DD4BA}" srcOrd="0" destOrd="0" presId="urn:microsoft.com/office/officeart/2005/8/layout/vList6"/>
    <dgm:cxn modelId="{FBD1DB65-0D63-4219-9458-4C9284B338C6}" srcId="{BC2FF1AC-11C4-49BD-B619-980DC2E8FC5C}" destId="{5DF80EBD-FC42-40D3-82C0-23316F9F622F}" srcOrd="1" destOrd="0" parTransId="{2EFB2174-CC94-4A08-87E7-24E525CD06E3}" sibTransId="{5C07ECD5-5FA7-4E1E-A45C-70EB6DED9ACD}"/>
    <dgm:cxn modelId="{7E6E0866-9A61-4E82-B362-D4CC02EB56C1}" type="presOf" srcId="{644093D7-6EF8-4F4E-991A-24F66337C027}" destId="{7954BFB6-15D9-4E68-A381-30FE437DD4BA}" srcOrd="0" destOrd="1" presId="urn:microsoft.com/office/officeart/2005/8/layout/vList6"/>
    <dgm:cxn modelId="{CFA59047-9F48-4541-B651-732B40108AC0}" type="presOf" srcId="{6DD41799-CF36-4DAB-82C6-950FE327F25A}" destId="{74927018-039A-4E59-BE7F-E5E233691328}" srcOrd="0" destOrd="0" presId="urn:microsoft.com/office/officeart/2005/8/layout/vList6"/>
    <dgm:cxn modelId="{AC039D6A-3D55-4C06-8D7B-241A7F9624D2}" srcId="{58E74818-7B86-40C3-918B-39FA0427F0ED}" destId="{BC2FF1AC-11C4-49BD-B619-980DC2E8FC5C}" srcOrd="1" destOrd="0" parTransId="{C1D2125E-7C48-4313-9C70-499449905A4D}" sibTransId="{A18087B2-2D69-47DC-AF93-7CB2BCE47C87}"/>
    <dgm:cxn modelId="{9DFA7380-C01C-416A-A101-18E24C9DF68D}" type="presOf" srcId="{58E74818-7B86-40C3-918B-39FA0427F0ED}" destId="{D3735B41-3903-4CD1-8BEB-2EE9FF156E91}" srcOrd="0" destOrd="0" presId="urn:microsoft.com/office/officeart/2005/8/layout/vList6"/>
    <dgm:cxn modelId="{9BAADEE5-EE84-42FB-B63D-3CE7B704DAAF}" srcId="{580BE74D-9337-46D9-961D-81DF22E475EB}" destId="{644093D7-6EF8-4F4E-991A-24F66337C027}" srcOrd="1" destOrd="0" parTransId="{D8328183-C0DB-441E-A1B4-44CAE7297D5A}" sibTransId="{83FAAECF-8ADF-4104-86F5-8AE2374C8863}"/>
    <dgm:cxn modelId="{51D9C7E6-2FB2-4F19-9761-4B1575F98878}" type="presOf" srcId="{BC2FF1AC-11C4-49BD-B619-980DC2E8FC5C}" destId="{971EC7AE-54F5-4EBF-A88E-71160CD38BDA}" srcOrd="0" destOrd="0" presId="urn:microsoft.com/office/officeart/2005/8/layout/vList6"/>
    <dgm:cxn modelId="{8B5352F5-DDF3-4C74-BEAE-B8B019C4D5D9}" type="presOf" srcId="{5DF80EBD-FC42-40D3-82C0-23316F9F622F}" destId="{74927018-039A-4E59-BE7F-E5E233691328}" srcOrd="0" destOrd="1" presId="urn:microsoft.com/office/officeart/2005/8/layout/vList6"/>
    <dgm:cxn modelId="{2B87E6FB-7581-46B8-8C38-62481040DCAC}" srcId="{58E74818-7B86-40C3-918B-39FA0427F0ED}" destId="{580BE74D-9337-46D9-961D-81DF22E475EB}" srcOrd="0" destOrd="0" parTransId="{09C29055-BD9D-42D1-9242-804C1BB53D3D}" sibTransId="{933B495A-702C-40BA-AF49-986AEE75076B}"/>
    <dgm:cxn modelId="{C4D4FB14-838B-40D9-9366-B429884EC31A}" type="presParOf" srcId="{D3735B41-3903-4CD1-8BEB-2EE9FF156E91}" destId="{21D9F0FA-BB7F-42B9-866F-0A8A5076ACF9}" srcOrd="0" destOrd="0" presId="urn:microsoft.com/office/officeart/2005/8/layout/vList6"/>
    <dgm:cxn modelId="{F3128F28-1CA4-4CE4-BA65-6A3688AC3C67}" type="presParOf" srcId="{21D9F0FA-BB7F-42B9-866F-0A8A5076ACF9}" destId="{3F0A9160-A7DB-41B6-A71F-C516E4234F82}" srcOrd="0" destOrd="0" presId="urn:microsoft.com/office/officeart/2005/8/layout/vList6"/>
    <dgm:cxn modelId="{0DFDEBBE-5F88-4D5C-9A87-416F0A5B8D23}" type="presParOf" srcId="{21D9F0FA-BB7F-42B9-866F-0A8A5076ACF9}" destId="{7954BFB6-15D9-4E68-A381-30FE437DD4BA}" srcOrd="1" destOrd="0" presId="urn:microsoft.com/office/officeart/2005/8/layout/vList6"/>
    <dgm:cxn modelId="{F73E28CC-CB33-46E2-8113-72322EFEF5EB}" type="presParOf" srcId="{D3735B41-3903-4CD1-8BEB-2EE9FF156E91}" destId="{2CF65132-D7C5-43B7-B7CF-3D79615D839C}" srcOrd="1" destOrd="0" presId="urn:microsoft.com/office/officeart/2005/8/layout/vList6"/>
    <dgm:cxn modelId="{1D76A1EA-7131-46C7-A2EC-B60E23CD13A6}" type="presParOf" srcId="{D3735B41-3903-4CD1-8BEB-2EE9FF156E91}" destId="{942202CF-5616-49E0-8009-0FF311BF26E2}" srcOrd="2" destOrd="0" presId="urn:microsoft.com/office/officeart/2005/8/layout/vList6"/>
    <dgm:cxn modelId="{ECD61B8A-4C2A-40FF-A826-93BE2D5B3062}" type="presParOf" srcId="{942202CF-5616-49E0-8009-0FF311BF26E2}" destId="{971EC7AE-54F5-4EBF-A88E-71160CD38BDA}" srcOrd="0" destOrd="0" presId="urn:microsoft.com/office/officeart/2005/8/layout/vList6"/>
    <dgm:cxn modelId="{D20A9AD7-D224-4496-BD78-48B0F7A0154B}" type="presParOf" srcId="{942202CF-5616-49E0-8009-0FF311BF26E2}" destId="{74927018-039A-4E59-BE7F-E5E23369132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Audience &amp; Context (The Foundation)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The “Big Idea” (The Core Message)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The Narrative Arc (The Structure)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Conflict &amp; Stakes (The Hook)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Choosing the Right Visuals (The Vehicle)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Focusing Attention (The Spotlight)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Clear and Concise (The Script)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The Narrative Flow (The Guideposts)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DBEEE8C-F460-4EC6-948B-42F76DFC0B69}" type="doc">
      <dgm:prSet loTypeId="urn:diagrams.loki3.com/Bracket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E55FC4C-5634-411A-BA44-E1881393EDEF}">
      <dgm:prSet phldrT="[Text]"/>
      <dgm:spPr/>
      <dgm:t>
        <a:bodyPr/>
        <a:lstStyle/>
        <a:p>
          <a:r>
            <a:rPr lang="en-US" dirty="0"/>
            <a:t>Crafting the Compelling Story (50%)</a:t>
          </a:r>
        </a:p>
      </dgm:t>
    </dgm:pt>
    <dgm:pt modelId="{DBC89A29-5B07-42B8-B7E0-F748040ECCCF}" type="parTrans" cxnId="{FB688E3F-48DE-4E92-9113-9F910A1C6E36}">
      <dgm:prSet/>
      <dgm:spPr/>
      <dgm:t>
        <a:bodyPr/>
        <a:lstStyle/>
        <a:p>
          <a:endParaRPr lang="en-US"/>
        </a:p>
      </dgm:t>
    </dgm:pt>
    <dgm:pt modelId="{DB3BD554-8DE8-456E-857E-00974F4E86A8}" type="sibTrans" cxnId="{FB688E3F-48DE-4E92-9113-9F910A1C6E36}">
      <dgm:prSet/>
      <dgm:spPr/>
      <dgm:t>
        <a:bodyPr/>
        <a:lstStyle/>
        <a:p>
          <a:endParaRPr lang="en-US"/>
        </a:p>
      </dgm:t>
    </dgm:pt>
    <dgm:pt modelId="{AA72A656-C32B-4BC0-85ED-03603935A70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Depth and relevance of insights drawn from the data analysis</a:t>
          </a:r>
        </a:p>
      </dgm:t>
    </dgm:pt>
    <dgm:pt modelId="{39D79BB8-5D9E-43E1-BF6E-026867E09AAF}" type="parTrans" cxnId="{D2ACA50B-2B61-4893-937D-6DE42C60B3B8}">
      <dgm:prSet/>
      <dgm:spPr/>
      <dgm:t>
        <a:bodyPr/>
        <a:lstStyle/>
        <a:p>
          <a:endParaRPr lang="en-US"/>
        </a:p>
      </dgm:t>
    </dgm:pt>
    <dgm:pt modelId="{F72B3D69-5A02-4BF3-9745-7A9985DC855D}" type="sibTrans" cxnId="{D2ACA50B-2B61-4893-937D-6DE42C60B3B8}">
      <dgm:prSet/>
      <dgm:spPr/>
      <dgm:t>
        <a:bodyPr/>
        <a:lstStyle/>
        <a:p>
          <a:endParaRPr lang="en-US"/>
        </a:p>
      </dgm:t>
    </dgm:pt>
    <dgm:pt modelId="{485137B7-57A5-4A2D-BE93-B11D8422C2B3}">
      <dgm:prSet phldrT="[Text]"/>
      <dgm:spPr/>
      <dgm:t>
        <a:bodyPr/>
        <a:lstStyle/>
        <a:p>
          <a:r>
            <a:rPr lang="en-US" dirty="0"/>
            <a:t>Articulating the Compelling Story (50%)</a:t>
          </a:r>
        </a:p>
      </dgm:t>
    </dgm:pt>
    <dgm:pt modelId="{CC27110B-6BBC-4107-B2E4-B050AEBBF183}" type="parTrans" cxnId="{9BDF7E95-370C-409F-8BFF-85F4C6A81C63}">
      <dgm:prSet/>
      <dgm:spPr/>
      <dgm:t>
        <a:bodyPr/>
        <a:lstStyle/>
        <a:p>
          <a:endParaRPr lang="en-US"/>
        </a:p>
      </dgm:t>
    </dgm:pt>
    <dgm:pt modelId="{F86A5FD2-FA68-4E0D-B3DA-BAB273DD7995}" type="sibTrans" cxnId="{9BDF7E95-370C-409F-8BFF-85F4C6A81C63}">
      <dgm:prSet/>
      <dgm:spPr/>
      <dgm:t>
        <a:bodyPr/>
        <a:lstStyle/>
        <a:p>
          <a:endParaRPr lang="en-US"/>
        </a:p>
      </dgm:t>
    </dgm:pt>
    <dgm:pt modelId="{E140779B-5534-4D1F-A4BC-48C5A337E786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Clarity, coherence, and organization of the executive summary</a:t>
          </a:r>
        </a:p>
      </dgm:t>
    </dgm:pt>
    <dgm:pt modelId="{EABD9B38-D890-413F-90EF-39248C8A0F29}" type="parTrans" cxnId="{B40C7F0E-3F68-460C-9A59-A67FBBAE85D4}">
      <dgm:prSet/>
      <dgm:spPr/>
      <dgm:t>
        <a:bodyPr/>
        <a:lstStyle/>
        <a:p>
          <a:endParaRPr lang="en-US"/>
        </a:p>
      </dgm:t>
    </dgm:pt>
    <dgm:pt modelId="{7EA8082F-7993-4AD6-A692-D92E9D0980F3}" type="sibTrans" cxnId="{B40C7F0E-3F68-460C-9A59-A67FBBAE85D4}">
      <dgm:prSet/>
      <dgm:spPr/>
      <dgm:t>
        <a:bodyPr/>
        <a:lstStyle/>
        <a:p>
          <a:endParaRPr lang="en-US"/>
        </a:p>
      </dgm:t>
    </dgm:pt>
    <dgm:pt modelId="{86847064-EA1A-45BB-AFD7-56E23E2783E3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Effectiveness of recommendations for countering GenAI threats</a:t>
          </a:r>
        </a:p>
      </dgm:t>
    </dgm:pt>
    <dgm:pt modelId="{C4EAF8C5-1F6B-4210-A1FE-6239CBAB6CCF}" type="parTrans" cxnId="{95318B59-180E-48B4-B80F-0E5909415A6B}">
      <dgm:prSet/>
      <dgm:spPr/>
      <dgm:t>
        <a:bodyPr/>
        <a:lstStyle/>
        <a:p>
          <a:endParaRPr lang="en-US"/>
        </a:p>
      </dgm:t>
    </dgm:pt>
    <dgm:pt modelId="{70EE8977-FE33-4BA9-BB48-57A6961A4248}" type="sibTrans" cxnId="{95318B59-180E-48B4-B80F-0E5909415A6B}">
      <dgm:prSet/>
      <dgm:spPr/>
      <dgm:t>
        <a:bodyPr/>
        <a:lstStyle/>
        <a:p>
          <a:endParaRPr lang="en-US"/>
        </a:p>
      </dgm:t>
    </dgm:pt>
    <dgm:pt modelId="{2DBF707B-247D-4D1B-9CE5-8EDF19E60B2D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Originality and creativity of the approach</a:t>
          </a:r>
        </a:p>
      </dgm:t>
    </dgm:pt>
    <dgm:pt modelId="{AB6B28EA-DB23-4CC1-9C8B-B9E0477967B0}" type="parTrans" cxnId="{1515A8E1-3345-45E9-A473-54FC5D290A94}">
      <dgm:prSet/>
      <dgm:spPr/>
      <dgm:t>
        <a:bodyPr/>
        <a:lstStyle/>
        <a:p>
          <a:endParaRPr lang="en-US"/>
        </a:p>
      </dgm:t>
    </dgm:pt>
    <dgm:pt modelId="{47042F0B-3FF3-4729-A1EB-26843C4A5279}" type="sibTrans" cxnId="{1515A8E1-3345-45E9-A473-54FC5D290A94}">
      <dgm:prSet/>
      <dgm:spPr/>
      <dgm:t>
        <a:bodyPr/>
        <a:lstStyle/>
        <a:p>
          <a:endParaRPr lang="en-US"/>
        </a:p>
      </dgm:t>
    </dgm:pt>
    <dgm:pt modelId="{E299730D-3461-4A7D-8571-575EA259D66C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identify and leverage key relationships, trends and patterns in the data</a:t>
          </a:r>
        </a:p>
      </dgm:t>
    </dgm:pt>
    <dgm:pt modelId="{D7806ACF-2E09-4425-8C56-1AD747EF3EAB}" type="parTrans" cxnId="{BA1B2FF8-5134-4CB1-A47C-7D998AB49A96}">
      <dgm:prSet/>
      <dgm:spPr/>
      <dgm:t>
        <a:bodyPr/>
        <a:lstStyle/>
        <a:p>
          <a:endParaRPr lang="en-US"/>
        </a:p>
      </dgm:t>
    </dgm:pt>
    <dgm:pt modelId="{6834A353-C398-4B21-9192-3433D9218AFE}" type="sibTrans" cxnId="{BA1B2FF8-5134-4CB1-A47C-7D998AB49A96}">
      <dgm:prSet/>
      <dgm:spPr/>
      <dgm:t>
        <a:bodyPr/>
        <a:lstStyle/>
        <a:p>
          <a:endParaRPr lang="en-US"/>
        </a:p>
      </dgm:t>
    </dgm:pt>
    <dgm:pt modelId="{CEF2AF6E-5101-4181-BE77-2296F66B83F1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Use of effective visualizations to support findings and recommendations</a:t>
          </a:r>
        </a:p>
      </dgm:t>
    </dgm:pt>
    <dgm:pt modelId="{A8790C5A-7235-40A6-BCEF-E34748985B08}" type="parTrans" cxnId="{8BFAD232-61B0-47C3-BBB1-058B56B77A03}">
      <dgm:prSet/>
      <dgm:spPr/>
      <dgm:t>
        <a:bodyPr/>
        <a:lstStyle/>
        <a:p>
          <a:endParaRPr lang="en-US"/>
        </a:p>
      </dgm:t>
    </dgm:pt>
    <dgm:pt modelId="{93C38D59-F21E-4FDB-AD52-6B69ACFD6AFB}" type="sibTrans" cxnId="{8BFAD232-61B0-47C3-BBB1-058B56B77A03}">
      <dgm:prSet/>
      <dgm:spPr/>
      <dgm:t>
        <a:bodyPr/>
        <a:lstStyle/>
        <a:p>
          <a:endParaRPr lang="en-US"/>
        </a:p>
      </dgm:t>
    </dgm:pt>
    <dgm:pt modelId="{F55DAAD3-0C0E-45AD-AF7D-8EF24ABE8407}">
      <dgm:prSet phldrT="[Text]"/>
      <dgm:spPr/>
      <dgm:t>
        <a:bodyPr/>
        <a:lstStyle/>
        <a:p>
          <a:pPr>
            <a:buFont typeface="Wingdings" panose="05000000000000000000" pitchFamily="2" charset="2"/>
            <a:buChar char="ü"/>
          </a:pPr>
          <a:r>
            <a:rPr lang="en-US" dirty="0"/>
            <a:t>Ability to communicate complex ideas and insights in a clear and concise manner</a:t>
          </a:r>
        </a:p>
      </dgm:t>
    </dgm:pt>
    <dgm:pt modelId="{5D88466D-4B78-4CFC-945B-53A9AA65D2DB}" type="parTrans" cxnId="{D6B1FF86-0296-4BA3-AFB8-C836C95FE3C5}">
      <dgm:prSet/>
      <dgm:spPr/>
      <dgm:t>
        <a:bodyPr/>
        <a:lstStyle/>
        <a:p>
          <a:endParaRPr lang="en-US"/>
        </a:p>
      </dgm:t>
    </dgm:pt>
    <dgm:pt modelId="{A27DFC4B-A2AD-4B19-AFC1-C6707E90CD51}" type="sibTrans" cxnId="{D6B1FF86-0296-4BA3-AFB8-C836C95FE3C5}">
      <dgm:prSet/>
      <dgm:spPr/>
      <dgm:t>
        <a:bodyPr/>
        <a:lstStyle/>
        <a:p>
          <a:endParaRPr lang="en-US"/>
        </a:p>
      </dgm:t>
    </dgm:pt>
    <dgm:pt modelId="{680EC471-FA92-4B00-93AA-1E1C9C4A82E6}" type="pres">
      <dgm:prSet presAssocID="{6DBEEE8C-F460-4EC6-948B-42F76DFC0B69}" presName="Name0" presStyleCnt="0">
        <dgm:presLayoutVars>
          <dgm:dir/>
          <dgm:animLvl val="lvl"/>
          <dgm:resizeHandles val="exact"/>
        </dgm:presLayoutVars>
      </dgm:prSet>
      <dgm:spPr/>
    </dgm:pt>
    <dgm:pt modelId="{941E8AB1-2C94-43E0-9C22-FDA17C0574C8}" type="pres">
      <dgm:prSet presAssocID="{8E55FC4C-5634-411A-BA44-E1881393EDEF}" presName="linNode" presStyleCnt="0"/>
      <dgm:spPr/>
    </dgm:pt>
    <dgm:pt modelId="{FBF6E5E8-E81E-4B60-805B-2FCCD741304C}" type="pres">
      <dgm:prSet presAssocID="{8E55FC4C-5634-411A-BA44-E1881393EDEF}" presName="parTx" presStyleLbl="revTx" presStyleIdx="0" presStyleCnt="2">
        <dgm:presLayoutVars>
          <dgm:chMax val="1"/>
          <dgm:bulletEnabled val="1"/>
        </dgm:presLayoutVars>
      </dgm:prSet>
      <dgm:spPr/>
    </dgm:pt>
    <dgm:pt modelId="{7ED151F3-7AE3-4BCE-A19C-9F0A5F9D9773}" type="pres">
      <dgm:prSet presAssocID="{8E55FC4C-5634-411A-BA44-E1881393EDEF}" presName="bracket" presStyleLbl="parChTrans1D1" presStyleIdx="0" presStyleCnt="2"/>
      <dgm:spPr/>
    </dgm:pt>
    <dgm:pt modelId="{E758D229-0FFF-444D-B80F-1916A491AA07}" type="pres">
      <dgm:prSet presAssocID="{8E55FC4C-5634-411A-BA44-E1881393EDEF}" presName="spH" presStyleCnt="0"/>
      <dgm:spPr/>
    </dgm:pt>
    <dgm:pt modelId="{C8CAE565-8C0C-4C27-ADFA-8AE07D3FAC4E}" type="pres">
      <dgm:prSet presAssocID="{8E55FC4C-5634-411A-BA44-E1881393EDEF}" presName="desTx" presStyleLbl="node1" presStyleIdx="0" presStyleCnt="2" custScaleX="131290">
        <dgm:presLayoutVars>
          <dgm:bulletEnabled val="1"/>
        </dgm:presLayoutVars>
      </dgm:prSet>
      <dgm:spPr/>
    </dgm:pt>
    <dgm:pt modelId="{35EB3566-33A7-4C92-9EC2-3C8364A7D1D3}" type="pres">
      <dgm:prSet presAssocID="{DB3BD554-8DE8-456E-857E-00974F4E86A8}" presName="spV" presStyleCnt="0"/>
      <dgm:spPr/>
    </dgm:pt>
    <dgm:pt modelId="{BE3BE316-EDDD-4F4B-8020-F4D96881509A}" type="pres">
      <dgm:prSet presAssocID="{485137B7-57A5-4A2D-BE93-B11D8422C2B3}" presName="linNode" presStyleCnt="0"/>
      <dgm:spPr/>
    </dgm:pt>
    <dgm:pt modelId="{05F093D8-3863-4634-8DAE-B74F8899AC2F}" type="pres">
      <dgm:prSet presAssocID="{485137B7-57A5-4A2D-BE93-B11D8422C2B3}" presName="parTx" presStyleLbl="revTx" presStyleIdx="1" presStyleCnt="2">
        <dgm:presLayoutVars>
          <dgm:chMax val="1"/>
          <dgm:bulletEnabled val="1"/>
        </dgm:presLayoutVars>
      </dgm:prSet>
      <dgm:spPr/>
    </dgm:pt>
    <dgm:pt modelId="{7BEF4F51-DD8D-470E-8568-A9E145D04396}" type="pres">
      <dgm:prSet presAssocID="{485137B7-57A5-4A2D-BE93-B11D8422C2B3}" presName="bracket" presStyleLbl="parChTrans1D1" presStyleIdx="1" presStyleCnt="2"/>
      <dgm:spPr/>
    </dgm:pt>
    <dgm:pt modelId="{C06FE857-84B1-480D-A779-77AE8E619587}" type="pres">
      <dgm:prSet presAssocID="{485137B7-57A5-4A2D-BE93-B11D8422C2B3}" presName="spH" presStyleCnt="0"/>
      <dgm:spPr/>
    </dgm:pt>
    <dgm:pt modelId="{F2A15066-A464-4434-BEE1-EE98D4AA2F69}" type="pres">
      <dgm:prSet presAssocID="{485137B7-57A5-4A2D-BE93-B11D8422C2B3}" presName="desTx" presStyleLbl="node1" presStyleIdx="1" presStyleCnt="2" custScaleX="131290">
        <dgm:presLayoutVars>
          <dgm:bulletEnabled val="1"/>
        </dgm:presLayoutVars>
      </dgm:prSet>
      <dgm:spPr/>
    </dgm:pt>
  </dgm:ptLst>
  <dgm:cxnLst>
    <dgm:cxn modelId="{08C87402-410E-4B41-B80C-8181D435C53D}" type="presOf" srcId="{8E55FC4C-5634-411A-BA44-E1881393EDEF}" destId="{FBF6E5E8-E81E-4B60-805B-2FCCD741304C}" srcOrd="0" destOrd="0" presId="urn:diagrams.loki3.com/BracketList"/>
    <dgm:cxn modelId="{D2ACA50B-2B61-4893-937D-6DE42C60B3B8}" srcId="{8E55FC4C-5634-411A-BA44-E1881393EDEF}" destId="{AA72A656-C32B-4BC0-85ED-03603935A70D}" srcOrd="0" destOrd="0" parTransId="{39D79BB8-5D9E-43E1-BF6E-026867E09AAF}" sibTransId="{F72B3D69-5A02-4BF3-9745-7A9985DC855D}"/>
    <dgm:cxn modelId="{B40C7F0E-3F68-460C-9A59-A67FBBAE85D4}" srcId="{485137B7-57A5-4A2D-BE93-B11D8422C2B3}" destId="{E140779B-5534-4D1F-A4BC-48C5A337E786}" srcOrd="0" destOrd="0" parTransId="{EABD9B38-D890-413F-90EF-39248C8A0F29}" sibTransId="{7EA8082F-7993-4AD6-A692-D92E9D0980F3}"/>
    <dgm:cxn modelId="{BDED1913-E754-4674-859A-1595E939B68C}" type="presOf" srcId="{6DBEEE8C-F460-4EC6-948B-42F76DFC0B69}" destId="{680EC471-FA92-4B00-93AA-1E1C9C4A82E6}" srcOrd="0" destOrd="0" presId="urn:diagrams.loki3.com/BracketList"/>
    <dgm:cxn modelId="{BF2F8414-DC28-4132-BEA5-1C80BC95E3A5}" type="presOf" srcId="{E140779B-5534-4D1F-A4BC-48C5A337E786}" destId="{F2A15066-A464-4434-BEE1-EE98D4AA2F69}" srcOrd="0" destOrd="0" presId="urn:diagrams.loki3.com/BracketList"/>
    <dgm:cxn modelId="{0AE5431B-9ACF-4E18-A1AF-E3DB1551EEDD}" type="presOf" srcId="{F55DAAD3-0C0E-45AD-AF7D-8EF24ABE8407}" destId="{F2A15066-A464-4434-BEE1-EE98D4AA2F69}" srcOrd="0" destOrd="2" presId="urn:diagrams.loki3.com/BracketList"/>
    <dgm:cxn modelId="{8BFAD232-61B0-47C3-BBB1-058B56B77A03}" srcId="{485137B7-57A5-4A2D-BE93-B11D8422C2B3}" destId="{CEF2AF6E-5101-4181-BE77-2296F66B83F1}" srcOrd="1" destOrd="0" parTransId="{A8790C5A-7235-40A6-BCEF-E34748985B08}" sibTransId="{93C38D59-F21E-4FDB-AD52-6B69ACFD6AFB}"/>
    <dgm:cxn modelId="{C46D653A-1855-4A8F-AE6A-F1BABC7A8F2B}" type="presOf" srcId="{485137B7-57A5-4A2D-BE93-B11D8422C2B3}" destId="{05F093D8-3863-4634-8DAE-B74F8899AC2F}" srcOrd="0" destOrd="0" presId="urn:diagrams.loki3.com/BracketList"/>
    <dgm:cxn modelId="{FB688E3F-48DE-4E92-9113-9F910A1C6E36}" srcId="{6DBEEE8C-F460-4EC6-948B-42F76DFC0B69}" destId="{8E55FC4C-5634-411A-BA44-E1881393EDEF}" srcOrd="0" destOrd="0" parTransId="{DBC89A29-5B07-42B8-B7E0-F748040ECCCF}" sibTransId="{DB3BD554-8DE8-456E-857E-00974F4E86A8}"/>
    <dgm:cxn modelId="{983FE741-21EA-43BC-9E0D-7AE961A0E09B}" type="presOf" srcId="{86847064-EA1A-45BB-AFD7-56E23E2783E3}" destId="{C8CAE565-8C0C-4C27-ADFA-8AE07D3FAC4E}" srcOrd="0" destOrd="1" presId="urn:diagrams.loki3.com/BracketList"/>
    <dgm:cxn modelId="{50130643-F0CA-4F9B-BA93-EC94FD95718B}" type="presOf" srcId="{AA72A656-C32B-4BC0-85ED-03603935A70D}" destId="{C8CAE565-8C0C-4C27-ADFA-8AE07D3FAC4E}" srcOrd="0" destOrd="0" presId="urn:diagrams.loki3.com/BracketList"/>
    <dgm:cxn modelId="{6623B36A-0FBA-4662-BD98-57148777FBBE}" type="presOf" srcId="{CEF2AF6E-5101-4181-BE77-2296F66B83F1}" destId="{F2A15066-A464-4434-BEE1-EE98D4AA2F69}" srcOrd="0" destOrd="1" presId="urn:diagrams.loki3.com/BracketList"/>
    <dgm:cxn modelId="{9CAE7B73-B455-4A21-9898-9745DACEFB92}" type="presOf" srcId="{E299730D-3461-4A7D-8571-575EA259D66C}" destId="{C8CAE565-8C0C-4C27-ADFA-8AE07D3FAC4E}" srcOrd="0" destOrd="3" presId="urn:diagrams.loki3.com/BracketList"/>
    <dgm:cxn modelId="{95318B59-180E-48B4-B80F-0E5909415A6B}" srcId="{8E55FC4C-5634-411A-BA44-E1881393EDEF}" destId="{86847064-EA1A-45BB-AFD7-56E23E2783E3}" srcOrd="1" destOrd="0" parTransId="{C4EAF8C5-1F6B-4210-A1FE-6239CBAB6CCF}" sibTransId="{70EE8977-FE33-4BA9-BB48-57A6961A4248}"/>
    <dgm:cxn modelId="{D6B1FF86-0296-4BA3-AFB8-C836C95FE3C5}" srcId="{485137B7-57A5-4A2D-BE93-B11D8422C2B3}" destId="{F55DAAD3-0C0E-45AD-AF7D-8EF24ABE8407}" srcOrd="2" destOrd="0" parTransId="{5D88466D-4B78-4CFC-945B-53A9AA65D2DB}" sibTransId="{A27DFC4B-A2AD-4B19-AFC1-C6707E90CD51}"/>
    <dgm:cxn modelId="{9BDF7E95-370C-409F-8BFF-85F4C6A81C63}" srcId="{6DBEEE8C-F460-4EC6-948B-42F76DFC0B69}" destId="{485137B7-57A5-4A2D-BE93-B11D8422C2B3}" srcOrd="1" destOrd="0" parTransId="{CC27110B-6BBC-4107-B2E4-B050AEBBF183}" sibTransId="{F86A5FD2-FA68-4E0D-B3DA-BAB273DD7995}"/>
    <dgm:cxn modelId="{5B1578DF-D1AD-428B-AF6A-61AC0A35479F}" type="presOf" srcId="{2DBF707B-247D-4D1B-9CE5-8EDF19E60B2D}" destId="{C8CAE565-8C0C-4C27-ADFA-8AE07D3FAC4E}" srcOrd="0" destOrd="2" presId="urn:diagrams.loki3.com/BracketList"/>
    <dgm:cxn modelId="{1515A8E1-3345-45E9-A473-54FC5D290A94}" srcId="{8E55FC4C-5634-411A-BA44-E1881393EDEF}" destId="{2DBF707B-247D-4D1B-9CE5-8EDF19E60B2D}" srcOrd="2" destOrd="0" parTransId="{AB6B28EA-DB23-4CC1-9C8B-B9E0477967B0}" sibTransId="{47042F0B-3FF3-4729-A1EB-26843C4A5279}"/>
    <dgm:cxn modelId="{BA1B2FF8-5134-4CB1-A47C-7D998AB49A96}" srcId="{8E55FC4C-5634-411A-BA44-E1881393EDEF}" destId="{E299730D-3461-4A7D-8571-575EA259D66C}" srcOrd="3" destOrd="0" parTransId="{D7806ACF-2E09-4425-8C56-1AD747EF3EAB}" sibTransId="{6834A353-C398-4B21-9192-3433D9218AFE}"/>
    <dgm:cxn modelId="{5FE74D68-B54C-49E8-89D1-6F6028D81729}" type="presParOf" srcId="{680EC471-FA92-4B00-93AA-1E1C9C4A82E6}" destId="{941E8AB1-2C94-43E0-9C22-FDA17C0574C8}" srcOrd="0" destOrd="0" presId="urn:diagrams.loki3.com/BracketList"/>
    <dgm:cxn modelId="{39ADB287-5A80-40FF-A049-E83A0FD2E07F}" type="presParOf" srcId="{941E8AB1-2C94-43E0-9C22-FDA17C0574C8}" destId="{FBF6E5E8-E81E-4B60-805B-2FCCD741304C}" srcOrd="0" destOrd="0" presId="urn:diagrams.loki3.com/BracketList"/>
    <dgm:cxn modelId="{E81EAA69-5732-4719-9B2C-72D74EF2D794}" type="presParOf" srcId="{941E8AB1-2C94-43E0-9C22-FDA17C0574C8}" destId="{7ED151F3-7AE3-4BCE-A19C-9F0A5F9D9773}" srcOrd="1" destOrd="0" presId="urn:diagrams.loki3.com/BracketList"/>
    <dgm:cxn modelId="{A2299E1A-DA76-4AC2-A70E-CAA7AF2D604A}" type="presParOf" srcId="{941E8AB1-2C94-43E0-9C22-FDA17C0574C8}" destId="{E758D229-0FFF-444D-B80F-1916A491AA07}" srcOrd="2" destOrd="0" presId="urn:diagrams.loki3.com/BracketList"/>
    <dgm:cxn modelId="{215E7D41-2B8B-461F-8B76-E2AC077E24D4}" type="presParOf" srcId="{941E8AB1-2C94-43E0-9C22-FDA17C0574C8}" destId="{C8CAE565-8C0C-4C27-ADFA-8AE07D3FAC4E}" srcOrd="3" destOrd="0" presId="urn:diagrams.loki3.com/BracketList"/>
    <dgm:cxn modelId="{3E984741-A58D-46AE-A744-FFF45B897DF9}" type="presParOf" srcId="{680EC471-FA92-4B00-93AA-1E1C9C4A82E6}" destId="{35EB3566-33A7-4C92-9EC2-3C8364A7D1D3}" srcOrd="1" destOrd="0" presId="urn:diagrams.loki3.com/BracketList"/>
    <dgm:cxn modelId="{A95C62DD-C4ED-4B8A-A5BE-E7EFFFE323E8}" type="presParOf" srcId="{680EC471-FA92-4B00-93AA-1E1C9C4A82E6}" destId="{BE3BE316-EDDD-4F4B-8020-F4D96881509A}" srcOrd="2" destOrd="0" presId="urn:diagrams.loki3.com/BracketList"/>
    <dgm:cxn modelId="{23E651E4-30FC-4395-A01F-7111B19E6D0D}" type="presParOf" srcId="{BE3BE316-EDDD-4F4B-8020-F4D96881509A}" destId="{05F093D8-3863-4634-8DAE-B74F8899AC2F}" srcOrd="0" destOrd="0" presId="urn:diagrams.loki3.com/BracketList"/>
    <dgm:cxn modelId="{3B8B8DC3-5E9A-4EDA-B721-502270B0045C}" type="presParOf" srcId="{BE3BE316-EDDD-4F4B-8020-F4D96881509A}" destId="{7BEF4F51-DD8D-470E-8568-A9E145D04396}" srcOrd="1" destOrd="0" presId="urn:diagrams.loki3.com/BracketList"/>
    <dgm:cxn modelId="{D2B487B1-D461-4129-B469-2CD2F6B2AA0E}" type="presParOf" srcId="{BE3BE316-EDDD-4F4B-8020-F4D96881509A}" destId="{C06FE857-84B1-480D-A779-77AE8E619587}" srcOrd="2" destOrd="0" presId="urn:diagrams.loki3.com/BracketList"/>
    <dgm:cxn modelId="{5867D710-BAE3-4881-BF03-5B01D9EA613D}" type="presParOf" srcId="{BE3BE316-EDDD-4F4B-8020-F4D96881509A}" destId="{F2A15066-A464-4434-BEE1-EE98D4AA2F69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F99F4-C810-42E7-B80C-CF5D1A2EEC9A}">
      <dsp:nvSpPr>
        <dsp:cNvPr id="0" name=""/>
        <dsp:cNvSpPr/>
      </dsp:nvSpPr>
      <dsp:spPr>
        <a:xfrm>
          <a:off x="3068" y="43492"/>
          <a:ext cx="2992040" cy="74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Relational</a:t>
          </a:r>
        </a:p>
      </dsp:txBody>
      <dsp:txXfrm>
        <a:off x="3068" y="43492"/>
        <a:ext cx="2992040" cy="748800"/>
      </dsp:txXfrm>
    </dsp:sp>
    <dsp:sp modelId="{13EBFFED-CE96-412E-B303-AB2830C00FE7}">
      <dsp:nvSpPr>
        <dsp:cNvPr id="0" name=""/>
        <dsp:cNvSpPr/>
      </dsp:nvSpPr>
      <dsp:spPr>
        <a:xfrm>
          <a:off x="3068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Correlations, relationships between variables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numerical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Scatter plots, heatmaps, network diagrams</a:t>
          </a:r>
        </a:p>
      </dsp:txBody>
      <dsp:txXfrm>
        <a:off x="3068" y="792292"/>
        <a:ext cx="2992040" cy="3853980"/>
      </dsp:txXfrm>
    </dsp:sp>
    <dsp:sp modelId="{B8A33D22-39BE-4DBF-956C-6D8F64EC2776}">
      <dsp:nvSpPr>
        <dsp:cNvPr id="0" name=""/>
        <dsp:cNvSpPr/>
      </dsp:nvSpPr>
      <dsp:spPr>
        <a:xfrm>
          <a:off x="3413995" y="43492"/>
          <a:ext cx="2992040" cy="748800"/>
        </a:xfrm>
        <a:prstGeom prst="rect">
          <a:avLst/>
        </a:prstGeom>
        <a:solidFill>
          <a:schemeClr val="accent5">
            <a:hueOff val="-1003581"/>
            <a:satOff val="-47805"/>
            <a:lumOff val="8529"/>
            <a:alphaOff val="0"/>
          </a:schemeClr>
        </a:solidFill>
        <a:ln w="12700" cap="flat" cmpd="sng" algn="ctr">
          <a:solidFill>
            <a:schemeClr val="accent5">
              <a:hueOff val="-1003581"/>
              <a:satOff val="-47805"/>
              <a:lumOff val="8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Distribution</a:t>
          </a:r>
        </a:p>
      </dsp:txBody>
      <dsp:txXfrm>
        <a:off x="3413995" y="43492"/>
        <a:ext cx="2992040" cy="748800"/>
      </dsp:txXfrm>
    </dsp:sp>
    <dsp:sp modelId="{4D1E8F82-48DE-4590-B72D-455CF46D666B}">
      <dsp:nvSpPr>
        <dsp:cNvPr id="0" name=""/>
        <dsp:cNvSpPr/>
      </dsp:nvSpPr>
      <dsp:spPr>
        <a:xfrm>
          <a:off x="3413995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689767"/>
            <a:satOff val="-27117"/>
            <a:lumOff val="-15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89767"/>
              <a:satOff val="-27117"/>
              <a:lumOff val="-1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Data shape, central tendency, outliers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Continuous or discrete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Histograms, box plots, density plots</a:t>
          </a:r>
        </a:p>
      </dsp:txBody>
      <dsp:txXfrm>
        <a:off x="3413995" y="792292"/>
        <a:ext cx="2992040" cy="3853980"/>
      </dsp:txXfrm>
    </dsp:sp>
    <dsp:sp modelId="{6F2A4FAE-E141-4688-83DC-4FE61D648BF7}">
      <dsp:nvSpPr>
        <dsp:cNvPr id="0" name=""/>
        <dsp:cNvSpPr/>
      </dsp:nvSpPr>
      <dsp:spPr>
        <a:xfrm>
          <a:off x="6824921" y="43492"/>
          <a:ext cx="2992040" cy="748800"/>
        </a:xfrm>
        <a:prstGeom prst="rect">
          <a:avLst/>
        </a:prstGeom>
        <a:solidFill>
          <a:schemeClr val="accent5">
            <a:hueOff val="-2007162"/>
            <a:satOff val="-95610"/>
            <a:lumOff val="17059"/>
            <a:alphaOff val="0"/>
          </a:schemeClr>
        </a:solidFill>
        <a:ln w="12700" cap="flat" cmpd="sng" algn="ctr">
          <a:solidFill>
            <a:schemeClr val="accent5">
              <a:hueOff val="-2007162"/>
              <a:satOff val="-95610"/>
              <a:lumOff val="1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Categorical</a:t>
          </a:r>
        </a:p>
      </dsp:txBody>
      <dsp:txXfrm>
        <a:off x="6824921" y="43492"/>
        <a:ext cx="2992040" cy="748800"/>
      </dsp:txXfrm>
    </dsp:sp>
    <dsp:sp modelId="{AFABA87F-4E9B-45AF-A9FA-D2582C470F4D}">
      <dsp:nvSpPr>
        <dsp:cNvPr id="0" name=""/>
        <dsp:cNvSpPr/>
      </dsp:nvSpPr>
      <dsp:spPr>
        <a:xfrm>
          <a:off x="6824921" y="792292"/>
          <a:ext cx="2992040" cy="3853980"/>
        </a:xfrm>
        <a:prstGeom prst="rect">
          <a:avLst/>
        </a:prstGeom>
        <a:solidFill>
          <a:schemeClr val="accent5">
            <a:tint val="40000"/>
            <a:alpha val="90000"/>
            <a:hueOff val="-1379535"/>
            <a:satOff val="-54235"/>
            <a:lumOff val="-30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379535"/>
              <a:satOff val="-54235"/>
              <a:lumOff val="-3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Comparing categories, proportions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Categorical or nominal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Bar charts, pie charts, violin plots, stacked bar charts</a:t>
          </a:r>
        </a:p>
      </dsp:txBody>
      <dsp:txXfrm>
        <a:off x="6824921" y="792292"/>
        <a:ext cx="2992040" cy="3853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E74A7-33CE-4C3A-B731-E68161F1E957}">
      <dsp:nvSpPr>
        <dsp:cNvPr id="0" name=""/>
        <dsp:cNvSpPr/>
      </dsp:nvSpPr>
      <dsp:spPr>
        <a:xfrm>
          <a:off x="0" y="0"/>
          <a:ext cx="11140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C1BFE-3EE5-4CBC-9A63-B7CC69021638}">
      <dsp:nvSpPr>
        <dsp:cNvPr id="0" name=""/>
        <dsp:cNvSpPr/>
      </dsp:nvSpPr>
      <dsp:spPr>
        <a:xfrm>
          <a:off x="0" y="2454"/>
          <a:ext cx="2228088" cy="1674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Collection</a:t>
          </a:r>
        </a:p>
      </dsp:txBody>
      <dsp:txXfrm>
        <a:off x="0" y="2454"/>
        <a:ext cx="2228088" cy="1674154"/>
      </dsp:txXfrm>
    </dsp:sp>
    <dsp:sp modelId="{8B4C4400-F4E7-47EC-A2B2-E994BCA0A3AC}">
      <dsp:nvSpPr>
        <dsp:cNvPr id="0" name=""/>
        <dsp:cNvSpPr/>
      </dsp:nvSpPr>
      <dsp:spPr>
        <a:xfrm>
          <a:off x="2395194" y="78478"/>
          <a:ext cx="8745245" cy="1520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People, process, organization, and ecosystem</a:t>
          </a:r>
        </a:p>
      </dsp:txBody>
      <dsp:txXfrm>
        <a:off x="2395194" y="78478"/>
        <a:ext cx="8745245" cy="1520472"/>
      </dsp:txXfrm>
    </dsp:sp>
    <dsp:sp modelId="{A57D2845-5503-4ED1-8C11-131F7CDAACE8}">
      <dsp:nvSpPr>
        <dsp:cNvPr id="0" name=""/>
        <dsp:cNvSpPr/>
      </dsp:nvSpPr>
      <dsp:spPr>
        <a:xfrm>
          <a:off x="2228087" y="1598950"/>
          <a:ext cx="89123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74F40-085F-45FB-87D9-BB4001163CDD}">
      <dsp:nvSpPr>
        <dsp:cNvPr id="0" name=""/>
        <dsp:cNvSpPr/>
      </dsp:nvSpPr>
      <dsp:spPr>
        <a:xfrm>
          <a:off x="0" y="1676609"/>
          <a:ext cx="11140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61FC0-650E-419F-AF43-CD2E87675A85}">
      <dsp:nvSpPr>
        <dsp:cNvPr id="0" name=""/>
        <dsp:cNvSpPr/>
      </dsp:nvSpPr>
      <dsp:spPr>
        <a:xfrm>
          <a:off x="0" y="1676609"/>
          <a:ext cx="2228088" cy="1674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Timing &amp; Frequency</a:t>
          </a:r>
        </a:p>
      </dsp:txBody>
      <dsp:txXfrm>
        <a:off x="0" y="1676609"/>
        <a:ext cx="2228088" cy="1674154"/>
      </dsp:txXfrm>
    </dsp:sp>
    <dsp:sp modelId="{11B8DD41-4C90-4DA9-BB98-1A8CF0D127F2}">
      <dsp:nvSpPr>
        <dsp:cNvPr id="0" name=""/>
        <dsp:cNvSpPr/>
      </dsp:nvSpPr>
      <dsp:spPr>
        <a:xfrm>
          <a:off x="2395194" y="1752632"/>
          <a:ext cx="8745245" cy="1520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Batch-level data vs. dynamically refreshed, real-time and streaming data</a:t>
          </a:r>
        </a:p>
      </dsp:txBody>
      <dsp:txXfrm>
        <a:off x="2395194" y="1752632"/>
        <a:ext cx="8745245" cy="1520472"/>
      </dsp:txXfrm>
    </dsp:sp>
    <dsp:sp modelId="{93146463-AF7F-4974-9293-3B79AB2ACBB3}">
      <dsp:nvSpPr>
        <dsp:cNvPr id="0" name=""/>
        <dsp:cNvSpPr/>
      </dsp:nvSpPr>
      <dsp:spPr>
        <a:xfrm>
          <a:off x="2228087" y="3273105"/>
          <a:ext cx="89123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D0558-11A6-41F1-9CE3-11B80BA3F4AE}">
      <dsp:nvSpPr>
        <dsp:cNvPr id="0" name=""/>
        <dsp:cNvSpPr/>
      </dsp:nvSpPr>
      <dsp:spPr>
        <a:xfrm>
          <a:off x="0" y="3350763"/>
          <a:ext cx="111404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8975-A8E1-48B1-B438-7F2D336323E6}">
      <dsp:nvSpPr>
        <dsp:cNvPr id="0" name=""/>
        <dsp:cNvSpPr/>
      </dsp:nvSpPr>
      <dsp:spPr>
        <a:xfrm>
          <a:off x="0" y="3350763"/>
          <a:ext cx="2228088" cy="1674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Type</a:t>
          </a:r>
        </a:p>
      </dsp:txBody>
      <dsp:txXfrm>
        <a:off x="0" y="3350763"/>
        <a:ext cx="2228088" cy="1674154"/>
      </dsp:txXfrm>
    </dsp:sp>
    <dsp:sp modelId="{A74BD9EB-DCCA-4E61-AB5E-66D74FB5FE5E}">
      <dsp:nvSpPr>
        <dsp:cNvPr id="0" name=""/>
        <dsp:cNvSpPr/>
      </dsp:nvSpPr>
      <dsp:spPr>
        <a:xfrm>
          <a:off x="2395194" y="3426787"/>
          <a:ext cx="8745245" cy="1520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Structured qualitative and quantitative data vs. unstructured data (text, audio, images, videos)</a:t>
          </a:r>
        </a:p>
      </dsp:txBody>
      <dsp:txXfrm>
        <a:off x="2395194" y="3426787"/>
        <a:ext cx="8745245" cy="1520472"/>
      </dsp:txXfrm>
    </dsp:sp>
    <dsp:sp modelId="{FB18B850-CBAD-45C6-AC90-FBDDDB374D2E}">
      <dsp:nvSpPr>
        <dsp:cNvPr id="0" name=""/>
        <dsp:cNvSpPr/>
      </dsp:nvSpPr>
      <dsp:spPr>
        <a:xfrm>
          <a:off x="2228087" y="4947259"/>
          <a:ext cx="89123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1D96E-C8FD-460B-97DA-E6256CCCC0F4}">
      <dsp:nvSpPr>
        <dsp:cNvPr id="0" name=""/>
        <dsp:cNvSpPr/>
      </dsp:nvSpPr>
      <dsp:spPr>
        <a:xfrm>
          <a:off x="0" y="2352"/>
          <a:ext cx="109841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5EE39-9583-4100-9725-39C1BE7AEBA6}">
      <dsp:nvSpPr>
        <dsp:cNvPr id="0" name=""/>
        <dsp:cNvSpPr/>
      </dsp:nvSpPr>
      <dsp:spPr>
        <a:xfrm>
          <a:off x="0" y="2352"/>
          <a:ext cx="2196835" cy="160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Files</a:t>
          </a:r>
        </a:p>
      </dsp:txBody>
      <dsp:txXfrm>
        <a:off x="0" y="2352"/>
        <a:ext cx="2196835" cy="1604525"/>
      </dsp:txXfrm>
    </dsp:sp>
    <dsp:sp modelId="{02043B2C-BBCD-4D23-9F1A-16C82574830A}">
      <dsp:nvSpPr>
        <dsp:cNvPr id="0" name=""/>
        <dsp:cNvSpPr/>
      </dsp:nvSpPr>
      <dsp:spPr>
        <a:xfrm>
          <a:off x="2361597" y="39645"/>
          <a:ext cx="8622577" cy="74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Static collection of data in files stored on disk or cloud storage</a:t>
          </a:r>
        </a:p>
      </dsp:txBody>
      <dsp:txXfrm>
        <a:off x="2361597" y="39645"/>
        <a:ext cx="8622577" cy="745853"/>
      </dsp:txXfrm>
    </dsp:sp>
    <dsp:sp modelId="{29C94EDA-5671-4D95-A304-7017F85E6F5D}">
      <dsp:nvSpPr>
        <dsp:cNvPr id="0" name=""/>
        <dsp:cNvSpPr/>
      </dsp:nvSpPr>
      <dsp:spPr>
        <a:xfrm>
          <a:off x="2196835" y="785499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17BB8-1F03-46E2-B4A2-267E3C51D1CD}">
      <dsp:nvSpPr>
        <dsp:cNvPr id="0" name=""/>
        <dsp:cNvSpPr/>
      </dsp:nvSpPr>
      <dsp:spPr>
        <a:xfrm>
          <a:off x="2361597" y="822791"/>
          <a:ext cx="8622577" cy="74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For example, documents (PDF, Word doc), spreadsheets (xlsx, csv), or data dumps of mixed formats (video, audio files)</a:t>
          </a:r>
        </a:p>
      </dsp:txBody>
      <dsp:txXfrm>
        <a:off x="2361597" y="822791"/>
        <a:ext cx="8622577" cy="745853"/>
      </dsp:txXfrm>
    </dsp:sp>
    <dsp:sp modelId="{7F8ED287-2964-4083-A589-1D6D92C4189C}">
      <dsp:nvSpPr>
        <dsp:cNvPr id="0" name=""/>
        <dsp:cNvSpPr/>
      </dsp:nvSpPr>
      <dsp:spPr>
        <a:xfrm>
          <a:off x="2196835" y="1568645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E7E86-15C1-451D-B4B6-07BCB5F9ED22}">
      <dsp:nvSpPr>
        <dsp:cNvPr id="0" name=""/>
        <dsp:cNvSpPr/>
      </dsp:nvSpPr>
      <dsp:spPr>
        <a:xfrm>
          <a:off x="0" y="1606878"/>
          <a:ext cx="109841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B6BFB-BBA7-4628-B091-BD9FAAFF9D8C}">
      <dsp:nvSpPr>
        <dsp:cNvPr id="0" name=""/>
        <dsp:cNvSpPr/>
      </dsp:nvSpPr>
      <dsp:spPr>
        <a:xfrm>
          <a:off x="0" y="1606878"/>
          <a:ext cx="2196835" cy="160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Batch Data</a:t>
          </a:r>
        </a:p>
      </dsp:txBody>
      <dsp:txXfrm>
        <a:off x="0" y="1606878"/>
        <a:ext cx="2196835" cy="1604525"/>
      </dsp:txXfrm>
    </dsp:sp>
    <dsp:sp modelId="{D934E105-F34D-497C-9A0C-3A6A3D44E2B8}">
      <dsp:nvSpPr>
        <dsp:cNvPr id="0" name=""/>
        <dsp:cNvSpPr/>
      </dsp:nvSpPr>
      <dsp:spPr>
        <a:xfrm>
          <a:off x="2361597" y="1631948"/>
          <a:ext cx="8622577" cy="501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processed in large quantities at regular intervals</a:t>
          </a:r>
        </a:p>
      </dsp:txBody>
      <dsp:txXfrm>
        <a:off x="2361597" y="1631948"/>
        <a:ext cx="8622577" cy="501414"/>
      </dsp:txXfrm>
    </dsp:sp>
    <dsp:sp modelId="{1085B132-D933-4F99-907C-1EEB10E99C45}">
      <dsp:nvSpPr>
        <dsp:cNvPr id="0" name=""/>
        <dsp:cNvSpPr/>
      </dsp:nvSpPr>
      <dsp:spPr>
        <a:xfrm>
          <a:off x="2196835" y="2133363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813C08-F516-4616-BCDC-5A3EC0E5096C}">
      <dsp:nvSpPr>
        <dsp:cNvPr id="0" name=""/>
        <dsp:cNvSpPr/>
      </dsp:nvSpPr>
      <dsp:spPr>
        <a:xfrm>
          <a:off x="2361597" y="2158433"/>
          <a:ext cx="8622577" cy="501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Typically stored and processed in bulk</a:t>
          </a:r>
        </a:p>
      </dsp:txBody>
      <dsp:txXfrm>
        <a:off x="2361597" y="2158433"/>
        <a:ext cx="8622577" cy="501414"/>
      </dsp:txXfrm>
    </dsp:sp>
    <dsp:sp modelId="{351F7363-2CC0-4DE4-B3CC-3C172176C95E}">
      <dsp:nvSpPr>
        <dsp:cNvPr id="0" name=""/>
        <dsp:cNvSpPr/>
      </dsp:nvSpPr>
      <dsp:spPr>
        <a:xfrm>
          <a:off x="2196835" y="2659848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71497-A5EF-4092-B04A-2C5D928705D4}">
      <dsp:nvSpPr>
        <dsp:cNvPr id="0" name=""/>
        <dsp:cNvSpPr/>
      </dsp:nvSpPr>
      <dsp:spPr>
        <a:xfrm>
          <a:off x="2361597" y="2684918"/>
          <a:ext cx="8622577" cy="501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For example, data stored in databases (relational, NoSQL)</a:t>
          </a:r>
        </a:p>
      </dsp:txBody>
      <dsp:txXfrm>
        <a:off x="2361597" y="2684918"/>
        <a:ext cx="8622577" cy="501414"/>
      </dsp:txXfrm>
    </dsp:sp>
    <dsp:sp modelId="{1FFC8341-FE0D-48BD-B31A-EEC9A92E7AF7}">
      <dsp:nvSpPr>
        <dsp:cNvPr id="0" name=""/>
        <dsp:cNvSpPr/>
      </dsp:nvSpPr>
      <dsp:spPr>
        <a:xfrm>
          <a:off x="2196835" y="3186333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3A648-3E24-49B4-AB97-2DEE19512574}">
      <dsp:nvSpPr>
        <dsp:cNvPr id="0" name=""/>
        <dsp:cNvSpPr/>
      </dsp:nvSpPr>
      <dsp:spPr>
        <a:xfrm>
          <a:off x="0" y="3211403"/>
          <a:ext cx="1098417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CD9C1-F4BC-431A-8CA0-F0EEDD27BACB}">
      <dsp:nvSpPr>
        <dsp:cNvPr id="0" name=""/>
        <dsp:cNvSpPr/>
      </dsp:nvSpPr>
      <dsp:spPr>
        <a:xfrm>
          <a:off x="0" y="3211403"/>
          <a:ext cx="2196835" cy="160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Streaming (Real-time)</a:t>
          </a:r>
        </a:p>
      </dsp:txBody>
      <dsp:txXfrm>
        <a:off x="0" y="3211403"/>
        <a:ext cx="2196835" cy="1604525"/>
      </dsp:txXfrm>
    </dsp:sp>
    <dsp:sp modelId="{83AFBC65-4EA5-4DE6-BC60-CAA505378178}">
      <dsp:nvSpPr>
        <dsp:cNvPr id="0" name=""/>
        <dsp:cNvSpPr/>
      </dsp:nvSpPr>
      <dsp:spPr>
        <a:xfrm>
          <a:off x="2361597" y="3248696"/>
          <a:ext cx="8622577" cy="74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Continuous flow of data generated real-time</a:t>
          </a:r>
        </a:p>
      </dsp:txBody>
      <dsp:txXfrm>
        <a:off x="2361597" y="3248696"/>
        <a:ext cx="8622577" cy="745853"/>
      </dsp:txXfrm>
    </dsp:sp>
    <dsp:sp modelId="{B054160C-3676-4466-86B5-30C853B176FF}">
      <dsp:nvSpPr>
        <dsp:cNvPr id="0" name=""/>
        <dsp:cNvSpPr/>
      </dsp:nvSpPr>
      <dsp:spPr>
        <a:xfrm>
          <a:off x="2196835" y="3994550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800AC-5FEF-42FF-90B2-5E7F70C8CBAC}">
      <dsp:nvSpPr>
        <dsp:cNvPr id="0" name=""/>
        <dsp:cNvSpPr/>
      </dsp:nvSpPr>
      <dsp:spPr>
        <a:xfrm>
          <a:off x="2361597" y="4031842"/>
          <a:ext cx="8622577" cy="745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For example, sources like sensors (IoT devices), social media, and real-time videos and logs</a:t>
          </a:r>
        </a:p>
      </dsp:txBody>
      <dsp:txXfrm>
        <a:off x="2361597" y="4031842"/>
        <a:ext cx="8622577" cy="745853"/>
      </dsp:txXfrm>
    </dsp:sp>
    <dsp:sp modelId="{86ECE4EE-F496-47F0-8F0E-1C4C36DD17F4}">
      <dsp:nvSpPr>
        <dsp:cNvPr id="0" name=""/>
        <dsp:cNvSpPr/>
      </dsp:nvSpPr>
      <dsp:spPr>
        <a:xfrm>
          <a:off x="2196835" y="4777696"/>
          <a:ext cx="878734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F3630-F74E-4E10-893A-E22430E9C07F}">
      <dsp:nvSpPr>
        <dsp:cNvPr id="0" name=""/>
        <dsp:cNvSpPr/>
      </dsp:nvSpPr>
      <dsp:spPr>
        <a:xfrm>
          <a:off x="814014" y="0"/>
          <a:ext cx="9225500" cy="475090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454A1-0FFC-4ABC-BA83-01003C4CAB91}">
      <dsp:nvSpPr>
        <dsp:cNvPr id="0" name=""/>
        <dsp:cNvSpPr/>
      </dsp:nvSpPr>
      <dsp:spPr>
        <a:xfrm>
          <a:off x="176292" y="735496"/>
          <a:ext cx="3206365" cy="32799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 of Gen AI in the visual design process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ML-based image processing &amp; text analytics approaches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Using unstructured data -&gt; visualize structure, sentiment, and abnormalities</a:t>
          </a:r>
        </a:p>
      </dsp:txBody>
      <dsp:txXfrm>
        <a:off x="332814" y="892018"/>
        <a:ext cx="2893321" cy="2966865"/>
      </dsp:txXfrm>
    </dsp:sp>
    <dsp:sp modelId="{688EE92E-57C2-43CE-863D-ECE97C1BD308}">
      <dsp:nvSpPr>
        <dsp:cNvPr id="0" name=""/>
        <dsp:cNvSpPr/>
      </dsp:nvSpPr>
      <dsp:spPr>
        <a:xfrm>
          <a:off x="3823582" y="735496"/>
          <a:ext cx="3206365" cy="3279909"/>
        </a:xfrm>
        <a:prstGeom prst="round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Integrating electronic medical records with data collected from wearable (like Fitbit or </a:t>
          </a:r>
          <a:r>
            <a:rPr lang="en-US" sz="2200" kern="1200" dirty="0" err="1"/>
            <a:t>AppleWatch</a:t>
          </a:r>
          <a:r>
            <a:rPr lang="en-US" sz="2200" kern="1200" dirty="0"/>
            <a:t>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Visualize health data to study disease progression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With data such as electrocardiogram</a:t>
          </a:r>
        </a:p>
      </dsp:txBody>
      <dsp:txXfrm>
        <a:off x="3980104" y="892018"/>
        <a:ext cx="2893321" cy="2966865"/>
      </dsp:txXfrm>
    </dsp:sp>
    <dsp:sp modelId="{88CE95CF-CA03-4D70-BCE0-BF3819B3C7F4}">
      <dsp:nvSpPr>
        <dsp:cNvPr id="0" name=""/>
        <dsp:cNvSpPr/>
      </dsp:nvSpPr>
      <dsp:spPr>
        <a:xfrm>
          <a:off x="7470872" y="735496"/>
          <a:ext cx="3206365" cy="3279909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Personalized and customized visualization and dashboard</a:t>
          </a:r>
        </a:p>
      </dsp:txBody>
      <dsp:txXfrm>
        <a:off x="7627394" y="892018"/>
        <a:ext cx="2893321" cy="29668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018CC-57C7-45C4-ABDD-7EB4324284A8}">
      <dsp:nvSpPr>
        <dsp:cNvPr id="0" name=""/>
        <dsp:cNvSpPr/>
      </dsp:nvSpPr>
      <dsp:spPr>
        <a:xfrm>
          <a:off x="688580" y="573185"/>
          <a:ext cx="1458918" cy="145891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06858C-D792-43BC-ABE5-2C47D134956F}">
      <dsp:nvSpPr>
        <dsp:cNvPr id="0" name=""/>
        <dsp:cNvSpPr/>
      </dsp:nvSpPr>
      <dsp:spPr>
        <a:xfrm>
          <a:off x="999497" y="884102"/>
          <a:ext cx="837084" cy="8370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E22AE-B31B-47D0-97E5-A05426307F5F}">
      <dsp:nvSpPr>
        <dsp:cNvPr id="0" name=""/>
        <dsp:cNvSpPr/>
      </dsp:nvSpPr>
      <dsp:spPr>
        <a:xfrm>
          <a:off x="222204" y="2486520"/>
          <a:ext cx="2391669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Supply chain visualization and risk management</a:t>
          </a:r>
        </a:p>
      </dsp:txBody>
      <dsp:txXfrm>
        <a:off x="222204" y="2486520"/>
        <a:ext cx="2391669" cy="1395000"/>
      </dsp:txXfrm>
    </dsp:sp>
    <dsp:sp modelId="{4784FEE8-E552-4F54-9F35-DB9A718FAEB2}">
      <dsp:nvSpPr>
        <dsp:cNvPr id="0" name=""/>
        <dsp:cNvSpPr/>
      </dsp:nvSpPr>
      <dsp:spPr>
        <a:xfrm>
          <a:off x="3498791" y="573185"/>
          <a:ext cx="1458918" cy="145891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C623F-3AA7-4577-A813-2D41F17804E6}">
      <dsp:nvSpPr>
        <dsp:cNvPr id="0" name=""/>
        <dsp:cNvSpPr/>
      </dsp:nvSpPr>
      <dsp:spPr>
        <a:xfrm>
          <a:off x="3809708" y="884102"/>
          <a:ext cx="837084" cy="8370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502631-0B76-4309-9531-EB277B3F7AEF}">
      <dsp:nvSpPr>
        <dsp:cNvPr id="0" name=""/>
        <dsp:cNvSpPr/>
      </dsp:nvSpPr>
      <dsp:spPr>
        <a:xfrm>
          <a:off x="3032416" y="2486520"/>
          <a:ext cx="2391669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Business process discovery and management</a:t>
          </a:r>
        </a:p>
      </dsp:txBody>
      <dsp:txXfrm>
        <a:off x="3032416" y="2486520"/>
        <a:ext cx="2391669" cy="1395000"/>
      </dsp:txXfrm>
    </dsp:sp>
    <dsp:sp modelId="{A691EA4F-1265-445A-B7FA-A9FE336DED9F}">
      <dsp:nvSpPr>
        <dsp:cNvPr id="0" name=""/>
        <dsp:cNvSpPr/>
      </dsp:nvSpPr>
      <dsp:spPr>
        <a:xfrm>
          <a:off x="6309003" y="573185"/>
          <a:ext cx="1458918" cy="145891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A8D21-847D-429C-9550-BF7DCB4DE8F9}">
      <dsp:nvSpPr>
        <dsp:cNvPr id="0" name=""/>
        <dsp:cNvSpPr/>
      </dsp:nvSpPr>
      <dsp:spPr>
        <a:xfrm>
          <a:off x="6619920" y="884102"/>
          <a:ext cx="837084" cy="8370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119EB-5889-4E18-AC5E-E46BA3412ACA}">
      <dsp:nvSpPr>
        <dsp:cNvPr id="0" name=""/>
        <dsp:cNvSpPr/>
      </dsp:nvSpPr>
      <dsp:spPr>
        <a:xfrm>
          <a:off x="5842628" y="2486520"/>
          <a:ext cx="2391669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Manufacturing data visualization</a:t>
          </a:r>
        </a:p>
      </dsp:txBody>
      <dsp:txXfrm>
        <a:off x="5842628" y="2486520"/>
        <a:ext cx="2391669" cy="1395000"/>
      </dsp:txXfrm>
    </dsp:sp>
    <dsp:sp modelId="{2B6DEF0C-F606-4ED6-87A5-75110A1B80C1}">
      <dsp:nvSpPr>
        <dsp:cNvPr id="0" name=""/>
        <dsp:cNvSpPr/>
      </dsp:nvSpPr>
      <dsp:spPr>
        <a:xfrm>
          <a:off x="9119215" y="573185"/>
          <a:ext cx="1458918" cy="1458918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BD0B5-E56A-48F4-9614-E461D16B9556}">
      <dsp:nvSpPr>
        <dsp:cNvPr id="0" name=""/>
        <dsp:cNvSpPr/>
      </dsp:nvSpPr>
      <dsp:spPr>
        <a:xfrm>
          <a:off x="9430132" y="884102"/>
          <a:ext cx="837084" cy="8370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0D2CA-55DF-4F66-86A4-999F90527436}">
      <dsp:nvSpPr>
        <dsp:cNvPr id="0" name=""/>
        <dsp:cNvSpPr/>
      </dsp:nvSpPr>
      <dsp:spPr>
        <a:xfrm>
          <a:off x="8652839" y="2486520"/>
          <a:ext cx="2391669" cy="139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Decision-making and data insights generation</a:t>
          </a:r>
        </a:p>
      </dsp:txBody>
      <dsp:txXfrm>
        <a:off x="8652839" y="2486520"/>
        <a:ext cx="2391669" cy="1395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CFBBB-ADF2-4C1D-9994-5932BE558E6A}">
      <dsp:nvSpPr>
        <dsp:cNvPr id="0" name=""/>
        <dsp:cNvSpPr/>
      </dsp:nvSpPr>
      <dsp:spPr>
        <a:xfrm>
          <a:off x="3271" y="578745"/>
          <a:ext cx="2595511" cy="155730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RiskVis</a:t>
          </a:r>
          <a:endParaRPr lang="en-US" sz="2600" kern="1200" dirty="0"/>
        </a:p>
      </dsp:txBody>
      <dsp:txXfrm>
        <a:off x="3271" y="578745"/>
        <a:ext cx="2595511" cy="1557306"/>
      </dsp:txXfrm>
    </dsp:sp>
    <dsp:sp modelId="{F2FEE003-7203-426E-B30F-1DFAC5D22278}">
      <dsp:nvSpPr>
        <dsp:cNvPr id="0" name=""/>
        <dsp:cNvSpPr/>
      </dsp:nvSpPr>
      <dsp:spPr>
        <a:xfrm>
          <a:off x="2858334" y="578745"/>
          <a:ext cx="2595511" cy="1557306"/>
        </a:xfrm>
        <a:prstGeom prst="rect">
          <a:avLst/>
        </a:prstGeom>
        <a:solidFill>
          <a:schemeClr val="accent2">
            <a:hueOff val="-1806773"/>
            <a:satOff val="5587"/>
            <a:lumOff val="6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Generalized </a:t>
          </a:r>
          <a:r>
            <a:rPr lang="en-US" sz="2600" b="0" i="0" kern="1200" baseline="0" dirty="0" err="1"/>
            <a:t>Treemaps</a:t>
          </a:r>
          <a:endParaRPr lang="en-US" sz="2600" kern="1200" dirty="0"/>
        </a:p>
      </dsp:txBody>
      <dsp:txXfrm>
        <a:off x="2858334" y="578745"/>
        <a:ext cx="2595511" cy="1557306"/>
      </dsp:txXfrm>
    </dsp:sp>
    <dsp:sp modelId="{394F7683-3F69-47EB-9441-33EB9B7EB951}">
      <dsp:nvSpPr>
        <dsp:cNvPr id="0" name=""/>
        <dsp:cNvSpPr/>
      </dsp:nvSpPr>
      <dsp:spPr>
        <a:xfrm>
          <a:off x="5713396" y="578745"/>
          <a:ext cx="2595511" cy="1557306"/>
        </a:xfrm>
        <a:prstGeom prst="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Calendar View Map</a:t>
          </a:r>
          <a:endParaRPr lang="en-US" sz="2600" kern="1200" dirty="0"/>
        </a:p>
      </dsp:txBody>
      <dsp:txXfrm>
        <a:off x="5713396" y="578745"/>
        <a:ext cx="2595511" cy="1557306"/>
      </dsp:txXfrm>
    </dsp:sp>
    <dsp:sp modelId="{290BDF79-B9A0-4224-ADBD-2D20AD47B5F8}">
      <dsp:nvSpPr>
        <dsp:cNvPr id="0" name=""/>
        <dsp:cNvSpPr/>
      </dsp:nvSpPr>
      <dsp:spPr>
        <a:xfrm>
          <a:off x="8568459" y="578745"/>
          <a:ext cx="2595511" cy="1557306"/>
        </a:xfrm>
        <a:prstGeom prst="rect">
          <a:avLst/>
        </a:prstGeom>
        <a:solidFill>
          <a:schemeClr val="accent2">
            <a:hueOff val="-5420318"/>
            <a:satOff val="16762"/>
            <a:lumOff val="2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Disco</a:t>
          </a:r>
          <a:endParaRPr lang="en-US" sz="2600" kern="1200" dirty="0"/>
        </a:p>
      </dsp:txBody>
      <dsp:txXfrm>
        <a:off x="8568459" y="578745"/>
        <a:ext cx="2595511" cy="1557306"/>
      </dsp:txXfrm>
    </dsp:sp>
    <dsp:sp modelId="{540C5277-CE9A-42E0-BB29-F1C21F5D769D}">
      <dsp:nvSpPr>
        <dsp:cNvPr id="0" name=""/>
        <dsp:cNvSpPr/>
      </dsp:nvSpPr>
      <dsp:spPr>
        <a:xfrm>
          <a:off x="1430802" y="2395603"/>
          <a:ext cx="2595511" cy="1557306"/>
        </a:xfrm>
        <a:prstGeom prst="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Celonis</a:t>
          </a:r>
          <a:endParaRPr lang="en-US" sz="2600" kern="1200" dirty="0"/>
        </a:p>
      </dsp:txBody>
      <dsp:txXfrm>
        <a:off x="1430802" y="2395603"/>
        <a:ext cx="2595511" cy="1557306"/>
      </dsp:txXfrm>
    </dsp:sp>
    <dsp:sp modelId="{6C50C5E8-23FD-4EC7-95A9-E0DDBA53F56F}">
      <dsp:nvSpPr>
        <dsp:cNvPr id="0" name=""/>
        <dsp:cNvSpPr/>
      </dsp:nvSpPr>
      <dsp:spPr>
        <a:xfrm>
          <a:off x="4285865" y="2395603"/>
          <a:ext cx="2595511" cy="1557306"/>
        </a:xfrm>
        <a:prstGeom prst="rect">
          <a:avLst/>
        </a:prstGeom>
        <a:solidFill>
          <a:schemeClr val="accent2">
            <a:hueOff val="-9033863"/>
            <a:satOff val="27937"/>
            <a:lumOff val="343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Web-based Interactive Visualization Prototype</a:t>
          </a:r>
          <a:endParaRPr lang="en-US" sz="2600" kern="1200" dirty="0"/>
        </a:p>
      </dsp:txBody>
      <dsp:txXfrm>
        <a:off x="4285865" y="2395603"/>
        <a:ext cx="2595511" cy="1557306"/>
      </dsp:txXfrm>
    </dsp:sp>
    <dsp:sp modelId="{98BE30B5-07EC-4D96-A3B0-082B9CD1BC61}">
      <dsp:nvSpPr>
        <dsp:cNvPr id="0" name=""/>
        <dsp:cNvSpPr/>
      </dsp:nvSpPr>
      <dsp:spPr>
        <a:xfrm>
          <a:off x="7140927" y="2395603"/>
          <a:ext cx="2595511" cy="1557306"/>
        </a:xfrm>
        <a:prstGeom prst="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Graphical Model.</a:t>
          </a:r>
          <a:endParaRPr lang="en-US" sz="2600" kern="1200" dirty="0"/>
        </a:p>
      </dsp:txBody>
      <dsp:txXfrm>
        <a:off x="7140927" y="2395603"/>
        <a:ext cx="2595511" cy="15573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4BFB6-15D9-4E68-A381-30FE437DD4BA}">
      <dsp:nvSpPr>
        <dsp:cNvPr id="0" name=""/>
        <dsp:cNvSpPr/>
      </dsp:nvSpPr>
      <dsp:spPr>
        <a:xfrm>
          <a:off x="1689723" y="560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architecture</a:t>
          </a:r>
          <a:r>
            <a:rPr lang="en-US" sz="2200" kern="1200" dirty="0"/>
            <a:t> and </a:t>
          </a:r>
          <a:r>
            <a:rPr lang="en-US" sz="2200" b="1" kern="1200" dirty="0"/>
            <a:t>blueprint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Creating a </a:t>
          </a:r>
          <a:r>
            <a:rPr lang="en-US" sz="2200" b="1" kern="1200"/>
            <a:t>functional structure </a:t>
          </a:r>
          <a:r>
            <a:rPr lang="en-US" sz="2200" kern="1200"/>
            <a:t>that meets the audience's needs.</a:t>
          </a:r>
          <a:endParaRPr lang="en-US" sz="2200" kern="1200" dirty="0"/>
        </a:p>
      </dsp:txBody>
      <dsp:txXfrm>
        <a:off x="1689723" y="274006"/>
        <a:ext cx="4741051" cy="1640673"/>
      </dsp:txXfrm>
    </dsp:sp>
    <dsp:sp modelId="{3F0A9160-A7DB-41B6-A71F-C516E4234F82}">
      <dsp:nvSpPr>
        <dsp:cNvPr id="0" name=""/>
        <dsp:cNvSpPr/>
      </dsp:nvSpPr>
      <dsp:spPr>
        <a:xfrm>
          <a:off x="225" y="560"/>
          <a:ext cx="1689498" cy="2187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Crafting the story</a:t>
          </a:r>
        </a:p>
      </dsp:txBody>
      <dsp:txXfrm>
        <a:off x="82699" y="83034"/>
        <a:ext cx="1524550" cy="2022617"/>
      </dsp:txXfrm>
    </dsp:sp>
    <dsp:sp modelId="{74927018-039A-4E59-BE7F-E5E233691328}">
      <dsp:nvSpPr>
        <dsp:cNvPr id="0" name=""/>
        <dsp:cNvSpPr/>
      </dsp:nvSpPr>
      <dsp:spPr>
        <a:xfrm>
          <a:off x="1689723" y="2406883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11274298"/>
            <a:satOff val="13066"/>
            <a:lumOff val="11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274298"/>
              <a:satOff val="13066"/>
              <a:lumOff val="11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construction</a:t>
          </a:r>
          <a:r>
            <a:rPr lang="en-US" sz="2200" kern="1200" dirty="0"/>
            <a:t> and </a:t>
          </a:r>
          <a:r>
            <a:rPr lang="en-US" sz="2200" b="1" kern="1200" dirty="0"/>
            <a:t>interior design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Using the </a:t>
          </a:r>
          <a:r>
            <a:rPr lang="en-US" sz="2200" b="1" kern="1200"/>
            <a:t>right materials (visuals), a tidy look (decluttering), and clear signs (language) </a:t>
          </a:r>
          <a:r>
            <a:rPr lang="en-US" sz="2200" kern="1200"/>
            <a:t>will make the house comfortable and easy to navigate.</a:t>
          </a:r>
          <a:endParaRPr lang="en-US" sz="2200" kern="1200" dirty="0"/>
        </a:p>
      </dsp:txBody>
      <dsp:txXfrm>
        <a:off x="1689723" y="2680329"/>
        <a:ext cx="4741051" cy="1640673"/>
      </dsp:txXfrm>
    </dsp:sp>
    <dsp:sp modelId="{971EC7AE-54F5-4EBF-A88E-71160CD38BDA}">
      <dsp:nvSpPr>
        <dsp:cNvPr id="0" name=""/>
        <dsp:cNvSpPr/>
      </dsp:nvSpPr>
      <dsp:spPr>
        <a:xfrm>
          <a:off x="225" y="2406883"/>
          <a:ext cx="1689498" cy="2187565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Articulating the story</a:t>
          </a:r>
        </a:p>
      </dsp:txBody>
      <dsp:txXfrm>
        <a:off x="82699" y="2489357"/>
        <a:ext cx="1524550" cy="20226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Audience &amp; Context (The Foundation)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The “Big Idea” (The Core Message)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The Narrative Arc (The Structure)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Conflict &amp; Stakes (The Hook)</a:t>
          </a:r>
        </a:p>
      </dsp:txBody>
      <dsp:txXfrm>
        <a:off x="6262851" y="1581703"/>
        <a:ext cx="1765567" cy="17905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Choosing the Right Visuals (The Vehicle)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Focusing Attention (The Spotlight)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Clear and Concise (The Script)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The Narrative Flow (The Guideposts)</a:t>
          </a:r>
        </a:p>
      </dsp:txBody>
      <dsp:txXfrm>
        <a:off x="6262851" y="1581703"/>
        <a:ext cx="1765567" cy="17905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E5E8-E81E-4B60-805B-2FCCD741304C}">
      <dsp:nvSpPr>
        <dsp:cNvPr id="0" name=""/>
        <dsp:cNvSpPr/>
      </dsp:nvSpPr>
      <dsp:spPr>
        <a:xfrm>
          <a:off x="2248" y="923261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Crafting the Compelling Story (50%)</a:t>
          </a:r>
        </a:p>
      </dsp:txBody>
      <dsp:txXfrm>
        <a:off x="2248" y="923261"/>
        <a:ext cx="2256510" cy="1024650"/>
      </dsp:txXfrm>
    </dsp:sp>
    <dsp:sp modelId="{7ED151F3-7AE3-4BCE-A19C-9F0A5F9D9773}">
      <dsp:nvSpPr>
        <dsp:cNvPr id="0" name=""/>
        <dsp:cNvSpPr/>
      </dsp:nvSpPr>
      <dsp:spPr>
        <a:xfrm>
          <a:off x="2258758" y="378915"/>
          <a:ext cx="451302" cy="211334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CAE565-8C0C-4C27-ADFA-8AE07D3FAC4E}">
      <dsp:nvSpPr>
        <dsp:cNvPr id="0" name=""/>
        <dsp:cNvSpPr/>
      </dsp:nvSpPr>
      <dsp:spPr>
        <a:xfrm>
          <a:off x="2890581" y="378915"/>
          <a:ext cx="8058198" cy="211334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Depth and relevance of insights drawn from the data analysis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Effectiveness of recommendations for countering GenAI threats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Originality and creativity of the approach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identify and leverage key relationships, trends and patterns in the data</a:t>
          </a:r>
        </a:p>
      </dsp:txBody>
      <dsp:txXfrm>
        <a:off x="2890581" y="378915"/>
        <a:ext cx="8058198" cy="2113340"/>
      </dsp:txXfrm>
    </dsp:sp>
    <dsp:sp modelId="{05F093D8-3863-4634-8DAE-B74F8899AC2F}">
      <dsp:nvSpPr>
        <dsp:cNvPr id="0" name=""/>
        <dsp:cNvSpPr/>
      </dsp:nvSpPr>
      <dsp:spPr>
        <a:xfrm>
          <a:off x="2248" y="2959300"/>
          <a:ext cx="2256510" cy="102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58420" rIns="163576" bIns="58420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Articulating the Compelling Story (50%)</a:t>
          </a:r>
        </a:p>
      </dsp:txBody>
      <dsp:txXfrm>
        <a:off x="2248" y="2959300"/>
        <a:ext cx="2256510" cy="1024650"/>
      </dsp:txXfrm>
    </dsp:sp>
    <dsp:sp modelId="{7BEF4F51-DD8D-470E-8568-A9E145D04396}">
      <dsp:nvSpPr>
        <dsp:cNvPr id="0" name=""/>
        <dsp:cNvSpPr/>
      </dsp:nvSpPr>
      <dsp:spPr>
        <a:xfrm>
          <a:off x="2258758" y="2575056"/>
          <a:ext cx="451302" cy="179313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A15066-A464-4434-BEE1-EE98D4AA2F69}">
      <dsp:nvSpPr>
        <dsp:cNvPr id="0" name=""/>
        <dsp:cNvSpPr/>
      </dsp:nvSpPr>
      <dsp:spPr>
        <a:xfrm>
          <a:off x="2890581" y="2575056"/>
          <a:ext cx="8058198" cy="17931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Clarity, coherence, and organization of the executive summary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Use of effective visualizations to support findings and recommendations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ü"/>
          </a:pPr>
          <a:r>
            <a:rPr lang="en-US" sz="2300" kern="1200" dirty="0"/>
            <a:t>Ability to communicate complex ideas and insights in a clear and concise manner</a:t>
          </a:r>
        </a:p>
      </dsp:txBody>
      <dsp:txXfrm>
        <a:off x="2890581" y="2575056"/>
        <a:ext cx="8058198" cy="17931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34:21.153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2490.8186"/>
      <inkml:brushProperty name="anchorY" value="-559.88831"/>
      <inkml:brushProperty name="scaleFactor" value="0.5"/>
    </inkml:brush>
  </inkml:definitions>
  <inkml:trace contextRef="#ctx0" brushRef="#br0">1 12 24575,'0'0'0,"3"0"0,20-4 0,9 0 0,18 0 0,19 5 0,25 1 0,10 0 0,-3 0 0,-11 0 0,-13 0 0,-15-1 0,-55 1 0,0-1 0,0 0 0,0 1 0,10 4 0,23-2 0,-4 8 0,9-2 0,13-2 0,13-2 0,10-2 0,23-1 0,-6-2 0,-8-1 0,-10 0 0,-13 7 0,-11 0 0,-8 1 0,-2-2 0,8-2 0,11-1 0,9-1 0,10-2 0,17 0 0,10 0 0,-10 0 0,-20 7 0,-24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2:34:23.186"/>
    </inkml:context>
    <inkml:brush xml:id="br0">
      <inkml:brushProperty name="width" value="0.2" units="cm"/>
      <inkml:brushProperty name="height" value="0.2" units="cm"/>
      <inkml:brushProperty name="color" value="#AE198D"/>
      <inkml:brushProperty name="inkEffects" value="galaxy"/>
      <inkml:brushProperty name="anchorX" value="-5524.63867"/>
      <inkml:brushProperty name="anchorY" value="-1307.18042"/>
      <inkml:brushProperty name="scaleFactor" value="0.5"/>
    </inkml:brush>
  </inkml:definitions>
  <inkml:trace contextRef="#ctx0" brushRef="#br0">0 39 24575,'0'0'0,"7"0"0,17 0 0,11 0 0,18 0 0,-3-8 0,-1 0 0,-2 0 0,-3 1 0,1 3 0,-2 1 0,-7 5 0,-3 1 0,-1 1 0,5-1 0,1 0 0,1-1 0,13 10 0,3 1 0,8-1 0,14-2 0,7-3 0,8-3 0,3-2 0,3-1 0,-11-1 0,-8 0 0,-12-1 0,-10 1 0,2-1 0,-4 1 0,7-8 0,1 0 0,-4 1 0,-4 0 0,-14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7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Lou, C. X.,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Prokofieva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Abdelrazek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M., &amp; Kari, S. M. C. (2020, September). Literature Review on Visualization in Supply Chain &amp; Decision Making. In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 24th International Conference Information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Visualisation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(IV)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(pp. 746-750). IEEE.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5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0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92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4948-F7B0-3F47-B861-EDEBAACE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63E05-CF9F-6A39-AD78-4AC42ECAB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F20E7-ED05-EC49-16D9-8780E61B8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90D6-4DFF-3DDC-5A56-8164A6F76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27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11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7.jpe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NULL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5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learn?experience=power-bi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microsoftlearning.github.io/DP-900T00A-Azure-Data-Fundamentals/Instructions/Labs/dp900-pbi-06-lab.html" TargetMode="Externa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get-started-with-power-bi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learn.microsoft.com/en-us/power-bi/collaborate-share/service-power-bi-powerpoint-add-in-about" TargetMode="Externa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ix" TargetMode="External"/><Relationship Id="rId2" Type="http://schemas.openxmlformats.org/officeDocument/2006/relationships/hyperlink" Target="https://www.kaggle.com/datasets/shivamb/netflix-shows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09/14/2025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Module 5: Effective Visualization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500" dirty="0"/>
              <a:t>Visualization in Operations Management Research (Dasole et al. 2022)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500" dirty="0"/>
              <a:t>Visualization in Supply Chain &amp; Decision Making (Lou et al. 2020)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Hands-on Exercises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500" dirty="0"/>
              <a:t>GenAI Tool – Copilot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500" dirty="0"/>
              <a:t>Power BI 101</a:t>
            </a:r>
          </a:p>
          <a:p>
            <a:pPr marL="342900" indent="-342900">
              <a:buFont typeface="+mj-lt"/>
              <a:buAutoNum type="arabicPeriod"/>
            </a:pPr>
            <a:endParaRPr lang="en-US" sz="3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806B-2D30-05FA-9FED-3F67532C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272E-C51B-1A01-1ADB-9EACE02D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Module 5: Effective Visualization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61B22-C5A0-757D-B25B-68E193A5B2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96D57-AB00-F027-311D-AA4C315F3A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09992-01B8-65DD-AB9B-443A070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0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E8E0F-51CD-3510-B953-A73CD4076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The three main types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ABA02F-82AF-FF97-7F9F-0B4234BB6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Relational, Distributions, Categorical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EE80-ED89-55DE-4389-2E7ABCB6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CB50902-54F4-1228-7CBC-C0CCD921486D}"/>
              </a:ext>
            </a:extLst>
          </p:cNvPr>
          <p:cNvGraphicFramePr/>
          <p:nvPr/>
        </p:nvGraphicFramePr>
        <p:xfrm>
          <a:off x="1185984" y="1320051"/>
          <a:ext cx="9820031" cy="4689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F1D506D-BB33-E2EA-BA68-E56CC3355662}"/>
              </a:ext>
            </a:extLst>
          </p:cNvPr>
          <p:cNvSpPr txBox="1"/>
          <p:nvPr/>
        </p:nvSpPr>
        <p:spPr>
          <a:xfrm>
            <a:off x="4310743" y="6051906"/>
            <a:ext cx="47461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Remember this from Week 2?</a:t>
            </a:r>
          </a:p>
        </p:txBody>
      </p:sp>
    </p:spTree>
    <p:extLst>
      <p:ext uri="{BB962C8B-B14F-4D97-AF65-F5344CB8AC3E}">
        <p14:creationId xmlns:p14="http://schemas.microsoft.com/office/powerpoint/2010/main" val="352800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3840D-7CC3-7EB1-131A-0CF5D0D78B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Most familiar and frequently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FC5D0-8C76-F71B-248D-A020C1BEE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Methods: </a:t>
            </a:r>
            <a:r>
              <a:rPr lang="en-US" sz="3000" dirty="0"/>
              <a:t>Sketching and wireframing/mockups were significantly more familiar and used than other methods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dirty="0"/>
              <a:t>Principle: </a:t>
            </a:r>
            <a:r>
              <a:rPr lang="en-US" sz="3000" dirty="0"/>
              <a:t>On average, the most familiar principle was chart junk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D13FBE-579F-0935-A4D5-6AEFED5B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1: Key findings from the survey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50CE6-A687-AF77-55DF-62D5F856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EAAF5C-F417-0A6C-5DE7-3BEFA571864C}"/>
                  </a:ext>
                </a:extLst>
              </p14:cNvPr>
              <p14:cNvContentPartPr/>
              <p14:nvPr/>
            </p14:nvContentPartPr>
            <p14:xfrm>
              <a:off x="10044425" y="3009011"/>
              <a:ext cx="864000" cy="4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EAAF5C-F417-0A6C-5DE7-3BEFA5718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8785" y="2973011"/>
                <a:ext cx="935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A936C3-20CC-24DF-CD66-1B42C67F44B0}"/>
                  </a:ext>
                </a:extLst>
              </p14:cNvPr>
              <p14:cNvContentPartPr/>
              <p14:nvPr/>
            </p14:nvContentPartPr>
            <p14:xfrm>
              <a:off x="1094465" y="3470531"/>
              <a:ext cx="688680" cy="28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A936C3-20CC-24DF-CD66-1B42C67F44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8465" y="3434891"/>
                <a:ext cx="760320" cy="1004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6E29C91-5A15-C896-D30D-049E9FBD8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3999" y="3183261"/>
            <a:ext cx="8214037" cy="3472297"/>
          </a:xfrm>
          <a:prstGeom prst="rect">
            <a:avLst/>
          </a:prstGeom>
        </p:spPr>
      </p:pic>
      <p:pic>
        <p:nvPicPr>
          <p:cNvPr id="10" name="Picture 2" descr="duh – thelifeididntchoose">
            <a:extLst>
              <a:ext uri="{FF2B5EF4-FFF2-40B4-BE49-F238E27FC236}">
                <a16:creationId xmlns:a16="http://schemas.microsoft.com/office/drawing/2014/main" id="{B6936873-869B-1303-93F9-DB19F0B07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65" y="3672513"/>
            <a:ext cx="2203553" cy="223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8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F2D3-5295-9D0E-7F3A-DA655E93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09ECE6-663B-AFEC-248E-0A578F46C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4DA0C3-0FD3-2120-D38C-F6A1AC6FB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F3F63-76F6-EBEA-B54E-F4833FFC5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7BF64-E14E-E99E-100E-98D0BB977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r>
              <a:rPr lang="en-US" sz="4500" dirty="0"/>
              <a:t>1. Choosing the Right Visuals – The Vehicle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65B7A-8296-AF49-B2AA-DF7DB3EFA906}"/>
              </a:ext>
            </a:extLst>
          </p:cNvPr>
          <p:cNvSpPr txBox="1"/>
          <p:nvPr/>
        </p:nvSpPr>
        <p:spPr>
          <a:xfrm>
            <a:off x="3178628" y="2380452"/>
            <a:ext cx="40277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Don’t be fancy.</a:t>
            </a:r>
          </a:p>
          <a:p>
            <a:pPr algn="ctr"/>
            <a:r>
              <a:rPr lang="en-US" sz="3000" dirty="0"/>
              <a:t>Be clear instead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89560-BFE7-8193-65EA-9591B387A044}"/>
              </a:ext>
            </a:extLst>
          </p:cNvPr>
          <p:cNvSpPr txBox="1"/>
          <p:nvPr/>
        </p:nvSpPr>
        <p:spPr>
          <a:xfrm>
            <a:off x="1208314" y="3490103"/>
            <a:ext cx="30806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The visual is the primary interface between the audience and your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C2187-014D-98E6-CFCC-6A87EBB14537}"/>
              </a:ext>
            </a:extLst>
          </p:cNvPr>
          <p:cNvSpPr txBox="1"/>
          <p:nvPr/>
        </p:nvSpPr>
        <p:spPr>
          <a:xfrm>
            <a:off x="6471216" y="3477884"/>
            <a:ext cx="4773727" cy="11237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Obscure or even misrepresent your message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49E94-6EAD-CA02-D0EE-0F2528C3B0E8}"/>
              </a:ext>
            </a:extLst>
          </p:cNvPr>
          <p:cNvSpPr txBox="1"/>
          <p:nvPr/>
        </p:nvSpPr>
        <p:spPr>
          <a:xfrm>
            <a:off x="6488267" y="4789571"/>
            <a:ext cx="4773727" cy="11237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Make the insight obvious without a single word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7083FF4-C414-BD9E-FD43-454C8EBB40D2}"/>
              </a:ext>
            </a:extLst>
          </p:cNvPr>
          <p:cNvSpPr/>
          <p:nvPr/>
        </p:nvSpPr>
        <p:spPr>
          <a:xfrm>
            <a:off x="4578549" y="3636888"/>
            <a:ext cx="1447800" cy="69597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A8E7549-21A8-D1AB-206B-D24BA852A6A3}"/>
              </a:ext>
            </a:extLst>
          </p:cNvPr>
          <p:cNvSpPr/>
          <p:nvPr/>
        </p:nvSpPr>
        <p:spPr>
          <a:xfrm>
            <a:off x="4578549" y="4811446"/>
            <a:ext cx="1447800" cy="695976"/>
          </a:xfrm>
          <a:prstGeom prst="rightArrow">
            <a:avLst/>
          </a:prstGeom>
          <a:ln>
            <a:solidFill>
              <a:srgbClr val="00B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5416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9E0D6-E2FE-8AA9-62EB-D2376316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E9B3FC6-32C4-7F53-EB5F-E029A7A138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43050"/>
            <a:ext cx="11266488" cy="4454525"/>
          </a:xfrm>
        </p:spPr>
        <p:txBody>
          <a:bodyPr/>
          <a:lstStyle/>
          <a:p>
            <a:r>
              <a:rPr lang="en-US" sz="3000" b="1" dirty="0"/>
              <a:t>Context</a:t>
            </a:r>
          </a:p>
          <a:p>
            <a:pPr algn="ctr"/>
            <a:r>
              <a:rPr lang="en-US" sz="3000" b="1" dirty="0"/>
              <a:t>Availability of data</a:t>
            </a:r>
            <a:r>
              <a:rPr lang="en-US" sz="3000" dirty="0"/>
              <a:t> + </a:t>
            </a:r>
            <a:r>
              <a:rPr lang="en-US" sz="3000" b="1" dirty="0"/>
              <a:t>variety of tools for visualization </a:t>
            </a:r>
            <a:r>
              <a:rPr lang="en-US" sz="3000" dirty="0"/>
              <a:t>= </a:t>
            </a:r>
            <a:r>
              <a:rPr lang="en-US" sz="3000" b="1" dirty="0">
                <a:solidFill>
                  <a:srgbClr val="FF0000"/>
                </a:solidFill>
              </a:rPr>
              <a:t>opportunities</a:t>
            </a:r>
            <a:r>
              <a:rPr lang="en-US" sz="3000" dirty="0"/>
              <a:t> &amp; </a:t>
            </a:r>
            <a:r>
              <a:rPr lang="en-US" sz="3000" b="1" dirty="0">
                <a:solidFill>
                  <a:srgbClr val="FF0000"/>
                </a:solidFill>
              </a:rPr>
              <a:t>challenges</a:t>
            </a:r>
          </a:p>
          <a:p>
            <a:r>
              <a:rPr lang="en-US" sz="5000" dirty="0"/>
              <a:t>Visualization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Used appropriately: complement, aid, and augment the researcher’s understanding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500" dirty="0"/>
              <a:t>Used incorrectly/ without sufficient consideration: yield misleading and erroneous claims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49E642D-918D-51BF-0B49-6BE3C2CBC8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sz="2000" dirty="0" err="1"/>
              <a:t>Basole</a:t>
            </a:r>
            <a:r>
              <a:rPr lang="en-US" sz="2000" dirty="0"/>
              <a:t>, R., </a:t>
            </a:r>
            <a:r>
              <a:rPr lang="en-US" sz="2000" dirty="0" err="1"/>
              <a:t>Bendoly</a:t>
            </a:r>
            <a:r>
              <a:rPr lang="en-US" sz="2000" dirty="0"/>
              <a:t>, E., Chandrasekaran, A., &amp; Linderman, K. (2022). </a:t>
            </a:r>
            <a:r>
              <a:rPr lang="en-US" sz="2000" i="1" dirty="0"/>
              <a:t>INFORMS Journal on Data Science</a:t>
            </a:r>
            <a:r>
              <a:rPr lang="en-US" sz="2000" dirty="0"/>
              <a:t>, </a:t>
            </a:r>
            <a:r>
              <a:rPr lang="en-US" sz="2000" i="1" dirty="0"/>
              <a:t>1</a:t>
            </a:r>
            <a:r>
              <a:rPr lang="en-US" sz="2000" dirty="0"/>
              <a:t>(2), 172-187.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9C3E2713-7FA7-49CA-052C-5F85B2BB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 in Operations Management Research</a:t>
            </a:r>
          </a:p>
        </p:txBody>
      </p:sp>
    </p:spTree>
    <p:extLst>
      <p:ext uri="{BB962C8B-B14F-4D97-AF65-F5344CB8AC3E}">
        <p14:creationId xmlns:p14="http://schemas.microsoft.com/office/powerpoint/2010/main" val="284065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651E1E-7FC0-21B5-8BED-7C2261610D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Iteratively used with case interview protocols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0826E6-B2BF-DE22-FB53-E02699DC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Communicate ideas, data, and findings effectively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5FC57-6185-DBBE-A718-0400F297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4A3BD-8A41-B797-BF46-60C2BAB7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00" y="1663700"/>
            <a:ext cx="11689060" cy="413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3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220AC-41EC-6573-D6CA-C9CBBC1D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92B472-310D-377F-ABD7-A239763408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Misrepresentation by omission vs. by inclusion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B23678-62DC-8C94-A45F-93A008FB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Misrepresentation concerns – Descriptive Analytics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FB6AB-BB21-6C95-5D4B-32C7DC91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435A53-6B3F-F17B-0748-11CEAAA9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551" y="1320052"/>
            <a:ext cx="7486715" cy="497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0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F72E95-E821-AC15-4FA8-3E63F1F877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Misrepresentation by omission vs. by inclusion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626D43-A0AB-6C57-890E-511C0B7B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Misrepresentation concerns – Descriptive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1C917-579B-13A7-EBAA-6F0EDDC5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BEB59-0605-09FF-5CB6-4BA2E9B2E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3861"/>
            <a:ext cx="10769600" cy="45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0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2258-AE08-9D13-60D9-1D8646B8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FDFD6B-6A18-E2AC-169E-5AF4D83374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Misrepresentation by omission vs. by inclusion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2345B4-3872-CCAD-486F-293C8FA4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Misrepresentation concerns – Predictive &amp; Prescriptive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E2145-52CF-D922-179B-D17E5BFC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7CA56C-13DF-0AB5-C7B9-9C4AF7DBA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54" y="1277038"/>
            <a:ext cx="7992176" cy="501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44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E9878-9689-1A02-518E-65C1BDB9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4D8DFE-E2E7-A2F8-381A-09248347CB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Misrepresentation by omission vs. by inclusion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FB6AD-3D85-B800-E70A-EA9AF7784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Misrepresentation concerns – Predictive &amp; Prescriptive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1B6CE-119E-FD04-798C-2CB07AAB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6599D-9178-F113-E463-16558D80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536464"/>
            <a:ext cx="10447357" cy="45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1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44BABA-413B-2D80-FDEA-740E4E066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Types of data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E546A0-B974-16CE-C92D-17E1B87CB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Trends and Directions in Data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FBD66-B15C-A588-7B2D-6CA953D6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FDF01F6-60E5-945E-D58C-266AE7683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5835652"/>
              </p:ext>
            </p:extLst>
          </p:nvPr>
        </p:nvGraphicFramePr>
        <p:xfrm>
          <a:off x="468086" y="1445623"/>
          <a:ext cx="11140440" cy="5027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276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0E74A7-33CE-4C3A-B731-E68161F1E9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1C1BFE-3EE5-4CBC-9A63-B7CC690216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57D2845-5503-4ED1-8C11-131F7CDAAC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B4C4400-F4E7-47EC-A2B2-E994BCA0A3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0A74F40-085F-45FB-87D9-BB4001163C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0B61FC0-650E-419F-AF43-CD2E87675A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3146463-AF7F-4974-9293-3B79AB2ACB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1B8DD41-4C90-4DA9-BB98-1A8CF0D12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7D0558-11A6-41F1-9CE3-11B80BA3F4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4F8975-A8E1-48B1-B438-7F2D33632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B18B850-CBAD-45C6-AC90-FBDDDB374D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4BD9EB-DCCA-4E61-AB5E-66D74FB5F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2F4D1B-2800-A604-2BE0-8D3E8FDBD5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Types of Data Sources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86982D-52B7-184A-9510-0CE9541D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F3029-B85C-761F-C9FB-661E34F0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3D16C3A-942D-46C0-F41B-7DE1DB6386B1}"/>
              </a:ext>
            </a:extLst>
          </p:cNvPr>
          <p:cNvGraphicFramePr/>
          <p:nvPr/>
        </p:nvGraphicFramePr>
        <p:xfrm>
          <a:off x="739739" y="1320052"/>
          <a:ext cx="10984175" cy="4818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B3E1B40-BFE1-943F-A343-A6AD454E0C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2537" y="1309665"/>
            <a:ext cx="5058730" cy="459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5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CD77B6-41A6-A0D5-55A9-0D0591F895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Improve quantitative reasoning while reducing cognitive burdens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E0DFF4-F3DC-429F-030E-A0773898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Trends and Directions in Techniques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26DC3-3E9E-8034-2173-8D791384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D24EB27-BBED-AB47-AA4D-B34C3C485C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751821"/>
              </p:ext>
            </p:extLst>
          </p:nvPr>
        </p:nvGraphicFramePr>
        <p:xfrm>
          <a:off x="735496" y="1421296"/>
          <a:ext cx="10853530" cy="4750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1548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DA350B28-52B9-8ED3-5A78-51A0D9BE8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 in Supply Chain &amp; Decision Making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44AA6C-C2F9-00EB-6425-08B21871B9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Lou et al. (2020). In 2020 24th International Conference Information </a:t>
            </a:r>
            <a:r>
              <a:rPr lang="en-US" dirty="0" err="1"/>
              <a:t>Visualisation</a:t>
            </a:r>
            <a:r>
              <a:rPr lang="en-US" dirty="0"/>
              <a:t> (IV) (pp. 746-750). IEEE.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69AB6-F478-0CDC-32C1-ABFE6BF25C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88BFAB4F-A05A-7951-3F9C-1703F3C974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85304"/>
              </p:ext>
            </p:extLst>
          </p:nvPr>
        </p:nvGraphicFramePr>
        <p:xfrm>
          <a:off x="468086" y="1543324"/>
          <a:ext cx="11266714" cy="4454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480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B018CC-57C7-45C4-ABDD-7EB4324284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06858C-D792-43BC-ABE5-2C47D13495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AE22AE-B31B-47D0-97E5-A05426307F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EC623F-3AA7-4577-A813-2D41F1780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784FEE8-E552-4F54-9F35-DB9A718FAE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502631-0B76-4309-9531-EB277B3F7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4A8D21-847D-429C-9550-BF7DCB4DE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91EA4F-1265-445A-B7FA-A9FE336DED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1119EB-5889-4E18-AC5E-E46BA3412A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0EBD0B5-E56A-48F4-9614-E461D16B95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B6DEF0C-F606-4ED6-87A5-75110A1B80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30D2CA-55DF-4F66-86A4-999F905274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7575C9-8147-3075-A910-D06399A8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 dirty="0"/>
              <a:t>Types of Tools &amp; How They Are Used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D2DAD6A-BFD4-70A1-F219-598D671787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Lou et al. (2020) – IEEE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0CD71-7BE1-D910-A425-8365391A73F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B7E1A834-985F-AD5F-0977-67782D183B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403314"/>
              </p:ext>
            </p:extLst>
          </p:nvPr>
        </p:nvGraphicFramePr>
        <p:xfrm>
          <a:off x="567559" y="1543323"/>
          <a:ext cx="11167242" cy="4531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FE464906-3CEA-C745-0865-E171AB1B88A3}"/>
              </a:ext>
            </a:extLst>
          </p:cNvPr>
          <p:cNvGrpSpPr/>
          <p:nvPr/>
        </p:nvGrpSpPr>
        <p:grpSpPr>
          <a:xfrm>
            <a:off x="567559" y="2133880"/>
            <a:ext cx="2595511" cy="1557306"/>
            <a:chOff x="3271" y="578745"/>
            <a:chExt cx="2595511" cy="155730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EAEDEE-F1F0-1240-2287-6EE68BFC5B4D}"/>
                </a:ext>
              </a:extLst>
            </p:cNvPr>
            <p:cNvSpPr/>
            <p:nvPr/>
          </p:nvSpPr>
          <p:spPr>
            <a:xfrm>
              <a:off x="3271" y="578745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D20C3B-5B21-34EE-F9B5-27CAF7B0B7BC}"/>
                </a:ext>
              </a:extLst>
            </p:cNvPr>
            <p:cNvSpPr txBox="1"/>
            <p:nvPr/>
          </p:nvSpPr>
          <p:spPr>
            <a:xfrm>
              <a:off x="3271" y="578745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 err="1"/>
                <a:t>RiskVis</a:t>
              </a:r>
              <a:r>
                <a:rPr lang="en-US" sz="1600" b="1" i="0" kern="1200" baseline="0" dirty="0"/>
                <a:t>: </a:t>
              </a:r>
              <a:r>
                <a:rPr lang="en-US" sz="1600" b="0" i="0" kern="1200" baseline="0" dirty="0"/>
                <a:t>A supply chain visualization platform with risk management and real-time monitoring capabilities.</a:t>
              </a:r>
              <a:endParaRPr lang="en-US" sz="16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BCA1104-EDC5-AB10-CEE0-4B8B967092C7}"/>
              </a:ext>
            </a:extLst>
          </p:cNvPr>
          <p:cNvGrpSpPr/>
          <p:nvPr/>
        </p:nvGrpSpPr>
        <p:grpSpPr>
          <a:xfrm>
            <a:off x="3409711" y="2133880"/>
            <a:ext cx="2595511" cy="1557306"/>
            <a:chOff x="2858334" y="578745"/>
            <a:chExt cx="2595511" cy="155730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D545FB-4DE3-1BE6-5307-2FFEE3B984C9}"/>
                </a:ext>
              </a:extLst>
            </p:cNvPr>
            <p:cNvSpPr/>
            <p:nvPr/>
          </p:nvSpPr>
          <p:spPr>
            <a:xfrm>
              <a:off x="2858334" y="578745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806773"/>
                <a:satOff val="5587"/>
                <a:lumOff val="686"/>
                <a:alphaOff val="0"/>
              </a:schemeClr>
            </a:fillRef>
            <a:effectRef idx="1">
              <a:schemeClr val="accent2">
                <a:hueOff val="-1806773"/>
                <a:satOff val="5587"/>
                <a:lumOff val="68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6B31BC-3392-3BA8-B344-AA72E5980BEB}"/>
                </a:ext>
              </a:extLst>
            </p:cNvPr>
            <p:cNvSpPr txBox="1"/>
            <p:nvPr/>
          </p:nvSpPr>
          <p:spPr>
            <a:xfrm>
              <a:off x="2858334" y="578745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/>
                <a:t>Generalized </a:t>
              </a:r>
              <a:r>
                <a:rPr lang="en-US" sz="1600" b="1" i="0" kern="1200" baseline="0" dirty="0" err="1"/>
                <a:t>Treemaps</a:t>
              </a:r>
              <a:r>
                <a:rPr lang="en-US" sz="1600" b="1" i="0" kern="1200" baseline="0" dirty="0"/>
                <a:t>: </a:t>
              </a:r>
              <a:r>
                <a:rPr lang="en-US" sz="1600" b="0" i="0" kern="1200" baseline="0" dirty="0"/>
                <a:t>Used for visualizing business data, specifically for representing distribution of cases among different employees in an organization.</a:t>
              </a:r>
              <a:endParaRPr lang="en-US" sz="16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7E0DDA-45BF-95B9-E555-B580D66D6BF5}"/>
              </a:ext>
            </a:extLst>
          </p:cNvPr>
          <p:cNvGrpSpPr/>
          <p:nvPr/>
        </p:nvGrpSpPr>
        <p:grpSpPr>
          <a:xfrm>
            <a:off x="6274500" y="2133880"/>
            <a:ext cx="2595511" cy="1557306"/>
            <a:chOff x="5713396" y="578745"/>
            <a:chExt cx="2595511" cy="155730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BA1D81-D116-4E50-A5F3-45A3E34CD3B2}"/>
                </a:ext>
              </a:extLst>
            </p:cNvPr>
            <p:cNvSpPr/>
            <p:nvPr/>
          </p:nvSpPr>
          <p:spPr>
            <a:xfrm>
              <a:off x="5713396" y="578745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3613545"/>
                <a:satOff val="11175"/>
                <a:lumOff val="1373"/>
                <a:alphaOff val="0"/>
              </a:schemeClr>
            </a:fillRef>
            <a:effectRef idx="1">
              <a:schemeClr val="accent2">
                <a:hueOff val="-3613545"/>
                <a:satOff val="11175"/>
                <a:lumOff val="137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8516AA-96C5-2E4D-826B-E292D2588BFC}"/>
                </a:ext>
              </a:extLst>
            </p:cNvPr>
            <p:cNvSpPr txBox="1"/>
            <p:nvPr/>
          </p:nvSpPr>
          <p:spPr>
            <a:xfrm>
              <a:off x="5713396" y="578745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/>
                <a:t>Calendar View Map: </a:t>
              </a:r>
              <a:r>
                <a:rPr lang="en-US" sz="1600" b="0" i="0" kern="1200" baseline="0" dirty="0"/>
                <a:t>Used for manufacturing data visualization to expose outliers in production lines.</a:t>
              </a:r>
              <a:endParaRPr lang="en-US" sz="1600" kern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7367C8-ED47-4999-87CC-2F17DC54D333}"/>
              </a:ext>
            </a:extLst>
          </p:cNvPr>
          <p:cNvGrpSpPr/>
          <p:nvPr/>
        </p:nvGrpSpPr>
        <p:grpSpPr>
          <a:xfrm>
            <a:off x="9139289" y="2133880"/>
            <a:ext cx="2595511" cy="1557306"/>
            <a:chOff x="8568459" y="578745"/>
            <a:chExt cx="2595511" cy="155730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D513D15-ECA3-2B28-28B9-063E0D266B3A}"/>
                </a:ext>
              </a:extLst>
            </p:cNvPr>
            <p:cNvSpPr/>
            <p:nvPr/>
          </p:nvSpPr>
          <p:spPr>
            <a:xfrm>
              <a:off x="8568459" y="578745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5420318"/>
                <a:satOff val="16762"/>
                <a:lumOff val="2059"/>
                <a:alphaOff val="0"/>
              </a:schemeClr>
            </a:fillRef>
            <a:effectRef idx="1">
              <a:schemeClr val="accent2">
                <a:hueOff val="-5420318"/>
                <a:satOff val="16762"/>
                <a:lumOff val="205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02384BD-B006-77C1-4E4D-694C3BF9153F}"/>
                </a:ext>
              </a:extLst>
            </p:cNvPr>
            <p:cNvSpPr txBox="1"/>
            <p:nvPr/>
          </p:nvSpPr>
          <p:spPr>
            <a:xfrm>
              <a:off x="8568459" y="578745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/>
                <a:t>Disco: </a:t>
              </a:r>
              <a:r>
                <a:rPr lang="en-US" sz="1600" b="0" i="0" kern="1200" baseline="0" dirty="0"/>
                <a:t>A tool for discovering business processes through visualization.</a:t>
              </a:r>
              <a:endParaRPr lang="en-US" sz="1600" kern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D5E693-09BA-BF6F-1B79-AFA4DF254FCD}"/>
              </a:ext>
            </a:extLst>
          </p:cNvPr>
          <p:cNvGrpSpPr/>
          <p:nvPr/>
        </p:nvGrpSpPr>
        <p:grpSpPr>
          <a:xfrm>
            <a:off x="2001632" y="3950738"/>
            <a:ext cx="2595511" cy="1557306"/>
            <a:chOff x="1430802" y="2395603"/>
            <a:chExt cx="2595511" cy="155730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BD3763-2772-D0BA-D6F6-AF139F046404}"/>
                </a:ext>
              </a:extLst>
            </p:cNvPr>
            <p:cNvSpPr/>
            <p:nvPr/>
          </p:nvSpPr>
          <p:spPr>
            <a:xfrm>
              <a:off x="1430802" y="2395603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27090"/>
                <a:satOff val="22349"/>
                <a:lumOff val="2746"/>
                <a:alphaOff val="0"/>
              </a:schemeClr>
            </a:fillRef>
            <a:effectRef idx="1">
              <a:schemeClr val="accent2">
                <a:hueOff val="-7227090"/>
                <a:satOff val="22349"/>
                <a:lumOff val="274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781431-4DF4-3565-642D-FE1C7F508B84}"/>
                </a:ext>
              </a:extLst>
            </p:cNvPr>
            <p:cNvSpPr txBox="1"/>
            <p:nvPr/>
          </p:nvSpPr>
          <p:spPr>
            <a:xfrm>
              <a:off x="1430802" y="2395603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 err="1"/>
                <a:t>Celonis</a:t>
              </a:r>
              <a:r>
                <a:rPr lang="en-US" sz="1600" b="1" i="0" kern="1200" baseline="0" dirty="0"/>
                <a:t>: </a:t>
              </a:r>
              <a:r>
                <a:rPr lang="en-US" sz="1600" b="0" i="0" kern="1200" baseline="0" dirty="0"/>
                <a:t>A tool for process mining and visualization (not described in detail in the provided chunks, but mentioned alongside Disco).</a:t>
              </a:r>
              <a:endParaRPr lang="en-US" sz="16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9B31DE-B3B9-E783-FC34-FACDF6F6C4D4}"/>
              </a:ext>
            </a:extLst>
          </p:cNvPr>
          <p:cNvGrpSpPr/>
          <p:nvPr/>
        </p:nvGrpSpPr>
        <p:grpSpPr>
          <a:xfrm>
            <a:off x="4856695" y="3950738"/>
            <a:ext cx="2595511" cy="1557306"/>
            <a:chOff x="4285865" y="2395603"/>
            <a:chExt cx="2595511" cy="155730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0B0767C-BF98-E7B4-6ABB-1704CFE51B96}"/>
                </a:ext>
              </a:extLst>
            </p:cNvPr>
            <p:cNvSpPr/>
            <p:nvPr/>
          </p:nvSpPr>
          <p:spPr>
            <a:xfrm>
              <a:off x="4285865" y="2395603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9033863"/>
                <a:satOff val="27937"/>
                <a:lumOff val="3432"/>
                <a:alphaOff val="0"/>
              </a:schemeClr>
            </a:fillRef>
            <a:effectRef idx="1">
              <a:schemeClr val="accent2">
                <a:hueOff val="-9033863"/>
                <a:satOff val="27937"/>
                <a:lumOff val="3432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29A59C-9A51-4022-7FF1-73D4B6392E89}"/>
                </a:ext>
              </a:extLst>
            </p:cNvPr>
            <p:cNvSpPr txBox="1"/>
            <p:nvPr/>
          </p:nvSpPr>
          <p:spPr>
            <a:xfrm>
              <a:off x="4285865" y="2395603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/>
                <a:t>Web-based Interactive Visualization Prototype: </a:t>
              </a:r>
              <a:r>
                <a:rPr lang="en-US" sz="1600" b="0" i="0" kern="1200" baseline="0" dirty="0"/>
                <a:t>A proposed prototype for visualizing supply chain data and facilitating decision-making.</a:t>
              </a:r>
              <a:endParaRPr lang="en-US" sz="16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FF236A-ED24-34EE-52BE-0D3D6B06DFE9}"/>
              </a:ext>
            </a:extLst>
          </p:cNvPr>
          <p:cNvGrpSpPr/>
          <p:nvPr/>
        </p:nvGrpSpPr>
        <p:grpSpPr>
          <a:xfrm>
            <a:off x="7711757" y="3950738"/>
            <a:ext cx="2595511" cy="1557306"/>
            <a:chOff x="7140927" y="2395603"/>
            <a:chExt cx="2595511" cy="155730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922A1F-5CAD-4B82-B378-F9002D065509}"/>
                </a:ext>
              </a:extLst>
            </p:cNvPr>
            <p:cNvSpPr/>
            <p:nvPr/>
          </p:nvSpPr>
          <p:spPr>
            <a:xfrm>
              <a:off x="7140927" y="2395603"/>
              <a:ext cx="2595511" cy="1557306"/>
            </a:xfrm>
            <a:prstGeom prst="rect">
              <a:avLst/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0840636"/>
                <a:satOff val="33524"/>
                <a:lumOff val="4119"/>
                <a:alphaOff val="0"/>
              </a:schemeClr>
            </a:fillRef>
            <a:effectRef idx="1">
              <a:schemeClr val="accent2">
                <a:hueOff val="-10840636"/>
                <a:satOff val="33524"/>
                <a:lumOff val="411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A6DFA1-FC60-98DC-651D-719D4629EC6A}"/>
                </a:ext>
              </a:extLst>
            </p:cNvPr>
            <p:cNvSpPr txBox="1"/>
            <p:nvPr/>
          </p:nvSpPr>
          <p:spPr>
            <a:xfrm>
              <a:off x="7140927" y="2395603"/>
              <a:ext cx="2595511" cy="1557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i="0" kern="1200" baseline="0" dirty="0"/>
                <a:t>Graphical Model: </a:t>
              </a:r>
              <a:r>
                <a:rPr lang="en-US" sz="1600" b="0" i="0" kern="1200" baseline="0" dirty="0"/>
                <a:t>Used for visualizing supply chain data, specifically for optimal transportation planning.</a:t>
              </a:r>
              <a:endParaRPr lang="en-US" sz="1600" kern="12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138B3B0-74ED-92AF-7B91-BD549071474C}"/>
              </a:ext>
            </a:extLst>
          </p:cNvPr>
          <p:cNvSpPr txBox="1"/>
          <p:nvPr/>
        </p:nvSpPr>
        <p:spPr>
          <a:xfrm>
            <a:off x="8252845" y="1045314"/>
            <a:ext cx="2931886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Tableau</a:t>
            </a:r>
            <a:r>
              <a:rPr lang="en-US" dirty="0"/>
              <a:t> &amp; </a:t>
            </a:r>
            <a:r>
              <a:rPr lang="en-US" b="1" dirty="0"/>
              <a:t>Power BI </a:t>
            </a:r>
            <a:r>
              <a:rPr lang="en-US" dirty="0"/>
              <a:t>are </a:t>
            </a:r>
            <a:r>
              <a:rPr lang="en-US" b="1" dirty="0"/>
              <a:t>not </a:t>
            </a:r>
            <a:r>
              <a:rPr lang="en-US" dirty="0"/>
              <a:t>the only ones out there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74174A-522C-CBF8-1736-7AC48C7F0C95}"/>
              </a:ext>
            </a:extLst>
          </p:cNvPr>
          <p:cNvSpPr txBox="1"/>
          <p:nvPr/>
        </p:nvSpPr>
        <p:spPr>
          <a:xfrm>
            <a:off x="3005665" y="974036"/>
            <a:ext cx="4809068" cy="858857"/>
          </a:xfrm>
          <a:prstGeom prst="horizontalScroll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Free, customizable, and domain-specific tools are more popular in the real world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39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9F92-DFA6-E224-38E7-01E7A435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4A15-4B28-2D92-8004-F9A4E644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0D70-22F3-C13E-1F70-D9828A94ED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In-class exercise with Copilot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BD7E4-67A1-05F3-643F-0831E256D2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5B33B-797E-C92B-BD11-77DF58C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14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B0F570-EC55-5FAB-E808-CD69EB812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GenAI can generate your graphs. But does it do it well?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011D83-D1DE-95C9-2CCD-4D6991F4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GenAI tool – Copilot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2DDEA-8CE7-448B-89EC-0DCF3B98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38B32-0F77-6502-A657-DF8D5A08F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113" y="1320051"/>
            <a:ext cx="6291470" cy="498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16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3541-B390-1133-369C-B4063575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A574E8-F4F5-6D30-E2C6-DF075D5F96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GenAI can generate your graphs. But does it do it well?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729E55-9AEE-6D34-47BB-CD891CC6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GenAI tool – Copilot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3CE95-EE0D-F8C4-8D8F-2BBB539D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342A9-94CD-8FAE-0C66-67B52900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444" y="1320051"/>
            <a:ext cx="6550834" cy="497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26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2A21-3A87-6CB0-6651-31A7950C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C17FF3-8142-A51E-54D3-588AF62A10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GenAI can generate your graphs. But does it do it well?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C75274-A338-23A0-92E1-BE29A9D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GenAI tool – Copilot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825C-FE23-82CA-6E2F-DEB17307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85248-BD8A-BEB4-F9DC-507ADC2B1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968" y="1282816"/>
            <a:ext cx="7511426" cy="500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55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49AE8B-6F7A-80AF-2E4B-F679361E7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It’s just like building a house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38A757-9848-B0E7-D789-432AD2ABE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Storytelling with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26B59-1D25-96E3-6D4E-FEBAF82C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65989-2DEC-34CE-64AA-AAB46BC5F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43" y="1320051"/>
            <a:ext cx="3424817" cy="5107259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EF6259C-7B09-486C-79C8-67FA2B92821B}"/>
              </a:ext>
            </a:extLst>
          </p:cNvPr>
          <p:cNvGraphicFramePr/>
          <p:nvPr/>
        </p:nvGraphicFramePr>
        <p:xfrm>
          <a:off x="577668" y="1421403"/>
          <a:ext cx="7251337" cy="4595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75557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369B-6211-AA62-BD6B-0A6F8D1B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666D6-C14D-600D-0080-2F29674BE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97C702-B8F1-E9E7-1277-9F643E3D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F409-FA9C-AB18-06BE-3AE8357F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8C88478-9859-D4DE-F08D-863D57C78B94}"/>
              </a:ext>
            </a:extLst>
          </p:cNvPr>
          <p:cNvGraphicFramePr/>
          <p:nvPr/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2456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510891-91BA-2C28-51FC-502754A19A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1BCB3-7E86-62EB-1052-CEB7216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119D5-AAF3-65C3-A0B1-43EE1BF7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F44E862-B10A-3997-37AD-3F544FA0F7EA}"/>
              </a:ext>
            </a:extLst>
          </p:cNvPr>
          <p:cNvGraphicFramePr/>
          <p:nvPr/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021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etter Brainstorming: The Most Effective Ways to Generate More Ideas">
            <a:extLst>
              <a:ext uri="{FF2B5EF4-FFF2-40B4-BE49-F238E27FC236}">
                <a16:creationId xmlns:a16="http://schemas.microsoft.com/office/drawing/2014/main" id="{600C737F-CB54-F1AC-AEF9-801E311CD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662" y="2028962"/>
            <a:ext cx="8098971" cy="40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405127-DDF0-1099-8A4A-8339ADB91B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What else do we need to show to support our “Big Idea”?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DCDE30C-4643-93FC-5449-28C13E00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our “Big Idea” from the YouTube Data?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59127-243D-DB5F-5598-A0E0BBCB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DE538-8E0C-EBCA-9ECA-189C7BBF4AE6}"/>
              </a:ext>
            </a:extLst>
          </p:cNvPr>
          <p:cNvSpPr txBox="1"/>
          <p:nvPr/>
        </p:nvSpPr>
        <p:spPr>
          <a:xfrm>
            <a:off x="224994" y="1410654"/>
            <a:ext cx="10959737" cy="1763970"/>
          </a:xfrm>
          <a:prstGeom prst="irregularSeal2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4500" dirty="0"/>
              <a:t>Let’s brainstorm</a:t>
            </a:r>
          </a:p>
        </p:txBody>
      </p:sp>
    </p:spTree>
    <p:extLst>
      <p:ext uri="{BB962C8B-B14F-4D97-AF65-F5344CB8AC3E}">
        <p14:creationId xmlns:p14="http://schemas.microsoft.com/office/powerpoint/2010/main" val="1465451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98A5-356B-4FA5-93BF-CE701C0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6CE7-38E9-2B0D-3D89-B3DDC59F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Hands-on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9C405-A17E-CA53-CD93-2A9B1B201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Getting Started with Power BI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F322-4E28-9DC1-5651-FF38FFF40F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EEC25-2453-CD16-CA13-22BA5F9A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401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F08CA3-3BD4-D0C7-4D59-2D26E282D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Purdue emails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F59D8-1265-1FF1-8A8C-2C001E40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Account Setup &amp; Sign 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D0273-1DEA-7FF2-AF08-588DBC6CB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08604-8772-6EA4-7775-CA3262A7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839" y="1430885"/>
            <a:ext cx="5076990" cy="39962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DFD5D6-9B3B-6F67-7486-6A34D088FAA4}"/>
              </a:ext>
            </a:extLst>
          </p:cNvPr>
          <p:cNvSpPr txBox="1"/>
          <p:nvPr/>
        </p:nvSpPr>
        <p:spPr>
          <a:xfrm>
            <a:off x="2453639" y="5821080"/>
            <a:ext cx="54341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https://app.powerbi.com/learn?experience=power-bi</a:t>
            </a: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9328C6-7D16-63D3-0954-390B9C23B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80" y="1971469"/>
            <a:ext cx="2860917" cy="250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40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9D6F51-6C59-D6A2-A485-AE59844297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https://microsoftlearning.github.io/DP-900T00A-Azure-Data-Fundamentals/Instructions/Labs/dp900-pbi-06-lab.html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AD81F1-3D79-A7CD-AA88-2069C5FCA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Power BI 101 – Explore Fundamentals of Data Visualization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D66BC-7577-D356-4A12-2BEC9979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FC60A-9DCE-3C9A-1B2B-1EF4C789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221" y="1543323"/>
            <a:ext cx="7554411" cy="448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92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CD929D-6A6C-BC7E-845B-F12926642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https://learn.microsoft.com/en-us/training/modules/get-started-with-power-bi/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B91382-F72D-756E-AA4A-6062DC6F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with Power BI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09B62-D62B-7291-7BD9-8447930D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9715BB-6D02-ED67-128B-5E0FE64E2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1543323"/>
            <a:ext cx="7763958" cy="4420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7D50CE-2E50-A808-5274-64C6D6912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8111" y="1543323"/>
            <a:ext cx="3686689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08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B2C8AA-F462-D6D0-30B6-74BA84EF3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https://learn.microsoft.com/en-us/power-bi/collaborate-share/service-power-bi-powerpoint-add-in-about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B50DE-B086-DB12-79F3-848FFE4E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Storytelling with Power BI in PowerPoint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90B3D-8157-97DC-CB49-1EE999C0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1E1186-DE34-8532-2E41-2DA92FCF6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34" y="1416624"/>
            <a:ext cx="5147726" cy="516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439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0C77-8405-91B9-4563-2FD38A4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EFB5-F4CB-6B04-AECE-4B51F0EB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Assignment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6227-CE90-7C6B-219F-C5426CF65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Crafting and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CC5FD-9E45-2579-8A46-22D2F1576C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9451C-4AA2-D144-D176-B7318880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660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BC46A3-7AE7-964C-828D-DF9765961D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https://www.kaggle.com/datasets/shivamb/netflix-shows</a:t>
            </a:r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E1A514-E927-1A44-2F94-83CB0F7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7BF6F-B24C-6A46-7AE7-E3B867D6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CA20A-1010-ABA3-A469-42DD9FAA2B65}"/>
              </a:ext>
            </a:extLst>
          </p:cNvPr>
          <p:cNvSpPr txBox="1"/>
          <p:nvPr/>
        </p:nvSpPr>
        <p:spPr>
          <a:xfrm>
            <a:off x="655655" y="1692369"/>
            <a:ext cx="629780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i="0" dirty="0">
                <a:effectLst/>
              </a:rPr>
              <a:t>About this Dataset:</a:t>
            </a:r>
            <a:r>
              <a:rPr lang="en-US" sz="2500" b="0" dirty="0">
                <a:effectLst/>
              </a:rPr>
              <a:t> </a:t>
            </a:r>
            <a:r>
              <a:rPr lang="en-US" sz="2500" b="0" u="none" strike="noStrike" dirty="0"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Netflix</a:t>
            </a:r>
            <a:r>
              <a:rPr lang="en-US" sz="2500" b="0" dirty="0">
                <a:effectLst/>
              </a:rPr>
              <a:t> is one of the most popular media and video streaming platforms. They have over 8000 movies or </a:t>
            </a:r>
            <a:r>
              <a:rPr lang="en-US" sz="2500" dirty="0"/>
              <a:t>TV shows available on their platform. As of mid-2021, they have over 200 million subscribers</a:t>
            </a:r>
            <a:r>
              <a:rPr lang="en-US" sz="2500" b="0" dirty="0">
                <a:effectLst/>
              </a:rPr>
              <a:t> globally. </a:t>
            </a:r>
          </a:p>
          <a:p>
            <a:r>
              <a:rPr lang="en-US" sz="2500" b="0" dirty="0">
                <a:effectLst/>
              </a:rPr>
              <a:t>This tabular dataset consists of listings of all the </a:t>
            </a:r>
            <a:r>
              <a:rPr lang="en-US" sz="2500" b="1" dirty="0">
                <a:effectLst/>
              </a:rPr>
              <a:t>movies and </a:t>
            </a:r>
            <a:r>
              <a:rPr lang="en-US" sz="2500" b="1" dirty="0"/>
              <a:t>TV shows </a:t>
            </a:r>
            <a:r>
              <a:rPr lang="en-US" sz="2500" dirty="0"/>
              <a:t>available on Netflix, along with details such as </a:t>
            </a:r>
            <a:r>
              <a:rPr lang="en-US" sz="2500" b="1" dirty="0">
                <a:effectLst/>
              </a:rPr>
              <a:t>cast, directors, ratings, release year, duration</a:t>
            </a:r>
            <a:r>
              <a:rPr lang="en-US" sz="2500" b="0" dirty="0">
                <a:effectLst/>
              </a:rPr>
              <a:t>, etc.</a:t>
            </a:r>
            <a:endParaRPr lang="en-US" sz="2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26C436-E558-E532-3EFE-9F929CD9E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27" y="1342808"/>
            <a:ext cx="4629757" cy="463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82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C644EF-C358-2125-FBB5-D1E446819B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Counter the threat of GenAI-generated movies: a study of Rajiv Chilaka vs. Martin Scorsese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25190-606F-C381-ACD1-BFE539609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3200" dirty="0"/>
              <a:t>You have been hired by a cool animation startup in LA to draw insights from the works of </a:t>
            </a:r>
            <a:r>
              <a:rPr lang="en-US" sz="3200" b="1" dirty="0"/>
              <a:t>Rajiv Chilaka and Martin Scorsese </a:t>
            </a:r>
            <a:r>
              <a:rPr lang="en-US" sz="3200" dirty="0"/>
              <a:t>based on the data available in this dataset.</a:t>
            </a:r>
          </a:p>
          <a:p>
            <a:pPr algn="ctr"/>
            <a:r>
              <a:rPr lang="en-US" sz="3200" dirty="0"/>
              <a:t>You will then use these insights to recommend strategies for them to </a:t>
            </a:r>
            <a:r>
              <a:rPr lang="en-US" sz="3200" b="1" dirty="0"/>
              <a:t>counter the threat of GenAI-generated movies</a:t>
            </a:r>
            <a:r>
              <a:rPr lang="en-US" sz="32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EB7AF0-7A34-2E16-F4C3-4F4F3900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39CFDC-4830-521E-D755-29F6022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4433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A502F-E6CF-273F-4914-F46B876450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Highest number of directed movies in the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E10E8-42AB-ACA2-160A-89CDD82804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Rajiv Chilaka is an Indian animation filmmaker known for his work on shows like “Chhota Bheem” and “</a:t>
            </a:r>
            <a:r>
              <a:rPr lang="en-US" sz="3000" dirty="0" err="1"/>
              <a:t>KikoRiki</a:t>
            </a:r>
            <a:r>
              <a:rPr lang="en-US" sz="3000" dirty="0"/>
              <a:t>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4D3039-0AAB-2112-B73E-53C3DB85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Rajiv Chilaka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9AF66-6499-C5AC-2AC1-1D46C4A2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450CF-C700-1A38-7175-76979C8C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543323"/>
            <a:ext cx="4304886" cy="43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54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2396-F2F5-103A-4F1A-119AC98A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894A7-B12B-4B6D-EAE0-CB3E71CE9F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You know… the guy who directed Goodfellas, The Departed, The Irishman,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8482D-21E2-23DD-8827-98509EB9C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33391" y="1543324"/>
            <a:ext cx="6290521" cy="4454706"/>
          </a:xfrm>
        </p:spPr>
        <p:txBody>
          <a:bodyPr/>
          <a:lstStyle/>
          <a:p>
            <a:r>
              <a:rPr lang="en-US" sz="3000" dirty="0"/>
              <a:t>Martin Scorsese is an American film director known for his gritty, intense films like “Goodfellas”, “The Departed”, and “The Irishman”.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CB2D3B-8A47-B96A-4183-CE6F9F3B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Martin Scorsese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951A6-030D-BFAB-FE83-ED0789A3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1026" name="Picture 2" descr="Best Martin Scorsese Films &amp; Movies, Ranked">
            <a:extLst>
              <a:ext uri="{FF2B5EF4-FFF2-40B4-BE49-F238E27FC236}">
                <a16:creationId xmlns:a16="http://schemas.microsoft.com/office/drawing/2014/main" id="{120BA329-BC01-79C6-8A26-A0A6441B4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" r="60057"/>
          <a:stretch>
            <a:fillRect/>
          </a:stretch>
        </p:blipFill>
        <p:spPr bwMode="auto">
          <a:xfrm>
            <a:off x="996043" y="1655581"/>
            <a:ext cx="2988129" cy="428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706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424E4-12C3-BC89-BEF2-F4DE2722BC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Executive Summary &amp; Supporting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71404-F768-D2DF-787E-D01D3671B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43" y="1687285"/>
            <a:ext cx="9579427" cy="3995059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 one-page executive summary detailing the analysis, insights, and recommendations. 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One killer figure.</a:t>
            </a:r>
          </a:p>
          <a:p>
            <a:pPr marL="514350" indent="-514350">
              <a:buFont typeface="Wingdings" panose="05000000000000000000" pitchFamily="2" charset="2"/>
              <a:buChar char="ü"/>
            </a:pPr>
            <a:r>
              <a:rPr lang="en-US" sz="3500" dirty="0"/>
              <a:t>Additional supporting analysis can be included as an appendix.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7FE1F2-6E1D-7C25-A9A5-85078999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Deliverables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99897-155D-DC2D-29F9-5BAB27C9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125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380412-05C8-8CF0-3EEE-C5AF6E9FFF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well can you craft and articulate the story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D8BAA-4487-E637-6ACC-8499BE3D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Grading Criteria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B6402-D2B1-9AE5-7C2D-33EC82F3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B4CFF6-6ED3-3597-3472-AABDF6E5C8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87080"/>
              </p:ext>
            </p:extLst>
          </p:nvPr>
        </p:nvGraphicFramePr>
        <p:xfrm>
          <a:off x="468086" y="1431687"/>
          <a:ext cx="10951028" cy="4747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824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2B28148-5096-D851-4BB9-4B444DB09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4A532C-6249-6D45-8D97-8F30D8689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03" t="4876" r="9653"/>
          <a:stretch>
            <a:fillRect/>
          </a:stretch>
        </p:blipFill>
        <p:spPr>
          <a:xfrm>
            <a:off x="468086" y="1757362"/>
            <a:ext cx="5413169" cy="417630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857DC4-D0FA-66DB-252E-74701D39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5" t="7881" r="10325" b="3"/>
          <a:stretch>
            <a:fillRect/>
          </a:stretch>
        </p:blipFill>
        <p:spPr>
          <a:xfrm>
            <a:off x="6309157" y="1757362"/>
            <a:ext cx="5425643" cy="4044323"/>
          </a:xfrm>
          <a:prstGeom prst="rect">
            <a:avLst/>
          </a:prstGeom>
          <a:noFill/>
        </p:spPr>
      </p:pic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0C4E2F0-0EDE-B905-12DA-6C188C9F9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/>
          <a:lstStyle/>
          <a:p>
            <a:r>
              <a:rPr lang="en-US" dirty="0"/>
              <a:t>Who are these guys working with?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7CC38-7A74-8771-BA8F-8C3FE41A29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99939-7B57-4082-2099-17BBA0F79963}"/>
              </a:ext>
            </a:extLst>
          </p:cNvPr>
          <p:cNvSpPr txBox="1"/>
          <p:nvPr/>
        </p:nvSpPr>
        <p:spPr>
          <a:xfrm>
            <a:off x="6057900" y="973717"/>
            <a:ext cx="4844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More on this next week</a:t>
            </a:r>
          </a:p>
        </p:txBody>
      </p:sp>
    </p:spTree>
    <p:extLst>
      <p:ext uri="{BB962C8B-B14F-4D97-AF65-F5344CB8AC3E}">
        <p14:creationId xmlns:p14="http://schemas.microsoft.com/office/powerpoint/2010/main" val="155869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Learning Curve cartoon - Marketoonist | Tom Fishburne">
            <a:extLst>
              <a:ext uri="{FF2B5EF4-FFF2-40B4-BE49-F238E27FC236}">
                <a16:creationId xmlns:a16="http://schemas.microsoft.com/office/drawing/2014/main" id="{E5CA02CE-1C9F-ABF8-E3E8-B74ABAAC7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" y="306880"/>
            <a:ext cx="11950700" cy="62442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7B9B2E8D-E474-F4F3-705C-FA0B25A269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13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4515</TotalTime>
  <Words>2218</Words>
  <Application>Microsoft Office PowerPoint</Application>
  <PresentationFormat>Widescreen</PresentationFormat>
  <Paragraphs>321</Paragraphs>
  <Slides>54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Acumin Pro</vt:lpstr>
      <vt:lpstr>Acumin Pro Medium</vt:lpstr>
      <vt:lpstr>Acumin Pro Condensed Semibold</vt:lpstr>
      <vt:lpstr>Franklin Gothic Medium Cond</vt:lpstr>
      <vt:lpstr>Acumin Pro Semibold</vt:lpstr>
      <vt:lpstr>Calibri</vt:lpstr>
      <vt:lpstr>Arial</vt:lpstr>
      <vt:lpstr>Wingdings</vt:lpstr>
      <vt:lpstr>Franklin Gothic Book</vt:lpstr>
      <vt:lpstr>Franklin Gothic Medium</vt:lpstr>
      <vt:lpstr>Office Theme</vt:lpstr>
      <vt:lpstr>MGMT590 - Visual Analytics</vt:lpstr>
      <vt:lpstr>Today’s Agenda</vt:lpstr>
      <vt:lpstr>Special Graph “Show and tell”</vt:lpstr>
      <vt:lpstr>Module 5: Effective Visualization </vt:lpstr>
      <vt:lpstr>Visualizing Relational, Distributions, Categorical Data</vt:lpstr>
      <vt:lpstr>Part 1: Key findings from the survey</vt:lpstr>
      <vt:lpstr>Articulating the Story: The “HOW”</vt:lpstr>
      <vt:lpstr>Visualization in Operations Management Research</vt:lpstr>
      <vt:lpstr>Communicate ideas, data, and findings effectively</vt:lpstr>
      <vt:lpstr>Misrepresentation concerns – Descriptive Analytics</vt:lpstr>
      <vt:lpstr>Misrepresentation concerns – Descriptive Analytics</vt:lpstr>
      <vt:lpstr>Misrepresentation concerns – Predictive &amp; Prescriptive</vt:lpstr>
      <vt:lpstr>Misrepresentation concerns – Predictive &amp; Prescriptive</vt:lpstr>
      <vt:lpstr>Trends and Directions in Data</vt:lpstr>
      <vt:lpstr>Data Collection</vt:lpstr>
      <vt:lpstr>Trends and Directions in Techniques</vt:lpstr>
      <vt:lpstr>Visualization in Supply Chain &amp; Decision Making</vt:lpstr>
      <vt:lpstr>Types of Tools &amp; How They Are Used</vt:lpstr>
      <vt:lpstr>Hands-on Practice</vt:lpstr>
      <vt:lpstr>GenAI tool – Copilot</vt:lpstr>
      <vt:lpstr>GenAI tool – Copilot</vt:lpstr>
      <vt:lpstr>GenAI tool – Copilot</vt:lpstr>
      <vt:lpstr>Storytelling with data</vt:lpstr>
      <vt:lpstr>WHAT is the story you are trying to tell?</vt:lpstr>
      <vt:lpstr>Articulating the Story: The “HOW”</vt:lpstr>
      <vt:lpstr>What is our “Big Idea” from the YouTube Data?</vt:lpstr>
      <vt:lpstr>Hands-on Practice</vt:lpstr>
      <vt:lpstr>Account Setup &amp; Sign in</vt:lpstr>
      <vt:lpstr>Power BI 101 – Explore Fundamentals of Data Visualization</vt:lpstr>
      <vt:lpstr>Building with Power BI</vt:lpstr>
      <vt:lpstr>Storytelling with Power BI in PowerPoint</vt:lpstr>
      <vt:lpstr>Questions? </vt:lpstr>
      <vt:lpstr>That’s a wrap</vt:lpstr>
      <vt:lpstr>Assignment 2</vt:lpstr>
      <vt:lpstr>Dataset</vt:lpstr>
      <vt:lpstr>Context</vt:lpstr>
      <vt:lpstr>Rajiv Chilaka</vt:lpstr>
      <vt:lpstr>Martin Scorsese</vt:lpstr>
      <vt:lpstr>Deliverables</vt:lpstr>
      <vt:lpstr>Grading Criteria</vt:lpstr>
      <vt:lpstr>Network analysis</vt:lpstr>
      <vt:lpstr>PowerPoint Presentation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Questions?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229</cp:revision>
  <dcterms:created xsi:type="dcterms:W3CDTF">2025-05-19T00:14:27Z</dcterms:created>
  <dcterms:modified xsi:type="dcterms:W3CDTF">2025-09-22T14:51:31Z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