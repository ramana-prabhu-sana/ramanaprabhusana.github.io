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66" r:id="rId5"/>
  </p:sldIdLst>
  <p:sldSz cx="32918400" cy="21945600"/>
  <p:notesSz cx="39600188" cy="39600188"/>
  <p:custDataLst>
    <p:tags r:id="rId8"/>
  </p:custDataLst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1pPr>
    <a:lvl2pPr marL="289523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2pPr>
    <a:lvl3pPr marL="579045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3pPr>
    <a:lvl4pPr marL="868568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4pPr>
    <a:lvl5pPr marL="1158089" algn="l" rtl="0" eaLnBrk="0" fontAlgn="base" hangingPunct="0">
      <a:spcBef>
        <a:spcPct val="0"/>
      </a:spcBef>
      <a:spcAft>
        <a:spcPct val="0"/>
      </a:spcAft>
      <a:defRPr sz="1520" kern="1200">
        <a:solidFill>
          <a:schemeClr val="tx1"/>
        </a:solidFill>
        <a:latin typeface="Times" charset="0"/>
        <a:ea typeface="+mn-ea"/>
        <a:cs typeface="+mn-cs"/>
      </a:defRPr>
    </a:lvl5pPr>
    <a:lvl6pPr marL="1447613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6pPr>
    <a:lvl7pPr marL="1737134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7pPr>
    <a:lvl8pPr marL="2026657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8pPr>
    <a:lvl9pPr marL="2316179" algn="l" defTabSz="579045" rtl="0" eaLnBrk="1" latinLnBrk="0" hangingPunct="1">
      <a:defRPr sz="1520" kern="1200">
        <a:solidFill>
          <a:schemeClr val="tx1"/>
        </a:solidFill>
        <a:latin typeface="Times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16" userDrawn="1">
          <p15:clr>
            <a:srgbClr val="A4A3A4"/>
          </p15:clr>
        </p15:guide>
        <p15:guide id="2" orient="horz" pos="1380" userDrawn="1">
          <p15:clr>
            <a:srgbClr val="A4A3A4"/>
          </p15:clr>
        </p15:guide>
        <p15:guide id="3" orient="horz" pos="3457" userDrawn="1">
          <p15:clr>
            <a:srgbClr val="A4A3A4"/>
          </p15:clr>
        </p15:guide>
        <p15:guide id="4" orient="horz" pos="11264" userDrawn="1">
          <p15:clr>
            <a:srgbClr val="A4A3A4"/>
          </p15:clr>
        </p15:guide>
        <p15:guide id="5" orient="horz" pos="2725" userDrawn="1">
          <p15:clr>
            <a:srgbClr val="A4A3A4"/>
          </p15:clr>
        </p15:guide>
        <p15:guide id="6" orient="horz" pos="14370" userDrawn="1">
          <p15:clr>
            <a:srgbClr val="A4A3A4"/>
          </p15:clr>
        </p15:guide>
        <p15:guide id="7" pos="21615" userDrawn="1">
          <p15:clr>
            <a:srgbClr val="A4A3A4"/>
          </p15:clr>
        </p15:guide>
        <p15:guide id="8" pos="14819" userDrawn="1">
          <p15:clr>
            <a:srgbClr val="A4A3A4"/>
          </p15:clr>
        </p15:guide>
        <p15:guide id="9" pos="312" userDrawn="1">
          <p15:clr>
            <a:srgbClr val="A4A3A4"/>
          </p15:clr>
        </p15:guide>
        <p15:guide id="10" pos="7108" userDrawn="1">
          <p15:clr>
            <a:srgbClr val="A4A3A4"/>
          </p15:clr>
        </p15:guide>
        <p15:guide id="11" pos="7586" userDrawn="1">
          <p15:clr>
            <a:srgbClr val="A4A3A4"/>
          </p15:clr>
        </p15:guide>
        <p15:guide id="12" pos="14384" userDrawn="1">
          <p15:clr>
            <a:srgbClr val="A4A3A4"/>
          </p15:clr>
        </p15:guide>
        <p15:guide id="13" pos="7806" userDrawn="1">
          <p15:clr>
            <a:srgbClr val="A4A3A4"/>
          </p15:clr>
        </p15:guide>
        <p15:guide id="14" pos="1416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A5DD02-08E2-9093-44CA-4B2A79556736}" name="Parth Kapila" initials="PK" userId="S::pkapila@purdue.edu::af773e35-760f-40d7-ac99-aec9a2566984" providerId="AD"/>
  <p188:author id="{FD500522-859F-0C0E-AE1B-49318DA32968}" name="Saandiya KPS Mohan" initials="SM" userId="S::mohan76@purdue.edu::a5fae100-ddeb-422e-bd83-d64bb65b419a" providerId="AD"/>
  <p188:author id="{D5313287-981E-9FC1-AA04-2FB3EFA4A31F}" name="Ramana prabhu Sana" initials="RS" userId="S::rsana@purdue.edu::9ce700ea-1810-4462-ab36-dec9325c035e" providerId="AD"/>
  <p188:author id="{90860BD5-2D9B-702F-0067-416BAE9C8C42}" name="Tanvi Vijay" initials="TV" userId="S::vijay19@purdue.edu::ea6b5637-538d-41c3-907f-c04906cb04b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chin Ulhas Arakeri" initials="SUA" lastIdx="1" clrIdx="0">
    <p:extLst>
      <p:ext uri="{19B8F6BF-5375-455C-9EA6-DF929625EA0E}">
        <p15:presenceInfo xmlns:p15="http://schemas.microsoft.com/office/powerpoint/2012/main" userId="Sachin Ulhas Araker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B991"/>
    <a:srgbClr val="B1810B"/>
    <a:srgbClr val="DDC69A"/>
    <a:srgbClr val="D6BE91"/>
    <a:srgbClr val="035FA0"/>
    <a:srgbClr val="D23A43"/>
    <a:srgbClr val="10253F"/>
    <a:srgbClr val="DEC699"/>
    <a:srgbClr val="1F497D"/>
    <a:srgbClr val="131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D2E7BF-EFC7-DF7C-68F1-0B60ED36F343}" v="6" dt="2026-03-12T05:09:41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269D01E-BC32-4049-B463-5C60D7B0CCD2}" styleName="Themed Style 2 –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4516"/>
        <p:guide orient="horz" pos="1380"/>
        <p:guide orient="horz" pos="3457"/>
        <p:guide orient="horz" pos="11264"/>
        <p:guide orient="horz" pos="2725"/>
        <p:guide orient="horz" pos="14370"/>
        <p:guide pos="21615"/>
        <p:guide pos="14819"/>
        <p:guide pos="312"/>
        <p:guide pos="7108"/>
        <p:guide pos="7586"/>
        <p:guide pos="14384"/>
        <p:guide pos="7806"/>
        <p:guide pos="1416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 Vijay" userId="S::vijay19@purdue.edu::ea6b5637-538d-41c3-907f-c04906cb04b1" providerId="AD" clId="Web-{7727AA1B-B613-AD67-3E1E-13A308F20762}"/>
    <pc:docChg chg="addSld modSld">
      <pc:chgData name="Tanvi Vijay" userId="S::vijay19@purdue.edu::ea6b5637-538d-41c3-907f-c04906cb04b1" providerId="AD" clId="Web-{7727AA1B-B613-AD67-3E1E-13A308F20762}" dt="2026-03-03T02:33:39.616" v="123"/>
      <pc:docMkLst>
        <pc:docMk/>
      </pc:docMkLst>
    </pc:docChg>
  </pc:docChgLst>
  <pc:docChgLst>
    <pc:chgData name="Ramana prabhu Sana" userId="9ce700ea-1810-4462-ab36-dec9325c035e" providerId="ADAL" clId="{7F8A51BB-DF7A-5C03-A6B7-03326D5C008F}"/>
    <pc:docChg chg="undo custSel addSld delSld modSld sldOrd">
      <pc:chgData name="Ramana prabhu Sana" userId="9ce700ea-1810-4462-ab36-dec9325c035e" providerId="ADAL" clId="{7F8A51BB-DF7A-5C03-A6B7-03326D5C008F}" dt="2026-03-04T02:02:00.037" v="853" actId="5793"/>
      <pc:docMkLst>
        <pc:docMk/>
      </pc:docMkLst>
      <pc:sldChg chg="addSp delSp modSp add mod">
        <pc:chgData name="Ramana prabhu Sana" userId="9ce700ea-1810-4462-ab36-dec9325c035e" providerId="ADAL" clId="{7F8A51BB-DF7A-5C03-A6B7-03326D5C008F}" dt="2026-03-04T02:02:00.037" v="853" actId="5793"/>
        <pc:sldMkLst>
          <pc:docMk/>
          <pc:sldMk cId="1052505129" sldId="266"/>
        </pc:sldMkLst>
        <pc:spChg chg="mod">
          <ac:chgData name="Ramana prabhu Sana" userId="9ce700ea-1810-4462-ab36-dec9325c035e" providerId="ADAL" clId="{7F8A51BB-DF7A-5C03-A6B7-03326D5C008F}" dt="2026-03-04T01:08:16.852" v="547" actId="404"/>
          <ac:spMkLst>
            <pc:docMk/>
            <pc:sldMk cId="1052505129" sldId="266"/>
            <ac:spMk id="2" creationId="{495A8892-7792-A29C-D7E3-CF3D52C232C2}"/>
          </ac:spMkLst>
        </pc:spChg>
        <pc:spChg chg="mod">
          <ac:chgData name="Ramana prabhu Sana" userId="9ce700ea-1810-4462-ab36-dec9325c035e" providerId="ADAL" clId="{7F8A51BB-DF7A-5C03-A6B7-03326D5C008F}" dt="2026-03-04T01:24:03.662" v="829" actId="1076"/>
          <ac:spMkLst>
            <pc:docMk/>
            <pc:sldMk cId="1052505129" sldId="266"/>
            <ac:spMk id="4" creationId="{31291030-941B-B441-7213-5433C81462CC}"/>
          </ac:spMkLst>
        </pc:spChg>
        <pc:spChg chg="mod">
          <ac:chgData name="Ramana prabhu Sana" userId="9ce700ea-1810-4462-ab36-dec9325c035e" providerId="ADAL" clId="{7F8A51BB-DF7A-5C03-A6B7-03326D5C008F}" dt="2026-03-04T01:17:00.594" v="653" actId="1035"/>
          <ac:spMkLst>
            <pc:docMk/>
            <pc:sldMk cId="1052505129" sldId="266"/>
            <ac:spMk id="14" creationId="{A30F1921-F6A3-C102-D3B5-5265ACF95CCC}"/>
          </ac:spMkLst>
        </pc:spChg>
        <pc:spChg chg="mod">
          <ac:chgData name="Ramana prabhu Sana" userId="9ce700ea-1810-4462-ab36-dec9325c035e" providerId="ADAL" clId="{7F8A51BB-DF7A-5C03-A6B7-03326D5C008F}" dt="2026-03-04T02:02:00.037" v="853" actId="5793"/>
          <ac:spMkLst>
            <pc:docMk/>
            <pc:sldMk cId="1052505129" sldId="266"/>
            <ac:spMk id="18" creationId="{EF9844C0-980C-BD95-1A15-176782D88625}"/>
          </ac:spMkLst>
        </pc:spChg>
        <pc:spChg chg="mod">
          <ac:chgData name="Ramana prabhu Sana" userId="9ce700ea-1810-4462-ab36-dec9325c035e" providerId="ADAL" clId="{7F8A51BB-DF7A-5C03-A6B7-03326D5C008F}" dt="2026-03-04T01:08:09.061" v="546" actId="2711"/>
          <ac:spMkLst>
            <pc:docMk/>
            <pc:sldMk cId="1052505129" sldId="266"/>
            <ac:spMk id="23" creationId="{D2861F0B-68AB-2991-5D60-4AFF73BCD4E5}"/>
          </ac:spMkLst>
        </pc:spChg>
        <pc:spChg chg="mod">
          <ac:chgData name="Ramana prabhu Sana" userId="9ce700ea-1810-4462-ab36-dec9325c035e" providerId="ADAL" clId="{7F8A51BB-DF7A-5C03-A6B7-03326D5C008F}" dt="2026-03-04T01:08:09.061" v="546" actId="2711"/>
          <ac:spMkLst>
            <pc:docMk/>
            <pc:sldMk cId="1052505129" sldId="266"/>
            <ac:spMk id="24" creationId="{3E996974-B59F-3F74-5EAE-C4ED13F0359F}"/>
          </ac:spMkLst>
        </pc:spChg>
        <pc:spChg chg="mod">
          <ac:chgData name="Ramana prabhu Sana" userId="9ce700ea-1810-4462-ab36-dec9325c035e" providerId="ADAL" clId="{7F8A51BB-DF7A-5C03-A6B7-03326D5C008F}" dt="2026-03-04T01:19:59.860" v="827" actId="255"/>
          <ac:spMkLst>
            <pc:docMk/>
            <pc:sldMk cId="1052505129" sldId="266"/>
            <ac:spMk id="33" creationId="{6FEF4646-EC1C-FD6C-404D-80DE967B4330}"/>
          </ac:spMkLst>
        </pc:spChg>
        <pc:spChg chg="mod">
          <ac:chgData name="Ramana prabhu Sana" userId="9ce700ea-1810-4462-ab36-dec9325c035e" providerId="ADAL" clId="{7F8A51BB-DF7A-5C03-A6B7-03326D5C008F}" dt="2026-03-04T01:08:09.061" v="546" actId="2711"/>
          <ac:spMkLst>
            <pc:docMk/>
            <pc:sldMk cId="1052505129" sldId="266"/>
            <ac:spMk id="38" creationId="{1EC00F93-BC64-3B6C-C598-D2C5E5B09B6E}"/>
          </ac:spMkLst>
        </pc:spChg>
        <pc:spChg chg="mod">
          <ac:chgData name="Ramana prabhu Sana" userId="9ce700ea-1810-4462-ab36-dec9325c035e" providerId="ADAL" clId="{7F8A51BB-DF7A-5C03-A6B7-03326D5C008F}" dt="2026-03-04T01:16:37.096" v="640" actId="115"/>
          <ac:spMkLst>
            <pc:docMk/>
            <pc:sldMk cId="1052505129" sldId="266"/>
            <ac:spMk id="40" creationId="{A485DCB3-CBB2-11D1-1F80-F4E933DDCF10}"/>
          </ac:spMkLst>
        </pc:spChg>
        <pc:spChg chg="mod">
          <ac:chgData name="Ramana prabhu Sana" userId="9ce700ea-1810-4462-ab36-dec9325c035e" providerId="ADAL" clId="{7F8A51BB-DF7A-5C03-A6B7-03326D5C008F}" dt="2026-03-04T01:14:54.741" v="623" actId="1035"/>
          <ac:spMkLst>
            <pc:docMk/>
            <pc:sldMk cId="1052505129" sldId="266"/>
            <ac:spMk id="84" creationId="{4EBD499C-AF14-5BB8-A0CB-4A1D7FF313B5}"/>
          </ac:spMkLst>
        </pc:spChg>
        <pc:spChg chg="mod">
          <ac:chgData name="Ramana prabhu Sana" userId="9ce700ea-1810-4462-ab36-dec9325c035e" providerId="ADAL" clId="{7F8A51BB-DF7A-5C03-A6B7-03326D5C008F}" dt="2026-03-04T01:19:05.095" v="803" actId="1035"/>
          <ac:spMkLst>
            <pc:docMk/>
            <pc:sldMk cId="1052505129" sldId="266"/>
            <ac:spMk id="130" creationId="{C874564D-A31E-0BE9-1F08-98E8E0E1BA48}"/>
          </ac:spMkLst>
        </pc:spChg>
        <pc:spChg chg="mod">
          <ac:chgData name="Ramana prabhu Sana" userId="9ce700ea-1810-4462-ab36-dec9325c035e" providerId="ADAL" clId="{7F8A51BB-DF7A-5C03-A6B7-03326D5C008F}" dt="2026-03-04T01:10:20.716" v="555" actId="14100"/>
          <ac:spMkLst>
            <pc:docMk/>
            <pc:sldMk cId="1052505129" sldId="266"/>
            <ac:spMk id="142" creationId="{852219BF-4094-7B8F-A655-7E5877EA76C0}"/>
          </ac:spMkLst>
        </pc:spChg>
        <pc:spChg chg="mod">
          <ac:chgData name="Ramana prabhu Sana" userId="9ce700ea-1810-4462-ab36-dec9325c035e" providerId="ADAL" clId="{7F8A51BB-DF7A-5C03-A6B7-03326D5C008F}" dt="2026-03-04T01:16:38.096" v="641" actId="115"/>
          <ac:spMkLst>
            <pc:docMk/>
            <pc:sldMk cId="1052505129" sldId="266"/>
            <ac:spMk id="1057" creationId="{099A4D85-3EAD-8D49-BC28-9F90F3A3D8C9}"/>
          </ac:spMkLst>
        </pc:spChg>
        <pc:picChg chg="mod">
          <ac:chgData name="Ramana prabhu Sana" userId="9ce700ea-1810-4462-ab36-dec9325c035e" providerId="ADAL" clId="{7F8A51BB-DF7A-5C03-A6B7-03326D5C008F}" dt="2026-03-04T01:08:38.444" v="549" actId="14100"/>
          <ac:picMkLst>
            <pc:docMk/>
            <pc:sldMk cId="1052505129" sldId="266"/>
            <ac:picMk id="31" creationId="{6F56B944-82C6-1D8F-7F7E-424608E96BF2}"/>
          </ac:picMkLst>
        </pc:picChg>
        <pc:picChg chg="mod">
          <ac:chgData name="Ramana prabhu Sana" userId="9ce700ea-1810-4462-ab36-dec9325c035e" providerId="ADAL" clId="{7F8A51BB-DF7A-5C03-A6B7-03326D5C008F}" dt="2026-03-04T01:08:28.236" v="548" actId="1076"/>
          <ac:picMkLst>
            <pc:docMk/>
            <pc:sldMk cId="1052505129" sldId="266"/>
            <ac:picMk id="92" creationId="{ED074B3A-EC6F-98C9-D0A1-78AC83462BE8}"/>
          </ac:picMkLst>
        </pc:picChg>
        <pc:picChg chg="mod">
          <ac:chgData name="Ramana prabhu Sana" userId="9ce700ea-1810-4462-ab36-dec9325c035e" providerId="ADAL" clId="{7F8A51BB-DF7A-5C03-A6B7-03326D5C008F}" dt="2026-03-04T02:00:06.428" v="830" actId="14826"/>
          <ac:picMkLst>
            <pc:docMk/>
            <pc:sldMk cId="1052505129" sldId="266"/>
            <ac:picMk id="1098" creationId="{7DC9D7D6-4A30-8121-A41B-509401299E3A}"/>
          </ac:picMkLst>
        </pc:picChg>
      </pc:sldChg>
    </pc:docChg>
  </pc:docChgLst>
  <pc:docChgLst>
    <pc:chgData name="Tanvi Vijay" userId="S::vijay19@purdue.edu::ea6b5637-538d-41c3-907f-c04906cb04b1" providerId="AD" clId="Web-{EC703BF9-1F4E-61BE-034C-B2923C7D4E40}"/>
    <pc:docChg chg="mod modSld">
      <pc:chgData name="Tanvi Vijay" userId="S::vijay19@purdue.edu::ea6b5637-538d-41c3-907f-c04906cb04b1" providerId="AD" clId="Web-{EC703BF9-1F4E-61BE-034C-B2923C7D4E40}" dt="2026-03-03T20:20:32.053" v="307" actId="20577"/>
      <pc:docMkLst>
        <pc:docMk/>
      </pc:docMkLst>
    </pc:docChg>
  </pc:docChgLst>
  <pc:docChgLst>
    <pc:chgData name="Parth Kapila" userId="S::pkapila@purdue.edu::af773e35-760f-40d7-ac99-aec9a2566984" providerId="AD" clId="Web-{0A912EBD-6046-C677-A7F3-CB1464FC53FB}"/>
    <pc:docChg chg="modSld">
      <pc:chgData name="Parth Kapila" userId="S::pkapila@purdue.edu::af773e35-760f-40d7-ac99-aec9a2566984" providerId="AD" clId="Web-{0A912EBD-6046-C677-A7F3-CB1464FC53FB}" dt="2026-03-03T23:36:28.042" v="28" actId="20577"/>
      <pc:docMkLst>
        <pc:docMk/>
      </pc:docMkLst>
    </pc:docChg>
  </pc:docChgLst>
  <pc:docChgLst>
    <pc:chgData name="Parth Kapila" userId="S::pkapila@purdue.edu::af773e35-760f-40d7-ac99-aec9a2566984" providerId="AD" clId="Web-{A0D2E7BF-EFC7-DF7C-68F1-0B60ED36F343}"/>
    <pc:docChg chg="addSld delSld modSld">
      <pc:chgData name="Parth Kapila" userId="S::pkapila@purdue.edu::af773e35-760f-40d7-ac99-aec9a2566984" providerId="AD" clId="Web-{A0D2E7BF-EFC7-DF7C-68F1-0B60ED36F343}" dt="2026-03-12T05:09:41.345" v="43"/>
      <pc:docMkLst>
        <pc:docMk/>
      </pc:docMkLst>
      <pc:sldChg chg="addSp delSp modSp">
        <pc:chgData name="Parth Kapila" userId="S::pkapila@purdue.edu::af773e35-760f-40d7-ac99-aec9a2566984" providerId="AD" clId="Web-{A0D2E7BF-EFC7-DF7C-68F1-0B60ED36F343}" dt="2026-03-12T05:09:41.345" v="43"/>
        <pc:sldMkLst>
          <pc:docMk/>
          <pc:sldMk cId="1052505129" sldId="266"/>
        </pc:sldMkLst>
        <pc:graphicFrameChg chg="modGraphic">
          <ac:chgData name="Parth Kapila" userId="S::pkapila@purdue.edu::af773e35-760f-40d7-ac99-aec9a2566984" providerId="AD" clId="Web-{A0D2E7BF-EFC7-DF7C-68F1-0B60ED36F343}" dt="2026-03-12T05:08:16.259" v="15" actId="20577"/>
          <ac:graphicFrameMkLst>
            <pc:docMk/>
            <pc:sldMk cId="1052505129" sldId="266"/>
            <ac:graphicFrameMk id="50" creationId="{A9F719DC-FDFB-A11C-5EDC-0369F5277BA0}"/>
          </ac:graphicFrameMkLst>
        </pc:graphicFrameChg>
        <pc:graphicFrameChg chg="add del mod modGraphic">
          <ac:chgData name="Parth Kapila" userId="S::pkapila@purdue.edu::af773e35-760f-40d7-ac99-aec9a2566984" providerId="AD" clId="Web-{A0D2E7BF-EFC7-DF7C-68F1-0B60ED36F343}" dt="2026-03-12T05:09:41.345" v="43"/>
          <ac:graphicFrameMkLst>
            <pc:docMk/>
            <pc:sldMk cId="1052505129" sldId="266"/>
            <ac:graphicFrameMk id="154" creationId="{15D5E2E0-1F6C-4FD9-4F97-2627D4873D5D}"/>
          </ac:graphicFrameMkLst>
        </pc:graphicFrameChg>
      </pc:sldChg>
      <pc:sldChg chg="add del replId">
        <pc:chgData name="Parth Kapila" userId="S::pkapila@purdue.edu::af773e35-760f-40d7-ac99-aec9a2566984" providerId="AD" clId="Web-{A0D2E7BF-EFC7-DF7C-68F1-0B60ED36F343}" dt="2026-03-12T05:08:29.938" v="17"/>
        <pc:sldMkLst>
          <pc:docMk/>
          <pc:sldMk cId="2234646137" sldId="267"/>
        </pc:sldMkLst>
      </pc:sldChg>
    </pc:docChg>
  </pc:docChgLst>
  <pc:docChgLst>
    <pc:chgData name="Tanvi Vijay" userId="S::vijay19@purdue.edu::ea6b5637-538d-41c3-907f-c04906cb04b1" providerId="AD" clId="Web-{4F6A9FA1-9F05-6B54-4DF7-CAF0588F983F}"/>
    <pc:docChg chg="modSld">
      <pc:chgData name="Tanvi Vijay" userId="S::vijay19@purdue.edu::ea6b5637-538d-41c3-907f-c04906cb04b1" providerId="AD" clId="Web-{4F6A9FA1-9F05-6B54-4DF7-CAF0588F983F}" dt="2026-03-04T02:58:45.750" v="192" actId="14100"/>
      <pc:docMkLst>
        <pc:docMk/>
      </pc:docMkLst>
      <pc:sldChg chg="addSp delSp modSp">
        <pc:chgData name="Tanvi Vijay" userId="S::vijay19@purdue.edu::ea6b5637-538d-41c3-907f-c04906cb04b1" providerId="AD" clId="Web-{4F6A9FA1-9F05-6B54-4DF7-CAF0588F983F}" dt="2026-03-04T02:58:45.750" v="192" actId="14100"/>
        <pc:sldMkLst>
          <pc:docMk/>
          <pc:sldMk cId="1052505129" sldId="266"/>
        </pc:sldMkLst>
        <pc:spChg chg="mod">
          <ac:chgData name="Tanvi Vijay" userId="S::vijay19@purdue.edu::ea6b5637-538d-41c3-907f-c04906cb04b1" providerId="AD" clId="Web-{4F6A9FA1-9F05-6B54-4DF7-CAF0588F983F}" dt="2026-03-04T02:38:42.600" v="165" actId="20577"/>
          <ac:spMkLst>
            <pc:docMk/>
            <pc:sldMk cId="1052505129" sldId="266"/>
            <ac:spMk id="2" creationId="{495A8892-7792-A29C-D7E3-CF3D52C232C2}"/>
          </ac:spMkLst>
        </pc:spChg>
        <pc:spChg chg="mod">
          <ac:chgData name="Tanvi Vijay" userId="S::vijay19@purdue.edu::ea6b5637-538d-41c3-907f-c04906cb04b1" providerId="AD" clId="Web-{4F6A9FA1-9F05-6B54-4DF7-CAF0588F983F}" dt="2026-03-04T02:58:45.750" v="192" actId="14100"/>
          <ac:spMkLst>
            <pc:docMk/>
            <pc:sldMk cId="1052505129" sldId="266"/>
            <ac:spMk id="18" creationId="{EF9844C0-980C-BD95-1A15-176782D88625}"/>
          </ac:spMkLst>
        </pc:spChg>
        <pc:spChg chg="mod">
          <ac:chgData name="Tanvi Vijay" userId="S::vijay19@purdue.edu::ea6b5637-538d-41c3-907f-c04906cb04b1" providerId="AD" clId="Web-{4F6A9FA1-9F05-6B54-4DF7-CAF0588F983F}" dt="2026-03-04T01:58:46.427" v="59" actId="1076"/>
          <ac:spMkLst>
            <pc:docMk/>
            <pc:sldMk cId="1052505129" sldId="266"/>
            <ac:spMk id="22" creationId="{041071ED-B7F8-1A92-DB40-0BC851FFF935}"/>
          </ac:spMkLst>
        </pc:spChg>
        <pc:spChg chg="mod">
          <ac:chgData name="Tanvi Vijay" userId="S::vijay19@purdue.edu::ea6b5637-538d-41c3-907f-c04906cb04b1" providerId="AD" clId="Web-{4F6A9FA1-9F05-6B54-4DF7-CAF0588F983F}" dt="2026-03-04T01:59:16.537" v="63" actId="1076"/>
          <ac:spMkLst>
            <pc:docMk/>
            <pc:sldMk cId="1052505129" sldId="266"/>
            <ac:spMk id="23" creationId="{D2861F0B-68AB-2991-5D60-4AFF73BCD4E5}"/>
          </ac:spMkLst>
        </pc:spChg>
        <pc:spChg chg="mod">
          <ac:chgData name="Tanvi Vijay" userId="S::vijay19@purdue.edu::ea6b5637-538d-41c3-907f-c04906cb04b1" providerId="AD" clId="Web-{4F6A9FA1-9F05-6B54-4DF7-CAF0588F983F}" dt="2026-03-04T01:58:56.599" v="61" actId="1076"/>
          <ac:spMkLst>
            <pc:docMk/>
            <pc:sldMk cId="1052505129" sldId="266"/>
            <ac:spMk id="25" creationId="{5EC899E3-8017-FCEB-FFE4-C25847A7C3B1}"/>
          </ac:spMkLst>
        </pc:spChg>
        <pc:spChg chg="mod">
          <ac:chgData name="Tanvi Vijay" userId="S::vijay19@purdue.edu::ea6b5637-538d-41c3-907f-c04906cb04b1" providerId="AD" clId="Web-{4F6A9FA1-9F05-6B54-4DF7-CAF0588F983F}" dt="2026-03-04T02:52:47.340" v="191" actId="20577"/>
          <ac:spMkLst>
            <pc:docMk/>
            <pc:sldMk cId="1052505129" sldId="266"/>
            <ac:spMk id="33" creationId="{6FEF4646-EC1C-FD6C-404D-80DE967B4330}"/>
          </ac:spMkLst>
        </pc:spChg>
        <pc:spChg chg="mod">
          <ac:chgData name="Tanvi Vijay" userId="S::vijay19@purdue.edu::ea6b5637-538d-41c3-907f-c04906cb04b1" providerId="AD" clId="Web-{4F6A9FA1-9F05-6B54-4DF7-CAF0588F983F}" dt="2026-03-04T02:23:24.829" v="90" actId="20577"/>
          <ac:spMkLst>
            <pc:docMk/>
            <pc:sldMk cId="1052505129" sldId="266"/>
            <ac:spMk id="35" creationId="{56B2DE50-2135-22CB-2DE3-1EA51F9BC9C8}"/>
          </ac:spMkLst>
        </pc:spChg>
        <pc:spChg chg="mod">
          <ac:chgData name="Tanvi Vijay" userId="S::vijay19@purdue.edu::ea6b5637-538d-41c3-907f-c04906cb04b1" providerId="AD" clId="Web-{4F6A9FA1-9F05-6B54-4DF7-CAF0588F983F}" dt="2026-03-04T02:43:14.338" v="174" actId="14100"/>
          <ac:spMkLst>
            <pc:docMk/>
            <pc:sldMk cId="1052505129" sldId="266"/>
            <ac:spMk id="43" creationId="{7AF60F22-C5FB-BC7E-69D6-79EB923B8237}"/>
          </ac:spMkLst>
        </pc:spChg>
        <pc:spChg chg="mod">
          <ac:chgData name="Tanvi Vijay" userId="S::vijay19@purdue.edu::ea6b5637-538d-41c3-907f-c04906cb04b1" providerId="AD" clId="Web-{4F6A9FA1-9F05-6B54-4DF7-CAF0588F983F}" dt="2026-03-04T02:44:42.588" v="185" actId="14100"/>
          <ac:spMkLst>
            <pc:docMk/>
            <pc:sldMk cId="1052505129" sldId="266"/>
            <ac:spMk id="46" creationId="{C9E41D1C-225A-FEA7-A071-9A5341BDE22C}"/>
          </ac:spMkLst>
        </pc:spChg>
        <pc:spChg chg="mod">
          <ac:chgData name="Tanvi Vijay" userId="S::vijay19@purdue.edu::ea6b5637-538d-41c3-907f-c04906cb04b1" providerId="AD" clId="Web-{4F6A9FA1-9F05-6B54-4DF7-CAF0588F983F}" dt="2026-03-04T02:44:36.151" v="184" actId="14100"/>
          <ac:spMkLst>
            <pc:docMk/>
            <pc:sldMk cId="1052505129" sldId="266"/>
            <ac:spMk id="47" creationId="{C1071E00-AA25-E4E6-849E-C7814E9267CE}"/>
          </ac:spMkLst>
        </pc:spChg>
        <pc:spChg chg="mod">
          <ac:chgData name="Tanvi Vijay" userId="S::vijay19@purdue.edu::ea6b5637-538d-41c3-907f-c04906cb04b1" providerId="AD" clId="Web-{4F6A9FA1-9F05-6B54-4DF7-CAF0588F983F}" dt="2026-03-04T02:43:58.104" v="178" actId="14100"/>
          <ac:spMkLst>
            <pc:docMk/>
            <pc:sldMk cId="1052505129" sldId="266"/>
            <ac:spMk id="48" creationId="{BB842433-BCAC-6511-1CB0-A75D8B3D6B01}"/>
          </ac:spMkLst>
        </pc:spChg>
        <pc:spChg chg="mod">
          <ac:chgData name="Tanvi Vijay" userId="S::vijay19@purdue.edu::ea6b5637-538d-41c3-907f-c04906cb04b1" providerId="AD" clId="Web-{4F6A9FA1-9F05-6B54-4DF7-CAF0588F983F}" dt="2026-03-04T02:45:10.386" v="189" actId="14100"/>
          <ac:spMkLst>
            <pc:docMk/>
            <pc:sldMk cId="1052505129" sldId="266"/>
            <ac:spMk id="4312" creationId="{ABDF964E-E26D-C323-C5BC-5851F50EEBCC}"/>
          </ac:spMkLst>
        </pc:spChg>
        <pc:spChg chg="mod">
          <ac:chgData name="Tanvi Vijay" userId="S::vijay19@purdue.edu::ea6b5637-538d-41c3-907f-c04906cb04b1" providerId="AD" clId="Web-{4F6A9FA1-9F05-6B54-4DF7-CAF0588F983F}" dt="2026-03-04T02:40:14.492" v="170" actId="14100"/>
          <ac:spMkLst>
            <pc:docMk/>
            <pc:sldMk cId="1052505129" sldId="266"/>
            <ac:spMk id="4313" creationId="{DECC6353-D814-0FD4-DA41-0A0160DF6C10}"/>
          </ac:spMkLst>
        </pc:spChg>
        <pc:spChg chg="mod">
          <ac:chgData name="Tanvi Vijay" userId="S::vijay19@purdue.edu::ea6b5637-538d-41c3-907f-c04906cb04b1" providerId="AD" clId="Web-{4F6A9FA1-9F05-6B54-4DF7-CAF0588F983F}" dt="2026-03-04T02:43:46.854" v="176" actId="14100"/>
          <ac:spMkLst>
            <pc:docMk/>
            <pc:sldMk cId="1052505129" sldId="266"/>
            <ac:spMk id="4426" creationId="{EE2E9FF3-40DF-7FAB-6280-97741D51B6A3}"/>
          </ac:spMkLst>
        </pc:spChg>
        <pc:spChg chg="mod">
          <ac:chgData name="Tanvi Vijay" userId="S::vijay19@purdue.edu::ea6b5637-538d-41c3-907f-c04906cb04b1" providerId="AD" clId="Web-{4F6A9FA1-9F05-6B54-4DF7-CAF0588F983F}" dt="2026-03-04T02:35:59.848" v="123" actId="20577"/>
          <ac:spMkLst>
            <pc:docMk/>
            <pc:sldMk cId="1052505129" sldId="266"/>
            <ac:spMk id="4427" creationId="{048CE9B7-566F-AFE9-6D63-DAB09A5E671D}"/>
          </ac:spMkLst>
        </pc:spChg>
        <pc:graphicFrameChg chg="modGraphic">
          <ac:chgData name="Tanvi Vijay" userId="S::vijay19@purdue.edu::ea6b5637-538d-41c3-907f-c04906cb04b1" providerId="AD" clId="Web-{4F6A9FA1-9F05-6B54-4DF7-CAF0588F983F}" dt="2026-03-04T01:31:47.565" v="1"/>
          <ac:graphicFrameMkLst>
            <pc:docMk/>
            <pc:sldMk cId="1052505129" sldId="266"/>
            <ac:graphicFrameMk id="50" creationId="{A9F719DC-FDFB-A11C-5EDC-0369F5277BA0}"/>
          </ac:graphicFrameMkLst>
        </pc:graphicFrameChg>
        <pc:picChg chg="mod">
          <ac:chgData name="Tanvi Vijay" userId="S::vijay19@purdue.edu::ea6b5637-538d-41c3-907f-c04906cb04b1" providerId="AD" clId="Web-{4F6A9FA1-9F05-6B54-4DF7-CAF0588F983F}" dt="2026-03-04T01:32:39.284" v="9" actId="1076"/>
          <ac:picMkLst>
            <pc:docMk/>
            <pc:sldMk cId="1052505129" sldId="266"/>
            <ac:picMk id="82" creationId="{6CE42F6C-248A-5A30-C90C-DFFDC5031191}"/>
          </ac:picMkLst>
        </pc:picChg>
        <pc:picChg chg="mod">
          <ac:chgData name="Tanvi Vijay" userId="S::vijay19@purdue.edu::ea6b5637-538d-41c3-907f-c04906cb04b1" providerId="AD" clId="Web-{4F6A9FA1-9F05-6B54-4DF7-CAF0588F983F}" dt="2026-03-04T01:32:37.206" v="8" actId="1076"/>
          <ac:picMkLst>
            <pc:docMk/>
            <pc:sldMk cId="1052505129" sldId="266"/>
            <ac:picMk id="86" creationId="{7FC68F09-E2A7-D366-5C0B-BE0D1AE87994}"/>
          </ac:picMkLst>
        </pc:picChg>
        <pc:picChg chg="mod">
          <ac:chgData name="Tanvi Vijay" userId="S::vijay19@purdue.edu::ea6b5637-538d-41c3-907f-c04906cb04b1" providerId="AD" clId="Web-{4F6A9FA1-9F05-6B54-4DF7-CAF0588F983F}" dt="2026-03-04T01:32:42.893" v="10" actId="1076"/>
          <ac:picMkLst>
            <pc:docMk/>
            <pc:sldMk cId="1052505129" sldId="266"/>
            <ac:picMk id="88" creationId="{2AEC9C3B-E58E-F0FE-6F1A-E9BC91308DF0}"/>
          </ac:picMkLst>
        </pc:picChg>
        <pc:picChg chg="mod">
          <ac:chgData name="Tanvi Vijay" userId="S::vijay19@purdue.edu::ea6b5637-538d-41c3-907f-c04906cb04b1" providerId="AD" clId="Web-{4F6A9FA1-9F05-6B54-4DF7-CAF0588F983F}" dt="2026-03-04T01:32:05.065" v="5" actId="1076"/>
          <ac:picMkLst>
            <pc:docMk/>
            <pc:sldMk cId="1052505129" sldId="266"/>
            <ac:picMk id="92" creationId="{ED074B3A-EC6F-98C9-D0A1-78AC83462BE8}"/>
          </ac:picMkLst>
        </pc:picChg>
        <pc:picChg chg="mod">
          <ac:chgData name="Tanvi Vijay" userId="S::vijay19@purdue.edu::ea6b5637-538d-41c3-907f-c04906cb04b1" providerId="AD" clId="Web-{4F6A9FA1-9F05-6B54-4DF7-CAF0588F983F}" dt="2026-03-04T01:33:12.752" v="18" actId="1076"/>
          <ac:picMkLst>
            <pc:docMk/>
            <pc:sldMk cId="1052505129" sldId="266"/>
            <ac:picMk id="112" creationId="{278A4D10-D727-0888-D85B-A363E0DCF372}"/>
          </ac:picMkLst>
        </pc:picChg>
        <pc:picChg chg="mod">
          <ac:chgData name="Tanvi Vijay" userId="S::vijay19@purdue.edu::ea6b5637-538d-41c3-907f-c04906cb04b1" providerId="AD" clId="Web-{4F6A9FA1-9F05-6B54-4DF7-CAF0588F983F}" dt="2026-03-04T01:33:08.987" v="17" actId="1076"/>
          <ac:picMkLst>
            <pc:docMk/>
            <pc:sldMk cId="1052505129" sldId="266"/>
            <ac:picMk id="114" creationId="{3D99593A-2A67-116E-FFAF-2819D41FD780}"/>
          </ac:picMkLst>
        </pc:picChg>
        <pc:picChg chg="add mod">
          <ac:chgData name="Tanvi Vijay" userId="S::vijay19@purdue.edu::ea6b5637-538d-41c3-907f-c04906cb04b1" providerId="AD" clId="Web-{4F6A9FA1-9F05-6B54-4DF7-CAF0588F983F}" dt="2026-03-04T01:41:49.583" v="33" actId="1076"/>
          <ac:picMkLst>
            <pc:docMk/>
            <pc:sldMk cId="1052505129" sldId="266"/>
            <ac:picMk id="232" creationId="{69907D69-F3A6-98EF-095A-B604DFA9B4AD}"/>
          </ac:picMkLst>
        </pc:picChg>
        <pc:picChg chg="add del mod">
          <ac:chgData name="Tanvi Vijay" userId="S::vijay19@purdue.edu::ea6b5637-538d-41c3-907f-c04906cb04b1" providerId="AD" clId="Web-{4F6A9FA1-9F05-6B54-4DF7-CAF0588F983F}" dt="2026-03-04T01:43:57.864" v="49" actId="1076"/>
          <ac:picMkLst>
            <pc:docMk/>
            <pc:sldMk cId="1052505129" sldId="266"/>
            <ac:picMk id="233" creationId="{3A676272-6D03-E1F6-0E91-14A0D8FB2661}"/>
          </ac:picMkLst>
        </pc:picChg>
        <pc:picChg chg="mod">
          <ac:chgData name="Tanvi Vijay" userId="S::vijay19@purdue.edu::ea6b5637-538d-41c3-907f-c04906cb04b1" providerId="AD" clId="Web-{4F6A9FA1-9F05-6B54-4DF7-CAF0588F983F}" dt="2026-03-04T01:32:45.565" v="11" actId="1076"/>
          <ac:picMkLst>
            <pc:docMk/>
            <pc:sldMk cId="1052505129" sldId="266"/>
            <ac:picMk id="1082" creationId="{D84C6BF1-68C1-2A50-9987-4E7F5A235BBD}"/>
          </ac:picMkLst>
        </pc:picChg>
        <pc:picChg chg="add mod">
          <ac:chgData name="Tanvi Vijay" userId="S::vijay19@purdue.edu::ea6b5637-538d-41c3-907f-c04906cb04b1" providerId="AD" clId="Web-{4F6A9FA1-9F05-6B54-4DF7-CAF0588F983F}" dt="2026-03-04T01:43:50.145" v="47" actId="1076"/>
          <ac:picMkLst>
            <pc:docMk/>
            <pc:sldMk cId="1052505129" sldId="266"/>
            <ac:picMk id="1098" creationId="{7DC9D7D6-4A30-8121-A41B-509401299E3A}"/>
          </ac:picMkLst>
        </pc:picChg>
        <pc:picChg chg="add mod">
          <ac:chgData name="Tanvi Vijay" userId="S::vijay19@purdue.edu::ea6b5637-538d-41c3-907f-c04906cb04b1" providerId="AD" clId="Web-{4F6A9FA1-9F05-6B54-4DF7-CAF0588F983F}" dt="2026-03-04T02:14:33.653" v="83" actId="1076"/>
          <ac:picMkLst>
            <pc:docMk/>
            <pc:sldMk cId="1052505129" sldId="266"/>
            <ac:picMk id="1588" creationId="{27F90EC4-5EC0-935F-C8A3-34FCAB960AAD}"/>
          </ac:picMkLst>
        </pc:picChg>
      </pc:sldChg>
    </pc:docChg>
  </pc:docChgLst>
  <pc:docChgLst>
    <pc:chgData name="Parth Kapila" userId="S::pkapila@purdue.edu::af773e35-760f-40d7-ac99-aec9a2566984" providerId="AD" clId="Web-{A95AEA29-A6D7-4556-CD94-4CDB63C9C39F}"/>
    <pc:docChg chg="addSld delSld modSld">
      <pc:chgData name="Parth Kapila" userId="S::pkapila@purdue.edu::af773e35-760f-40d7-ac99-aec9a2566984" providerId="AD" clId="Web-{A95AEA29-A6D7-4556-CD94-4CDB63C9C39F}" dt="2026-03-04T02:47:26.096" v="505" actId="14100"/>
      <pc:docMkLst>
        <pc:docMk/>
      </pc:docMkLst>
      <pc:sldChg chg="addSp delSp modSp">
        <pc:chgData name="Parth Kapila" userId="S::pkapila@purdue.edu::af773e35-760f-40d7-ac99-aec9a2566984" providerId="AD" clId="Web-{A95AEA29-A6D7-4556-CD94-4CDB63C9C39F}" dt="2026-03-04T02:47:26.096" v="505" actId="14100"/>
        <pc:sldMkLst>
          <pc:docMk/>
          <pc:sldMk cId="1052505129" sldId="266"/>
        </pc:sldMkLst>
        <pc:spChg chg="mod">
          <ac:chgData name="Parth Kapila" userId="S::pkapila@purdue.edu::af773e35-760f-40d7-ac99-aec9a2566984" providerId="AD" clId="Web-{A95AEA29-A6D7-4556-CD94-4CDB63C9C39F}" dt="2026-03-04T02:38:49.654" v="436" actId="20577"/>
          <ac:spMkLst>
            <pc:docMk/>
            <pc:sldMk cId="1052505129" sldId="266"/>
            <ac:spMk id="2" creationId="{495A8892-7792-A29C-D7E3-CF3D52C232C2}"/>
          </ac:spMkLst>
        </pc:spChg>
        <pc:spChg chg="mod">
          <ac:chgData name="Parth Kapila" userId="S::pkapila@purdue.edu::af773e35-760f-40d7-ac99-aec9a2566984" providerId="AD" clId="Web-{A95AEA29-A6D7-4556-CD94-4CDB63C9C39F}" dt="2026-03-04T02:45:34.304" v="502" actId="1076"/>
          <ac:spMkLst>
            <pc:docMk/>
            <pc:sldMk cId="1052505129" sldId="266"/>
            <ac:spMk id="4" creationId="{31291030-941B-B441-7213-5433C81462CC}"/>
          </ac:spMkLst>
        </pc:spChg>
        <pc:spChg chg="mod">
          <ac:chgData name="Parth Kapila" userId="S::pkapila@purdue.edu::af773e35-760f-40d7-ac99-aec9a2566984" providerId="AD" clId="Web-{A95AEA29-A6D7-4556-CD94-4CDB63C9C39F}" dt="2026-03-04T02:38:00.465" v="432" actId="20577"/>
          <ac:spMkLst>
            <pc:docMk/>
            <pc:sldMk cId="1052505129" sldId="266"/>
            <ac:spMk id="6" creationId="{D89816D6-599B-05EF-4BAC-EC50AEBFFD9E}"/>
          </ac:spMkLst>
        </pc:spChg>
        <pc:spChg chg="mod">
          <ac:chgData name="Parth Kapila" userId="S::pkapila@purdue.edu::af773e35-760f-40d7-ac99-aec9a2566984" providerId="AD" clId="Web-{A95AEA29-A6D7-4556-CD94-4CDB63C9C39F}" dt="2026-03-04T02:45:28.210" v="501" actId="1076"/>
          <ac:spMkLst>
            <pc:docMk/>
            <pc:sldMk cId="1052505129" sldId="266"/>
            <ac:spMk id="7" creationId="{83953F86-62D8-BAEB-39AA-6067517F6259}"/>
          </ac:spMkLst>
        </pc:spChg>
        <pc:spChg chg="mod">
          <ac:chgData name="Parth Kapila" userId="S::pkapila@purdue.edu::af773e35-760f-40d7-ac99-aec9a2566984" providerId="AD" clId="Web-{A95AEA29-A6D7-4556-CD94-4CDB63C9C39F}" dt="2026-03-04T02:34:53.600" v="391" actId="1076"/>
          <ac:spMkLst>
            <pc:docMk/>
            <pc:sldMk cId="1052505129" sldId="266"/>
            <ac:spMk id="13" creationId="{CBA87D30-ABCD-4F57-4858-2EF48DA776C7}"/>
          </ac:spMkLst>
        </pc:spChg>
        <pc:spChg chg="mod">
          <ac:chgData name="Parth Kapila" userId="S::pkapila@purdue.edu::af773e35-760f-40d7-ac99-aec9a2566984" providerId="AD" clId="Web-{A95AEA29-A6D7-4556-CD94-4CDB63C9C39F}" dt="2026-03-04T02:41:00.549" v="470" actId="1076"/>
          <ac:spMkLst>
            <pc:docMk/>
            <pc:sldMk cId="1052505129" sldId="266"/>
            <ac:spMk id="14" creationId="{A30F1921-F6A3-C102-D3B5-5265ACF95CCC}"/>
          </ac:spMkLst>
        </pc:spChg>
        <pc:spChg chg="mod">
          <ac:chgData name="Parth Kapila" userId="S::pkapila@purdue.edu::af773e35-760f-40d7-ac99-aec9a2566984" providerId="AD" clId="Web-{A95AEA29-A6D7-4556-CD94-4CDB63C9C39F}" dt="2026-03-04T02:43:03.848" v="485" actId="20577"/>
          <ac:spMkLst>
            <pc:docMk/>
            <pc:sldMk cId="1052505129" sldId="266"/>
            <ac:spMk id="18" creationId="{EF9844C0-980C-BD95-1A15-176782D88625}"/>
          </ac:spMkLst>
        </pc:spChg>
        <pc:spChg chg="mod">
          <ac:chgData name="Parth Kapila" userId="S::pkapila@purdue.edu::af773e35-760f-40d7-ac99-aec9a2566984" providerId="AD" clId="Web-{A95AEA29-A6D7-4556-CD94-4CDB63C9C39F}" dt="2026-03-04T02:24:24.101" v="321" actId="20577"/>
          <ac:spMkLst>
            <pc:docMk/>
            <pc:sldMk cId="1052505129" sldId="266"/>
            <ac:spMk id="24" creationId="{3E996974-B59F-3F74-5EAE-C4ED13F0359F}"/>
          </ac:spMkLst>
        </pc:spChg>
        <pc:spChg chg="mod">
          <ac:chgData name="Parth Kapila" userId="S::pkapila@purdue.edu::af773e35-760f-40d7-ac99-aec9a2566984" providerId="AD" clId="Web-{A95AEA29-A6D7-4556-CD94-4CDB63C9C39F}" dt="2026-03-04T02:24:58.882" v="328" actId="20577"/>
          <ac:spMkLst>
            <pc:docMk/>
            <pc:sldMk cId="1052505129" sldId="266"/>
            <ac:spMk id="33" creationId="{6FEF4646-EC1C-FD6C-404D-80DE967B4330}"/>
          </ac:spMkLst>
        </pc:spChg>
        <pc:spChg chg="mod">
          <ac:chgData name="Parth Kapila" userId="S::pkapila@purdue.edu::af773e35-760f-40d7-ac99-aec9a2566984" providerId="AD" clId="Web-{A95AEA29-A6D7-4556-CD94-4CDB63C9C39F}" dt="2026-03-04T02:44:35.975" v="499" actId="1076"/>
          <ac:spMkLst>
            <pc:docMk/>
            <pc:sldMk cId="1052505129" sldId="266"/>
            <ac:spMk id="35" creationId="{56B2DE50-2135-22CB-2DE3-1EA51F9BC9C8}"/>
          </ac:spMkLst>
        </pc:spChg>
        <pc:spChg chg="mod">
          <ac:chgData name="Parth Kapila" userId="S::pkapila@purdue.edu::af773e35-760f-40d7-ac99-aec9a2566984" providerId="AD" clId="Web-{A95AEA29-A6D7-4556-CD94-4CDB63C9C39F}" dt="2026-03-04T02:34:35.647" v="389" actId="1076"/>
          <ac:spMkLst>
            <pc:docMk/>
            <pc:sldMk cId="1052505129" sldId="266"/>
            <ac:spMk id="37" creationId="{AD0C4451-7AE1-CFD7-C5D1-AC452D98BC0E}"/>
          </ac:spMkLst>
        </pc:spChg>
        <pc:spChg chg="mod">
          <ac:chgData name="Parth Kapila" userId="S::pkapila@purdue.edu::af773e35-760f-40d7-ac99-aec9a2566984" providerId="AD" clId="Web-{A95AEA29-A6D7-4556-CD94-4CDB63C9C39F}" dt="2026-03-04T02:34:40.616" v="390" actId="1076"/>
          <ac:spMkLst>
            <pc:docMk/>
            <pc:sldMk cId="1052505129" sldId="266"/>
            <ac:spMk id="38" creationId="{1EC00F93-BC64-3B6C-C598-D2C5E5B09B6E}"/>
          </ac:spMkLst>
        </pc:spChg>
        <pc:spChg chg="mod">
          <ac:chgData name="Parth Kapila" userId="S::pkapila@purdue.edu::af773e35-760f-40d7-ac99-aec9a2566984" providerId="AD" clId="Web-{A95AEA29-A6D7-4556-CD94-4CDB63C9C39F}" dt="2026-03-04T02:41:03.518" v="471" actId="1076"/>
          <ac:spMkLst>
            <pc:docMk/>
            <pc:sldMk cId="1052505129" sldId="266"/>
            <ac:spMk id="39" creationId="{CD19266F-A6E5-E133-B8F0-55A2F19BB6AF}"/>
          </ac:spMkLst>
        </pc:spChg>
        <pc:spChg chg="mod">
          <ac:chgData name="Parth Kapila" userId="S::pkapila@purdue.edu::af773e35-760f-40d7-ac99-aec9a2566984" providerId="AD" clId="Web-{A95AEA29-A6D7-4556-CD94-4CDB63C9C39F}" dt="2026-03-04T02:40:01.266" v="461" actId="1076"/>
          <ac:spMkLst>
            <pc:docMk/>
            <pc:sldMk cId="1052505129" sldId="266"/>
            <ac:spMk id="41" creationId="{1DE7E0AF-E225-349F-7518-1EC7886D2B5F}"/>
          </ac:spMkLst>
        </pc:spChg>
        <pc:spChg chg="mod">
          <ac:chgData name="Parth Kapila" userId="S::pkapila@purdue.edu::af773e35-760f-40d7-ac99-aec9a2566984" providerId="AD" clId="Web-{A95AEA29-A6D7-4556-CD94-4CDB63C9C39F}" dt="2026-03-04T02:43:54.990" v="494" actId="20577"/>
          <ac:spMkLst>
            <pc:docMk/>
            <pc:sldMk cId="1052505129" sldId="266"/>
            <ac:spMk id="42" creationId="{4E08EAAB-BD57-D507-683C-02F84B7FB20C}"/>
          </ac:spMkLst>
        </pc:spChg>
        <pc:spChg chg="mod">
          <ac:chgData name="Parth Kapila" userId="S::pkapila@purdue.edu::af773e35-760f-40d7-ac99-aec9a2566984" providerId="AD" clId="Web-{A95AEA29-A6D7-4556-CD94-4CDB63C9C39F}" dt="2026-03-04T02:27:47.964" v="341" actId="1076"/>
          <ac:spMkLst>
            <pc:docMk/>
            <pc:sldMk cId="1052505129" sldId="266"/>
            <ac:spMk id="53" creationId="{8F7E839F-C633-790C-BD2A-6CF26DF90ECC}"/>
          </ac:spMkLst>
        </pc:spChg>
        <pc:spChg chg="mod">
          <ac:chgData name="Parth Kapila" userId="S::pkapila@purdue.edu::af773e35-760f-40d7-ac99-aec9a2566984" providerId="AD" clId="Web-{A95AEA29-A6D7-4556-CD94-4CDB63C9C39F}" dt="2026-03-04T02:40:49.658" v="468" actId="1076"/>
          <ac:spMkLst>
            <pc:docMk/>
            <pc:sldMk cId="1052505129" sldId="266"/>
            <ac:spMk id="84" creationId="{4EBD499C-AF14-5BB8-A0CB-4A1D7FF313B5}"/>
          </ac:spMkLst>
        </pc:spChg>
        <pc:spChg chg="mod">
          <ac:chgData name="Parth Kapila" userId="S::pkapila@purdue.edu::af773e35-760f-40d7-ac99-aec9a2566984" providerId="AD" clId="Web-{A95AEA29-A6D7-4556-CD94-4CDB63C9C39F}" dt="2026-03-04T02:25:10.679" v="331" actId="20577"/>
          <ac:spMkLst>
            <pc:docMk/>
            <pc:sldMk cId="1052505129" sldId="266"/>
            <ac:spMk id="130" creationId="{C874564D-A31E-0BE9-1F08-98E8E0E1BA48}"/>
          </ac:spMkLst>
        </pc:spChg>
        <pc:spChg chg="mod">
          <ac:chgData name="Parth Kapila" userId="S::pkapila@purdue.edu::af773e35-760f-40d7-ac99-aec9a2566984" providerId="AD" clId="Web-{A95AEA29-A6D7-4556-CD94-4CDB63C9C39F}" dt="2026-03-04T02:42:16.129" v="479" actId="14100"/>
          <ac:spMkLst>
            <pc:docMk/>
            <pc:sldMk cId="1052505129" sldId="266"/>
            <ac:spMk id="142" creationId="{852219BF-4094-7B8F-A655-7E5877EA76C0}"/>
          </ac:spMkLst>
        </pc:spChg>
        <pc:spChg chg="mod">
          <ac:chgData name="Parth Kapila" userId="S::pkapila@purdue.edu::af773e35-760f-40d7-ac99-aec9a2566984" providerId="AD" clId="Web-{A95AEA29-A6D7-4556-CD94-4CDB63C9C39F}" dt="2026-03-04T02:46:01.448" v="504" actId="20577"/>
          <ac:spMkLst>
            <pc:docMk/>
            <pc:sldMk cId="1052505129" sldId="266"/>
            <ac:spMk id="1059" creationId="{10C88CA0-D47B-7841-62A4-8DC8C793B4FB}"/>
          </ac:spMkLst>
        </pc:spChg>
        <pc:spChg chg="add mod">
          <ac:chgData name="Parth Kapila" userId="S::pkapila@purdue.edu::af773e35-760f-40d7-ac99-aec9a2566984" providerId="AD" clId="Web-{A95AEA29-A6D7-4556-CD94-4CDB63C9C39F}" dt="2026-03-04T02:19:33.071" v="285" actId="1076"/>
          <ac:spMkLst>
            <pc:docMk/>
            <pc:sldMk cId="1052505129" sldId="266"/>
            <ac:spMk id="4312" creationId="{ABDF964E-E26D-C323-C5BC-5851F50EEBCC}"/>
          </ac:spMkLst>
        </pc:spChg>
        <pc:spChg chg="add mod">
          <ac:chgData name="Parth Kapila" userId="S::pkapila@purdue.edu::af773e35-760f-40d7-ac99-aec9a2566984" providerId="AD" clId="Web-{A95AEA29-A6D7-4556-CD94-4CDB63C9C39F}" dt="2026-03-04T02:43:40.162" v="490" actId="20577"/>
          <ac:spMkLst>
            <pc:docMk/>
            <pc:sldMk cId="1052505129" sldId="266"/>
            <ac:spMk id="4313" creationId="{DECC6353-D814-0FD4-DA41-0A0160DF6C10}"/>
          </ac:spMkLst>
        </pc:spChg>
        <pc:spChg chg="add mod">
          <ac:chgData name="Parth Kapila" userId="S::pkapila@purdue.edu::af773e35-760f-40d7-ac99-aec9a2566984" providerId="AD" clId="Web-{A95AEA29-A6D7-4556-CD94-4CDB63C9C39F}" dt="2026-03-04T02:20:33.075" v="299" actId="1076"/>
          <ac:spMkLst>
            <pc:docMk/>
            <pc:sldMk cId="1052505129" sldId="266"/>
            <ac:spMk id="4426" creationId="{EE2E9FF3-40DF-7FAB-6280-97741D51B6A3}"/>
          </ac:spMkLst>
        </pc:spChg>
        <pc:spChg chg="add mod">
          <ac:chgData name="Parth Kapila" userId="S::pkapila@purdue.edu::af773e35-760f-40d7-ac99-aec9a2566984" providerId="AD" clId="Web-{A95AEA29-A6D7-4556-CD94-4CDB63C9C39F}" dt="2026-03-04T02:43:45.084" v="492" actId="20577"/>
          <ac:spMkLst>
            <pc:docMk/>
            <pc:sldMk cId="1052505129" sldId="266"/>
            <ac:spMk id="4427" creationId="{048CE9B7-566F-AFE9-6D63-DAB09A5E671D}"/>
          </ac:spMkLst>
        </pc:spChg>
        <pc:spChg chg="add mod">
          <ac:chgData name="Parth Kapila" userId="S::pkapila@purdue.edu::af773e35-760f-40d7-ac99-aec9a2566984" providerId="AD" clId="Web-{A95AEA29-A6D7-4556-CD94-4CDB63C9C39F}" dt="2026-03-04T02:42:25.363" v="481" actId="14100"/>
          <ac:spMkLst>
            <pc:docMk/>
            <pc:sldMk cId="1052505129" sldId="266"/>
            <ac:spMk id="6728" creationId="{3D27DF7F-CA50-7699-1C44-99079EA23125}"/>
          </ac:spMkLst>
        </pc:spChg>
        <pc:graphicFrameChg chg="mod">
          <ac:chgData name="Parth Kapila" userId="S::pkapila@purdue.edu::af773e35-760f-40d7-ac99-aec9a2566984" providerId="AD" clId="Web-{A95AEA29-A6D7-4556-CD94-4CDB63C9C39F}" dt="2026-03-04T02:40:55.439" v="469" actId="1076"/>
          <ac:graphicFrameMkLst>
            <pc:docMk/>
            <pc:sldMk cId="1052505129" sldId="266"/>
            <ac:graphicFrameMk id="5" creationId="{F43ED5CC-737A-AC13-20F1-382D01ED317F}"/>
          </ac:graphicFrameMkLst>
        </pc:graphicFrameChg>
        <pc:graphicFrameChg chg="mod">
          <ac:chgData name="Parth Kapila" userId="S::pkapila@purdue.edu::af773e35-760f-40d7-ac99-aec9a2566984" providerId="AD" clId="Web-{A95AEA29-A6D7-4556-CD94-4CDB63C9C39F}" dt="2026-03-04T02:35:02.382" v="392" actId="1076"/>
          <ac:graphicFrameMkLst>
            <pc:docMk/>
            <pc:sldMk cId="1052505129" sldId="266"/>
            <ac:graphicFrameMk id="50" creationId="{A9F719DC-FDFB-A11C-5EDC-0369F5277BA0}"/>
          </ac:graphicFrameMkLst>
        </pc:graphicFrameChg>
        <pc:graphicFrameChg chg="mod modGraphic">
          <ac:chgData name="Parth Kapila" userId="S::pkapila@purdue.edu::af773e35-760f-40d7-ac99-aec9a2566984" providerId="AD" clId="Web-{A95AEA29-A6D7-4556-CD94-4CDB63C9C39F}" dt="2026-03-04T02:27:51.385" v="342" actId="1076"/>
          <ac:graphicFrameMkLst>
            <pc:docMk/>
            <pc:sldMk cId="1052505129" sldId="266"/>
            <ac:graphicFrameMk id="54" creationId="{98C32141-7D7D-E04A-06B0-5F00BF0BAB39}"/>
          </ac:graphicFrameMkLst>
        </pc:graphicFrameChg>
        <pc:picChg chg="mod modCrop">
          <ac:chgData name="Parth Kapila" userId="S::pkapila@purdue.edu::af773e35-760f-40d7-ac99-aec9a2566984" providerId="AD" clId="Web-{A95AEA29-A6D7-4556-CD94-4CDB63C9C39F}" dt="2026-03-04T02:39:27.515" v="458" actId="1076"/>
          <ac:picMkLst>
            <pc:docMk/>
            <pc:sldMk cId="1052505129" sldId="266"/>
            <ac:picMk id="31" creationId="{6F56B944-82C6-1D8F-7F7E-424608E96BF2}"/>
          </ac:picMkLst>
        </pc:picChg>
        <pc:picChg chg="mod modCrop">
          <ac:chgData name="Parth Kapila" userId="S::pkapila@purdue.edu::af773e35-760f-40d7-ac99-aec9a2566984" providerId="AD" clId="Web-{A95AEA29-A6D7-4556-CD94-4CDB63C9C39F}" dt="2026-03-04T02:41:26.784" v="472" actId="1076"/>
          <ac:picMkLst>
            <pc:docMk/>
            <pc:sldMk cId="1052505129" sldId="266"/>
            <ac:picMk id="82" creationId="{6CE42F6C-248A-5A30-C90C-DFFDC5031191}"/>
          </ac:picMkLst>
        </pc:picChg>
        <pc:picChg chg="mod">
          <ac:chgData name="Parth Kapila" userId="S::pkapila@purdue.edu::af773e35-760f-40d7-ac99-aec9a2566984" providerId="AD" clId="Web-{A95AEA29-A6D7-4556-CD94-4CDB63C9C39F}" dt="2026-03-04T02:41:26.862" v="473" actId="1076"/>
          <ac:picMkLst>
            <pc:docMk/>
            <pc:sldMk cId="1052505129" sldId="266"/>
            <ac:picMk id="86" creationId="{7FC68F09-E2A7-D366-5C0B-BE0D1AE87994}"/>
          </ac:picMkLst>
        </pc:picChg>
        <pc:picChg chg="mod modCrop">
          <ac:chgData name="Parth Kapila" userId="S::pkapila@purdue.edu::af773e35-760f-40d7-ac99-aec9a2566984" providerId="AD" clId="Web-{A95AEA29-A6D7-4556-CD94-4CDB63C9C39F}" dt="2026-03-04T02:41:26.940" v="474" actId="1076"/>
          <ac:picMkLst>
            <pc:docMk/>
            <pc:sldMk cId="1052505129" sldId="266"/>
            <ac:picMk id="88" creationId="{2AEC9C3B-E58E-F0FE-6F1A-E9BC91308DF0}"/>
          </ac:picMkLst>
        </pc:picChg>
        <pc:picChg chg="mod modCrop">
          <ac:chgData name="Parth Kapila" userId="S::pkapila@purdue.edu::af773e35-760f-40d7-ac99-aec9a2566984" providerId="AD" clId="Web-{A95AEA29-A6D7-4556-CD94-4CDB63C9C39F}" dt="2026-03-04T02:03:04.929" v="133" actId="14100"/>
          <ac:picMkLst>
            <pc:docMk/>
            <pc:sldMk cId="1052505129" sldId="266"/>
            <ac:picMk id="92" creationId="{ED074B3A-EC6F-98C9-D0A1-78AC83462BE8}"/>
          </ac:picMkLst>
        </pc:picChg>
        <pc:picChg chg="mod">
          <ac:chgData name="Parth Kapila" userId="S::pkapila@purdue.edu::af773e35-760f-40d7-ac99-aec9a2566984" providerId="AD" clId="Web-{A95AEA29-A6D7-4556-CD94-4CDB63C9C39F}" dt="2026-03-04T02:41:27.096" v="476" actId="1076"/>
          <ac:picMkLst>
            <pc:docMk/>
            <pc:sldMk cId="1052505129" sldId="266"/>
            <ac:picMk id="112" creationId="{278A4D10-D727-0888-D85B-A363E0DCF372}"/>
          </ac:picMkLst>
        </pc:picChg>
        <pc:picChg chg="mod modCrop">
          <ac:chgData name="Parth Kapila" userId="S::pkapila@purdue.edu::af773e35-760f-40d7-ac99-aec9a2566984" providerId="AD" clId="Web-{A95AEA29-A6D7-4556-CD94-4CDB63C9C39F}" dt="2026-03-04T02:41:27.190" v="477" actId="1076"/>
          <ac:picMkLst>
            <pc:docMk/>
            <pc:sldMk cId="1052505129" sldId="266"/>
            <ac:picMk id="114" creationId="{3D99593A-2A67-116E-FFAF-2819D41FD780}"/>
          </ac:picMkLst>
        </pc:picChg>
        <pc:picChg chg="add mod modCrop">
          <ac:chgData name="Parth Kapila" userId="S::pkapila@purdue.edu::af773e35-760f-40d7-ac99-aec9a2566984" providerId="AD" clId="Web-{A95AEA29-A6D7-4556-CD94-4CDB63C9C39F}" dt="2026-03-04T02:04:04.282" v="158" actId="1076"/>
          <ac:picMkLst>
            <pc:docMk/>
            <pc:sldMk cId="1052505129" sldId="266"/>
            <ac:picMk id="152" creationId="{3ABB824B-F8EB-F29A-9452-E7906846BFBD}"/>
          </ac:picMkLst>
        </pc:picChg>
        <pc:picChg chg="mod modCrop">
          <ac:chgData name="Parth Kapila" userId="S::pkapila@purdue.edu::af773e35-760f-40d7-ac99-aec9a2566984" providerId="AD" clId="Web-{A95AEA29-A6D7-4556-CD94-4CDB63C9C39F}" dt="2026-03-04T02:41:27.018" v="475" actId="1076"/>
          <ac:picMkLst>
            <pc:docMk/>
            <pc:sldMk cId="1052505129" sldId="266"/>
            <ac:picMk id="1082" creationId="{D84C6BF1-68C1-2A50-9987-4E7F5A235BBD}"/>
          </ac:picMkLst>
        </pc:picChg>
      </pc:sldChg>
    </pc:docChg>
  </pc:docChgLst>
  <pc:docChgLst>
    <pc:chgData name="Mayank Agarwal" userId="S::agarw316@purdue.edu::7e94fb97-b228-4301-bbb8-2daadc7a2b49" providerId="AD" clId="Web-{B0C97DD9-E866-971E-7A03-EC016FEE7689}"/>
    <pc:docChg chg="modSld">
      <pc:chgData name="Mayank Agarwal" userId="S::agarw316@purdue.edu::7e94fb97-b228-4301-bbb8-2daadc7a2b49" providerId="AD" clId="Web-{B0C97DD9-E866-971E-7A03-EC016FEE7689}" dt="2026-03-03T04:55:19.984" v="18" actId="14100"/>
      <pc:docMkLst>
        <pc:docMk/>
      </pc:docMkLst>
    </pc:docChg>
  </pc:docChgLst>
  <pc:docChgLst>
    <pc:chgData name="Allison M Neff" userId="S::neff44@purdue.edu::c1c4cb91-c535-4474-91e9-17ad3aab2135" providerId="AD" clId="Web-{83E2E190-1ACD-31CC-81B2-2C8F013B67DB}"/>
    <pc:docChg chg="addSld modSld">
      <pc:chgData name="Allison M Neff" userId="S::neff44@purdue.edu::c1c4cb91-c535-4474-91e9-17ad3aab2135" providerId="AD" clId="Web-{83E2E190-1ACD-31CC-81B2-2C8F013B67DB}" dt="2026-03-02T19:24:30.846" v="39" actId="20577"/>
      <pc:docMkLst>
        <pc:docMk/>
      </pc:docMkLst>
    </pc:docChg>
  </pc:docChgLst>
  <pc:docChgLst>
    <pc:chgData name="Parth Kapila" userId="S::pkapila@purdue.edu::af773e35-760f-40d7-ac99-aec9a2566984" providerId="AD" clId="Web-{06D3D816-1165-A84D-2EE7-2C168132E931}"/>
    <pc:docChg chg="modSld">
      <pc:chgData name="Parth Kapila" userId="S::pkapila@purdue.edu::af773e35-760f-40d7-ac99-aec9a2566984" providerId="AD" clId="Web-{06D3D816-1165-A84D-2EE7-2C168132E931}" dt="2026-03-04T02:58:53.427" v="90" actId="20577"/>
      <pc:docMkLst>
        <pc:docMk/>
      </pc:docMkLst>
      <pc:sldChg chg="modSp">
        <pc:chgData name="Parth Kapila" userId="S::pkapila@purdue.edu::af773e35-760f-40d7-ac99-aec9a2566984" providerId="AD" clId="Web-{06D3D816-1165-A84D-2EE7-2C168132E931}" dt="2026-03-04T02:58:53.427" v="90" actId="20577"/>
        <pc:sldMkLst>
          <pc:docMk/>
          <pc:sldMk cId="1052505129" sldId="266"/>
        </pc:sldMkLst>
        <pc:spChg chg="mod">
          <ac:chgData name="Parth Kapila" userId="S::pkapila@purdue.edu::af773e35-760f-40d7-ac99-aec9a2566984" providerId="AD" clId="Web-{06D3D816-1165-A84D-2EE7-2C168132E931}" dt="2026-03-04T02:57:13.146" v="62" actId="20577"/>
          <ac:spMkLst>
            <pc:docMk/>
            <pc:sldMk cId="1052505129" sldId="266"/>
            <ac:spMk id="4" creationId="{31291030-941B-B441-7213-5433C81462CC}"/>
          </ac:spMkLst>
        </pc:spChg>
        <pc:spChg chg="mod">
          <ac:chgData name="Parth Kapila" userId="S::pkapila@purdue.edu::af773e35-760f-40d7-ac99-aec9a2566984" providerId="AD" clId="Web-{06D3D816-1165-A84D-2EE7-2C168132E931}" dt="2026-03-04T02:58:53.427" v="90" actId="20577"/>
          <ac:spMkLst>
            <pc:docMk/>
            <pc:sldMk cId="1052505129" sldId="266"/>
            <ac:spMk id="18" creationId="{EF9844C0-980C-BD95-1A15-176782D88625}"/>
          </ac:spMkLst>
        </pc:spChg>
        <pc:spChg chg="mod">
          <ac:chgData name="Parth Kapila" userId="S::pkapila@purdue.edu::af773e35-760f-40d7-ac99-aec9a2566984" providerId="AD" clId="Web-{06D3D816-1165-A84D-2EE7-2C168132E931}" dt="2026-03-04T02:54:04.334" v="39" actId="20577"/>
          <ac:spMkLst>
            <pc:docMk/>
            <pc:sldMk cId="1052505129" sldId="266"/>
            <ac:spMk id="22" creationId="{041071ED-B7F8-1A92-DB40-0BC851FFF935}"/>
          </ac:spMkLst>
        </pc:spChg>
        <pc:spChg chg="mod">
          <ac:chgData name="Parth Kapila" userId="S::pkapila@purdue.edu::af773e35-760f-40d7-ac99-aec9a2566984" providerId="AD" clId="Web-{06D3D816-1165-A84D-2EE7-2C168132E931}" dt="2026-03-04T02:53:58.803" v="34" actId="20577"/>
          <ac:spMkLst>
            <pc:docMk/>
            <pc:sldMk cId="1052505129" sldId="266"/>
            <ac:spMk id="23" creationId="{D2861F0B-68AB-2991-5D60-4AFF73BCD4E5}"/>
          </ac:spMkLst>
        </pc:spChg>
        <pc:spChg chg="mod">
          <ac:chgData name="Parth Kapila" userId="S::pkapila@purdue.edu::af773e35-760f-40d7-ac99-aec9a2566984" providerId="AD" clId="Web-{06D3D816-1165-A84D-2EE7-2C168132E931}" dt="2026-03-04T02:53:50.631" v="30" actId="20577"/>
          <ac:spMkLst>
            <pc:docMk/>
            <pc:sldMk cId="1052505129" sldId="266"/>
            <ac:spMk id="25" creationId="{5EC899E3-8017-FCEB-FFE4-C25847A7C3B1}"/>
          </ac:spMkLst>
        </pc:spChg>
        <pc:spChg chg="mod">
          <ac:chgData name="Parth Kapila" userId="S::pkapila@purdue.edu::af773e35-760f-40d7-ac99-aec9a2566984" providerId="AD" clId="Web-{06D3D816-1165-A84D-2EE7-2C168132E931}" dt="2026-03-04T02:52:57.178" v="23" actId="20577"/>
          <ac:spMkLst>
            <pc:docMk/>
            <pc:sldMk cId="1052505129" sldId="266"/>
            <ac:spMk id="35" creationId="{56B2DE50-2135-22CB-2DE3-1EA51F9BC9C8}"/>
          </ac:spMkLst>
        </pc:spChg>
        <pc:spChg chg="mod">
          <ac:chgData name="Parth Kapila" userId="S::pkapila@purdue.edu::af773e35-760f-40d7-ac99-aec9a2566984" providerId="AD" clId="Web-{06D3D816-1165-A84D-2EE7-2C168132E931}" dt="2026-03-04T02:50:55.209" v="12" actId="20577"/>
          <ac:spMkLst>
            <pc:docMk/>
            <pc:sldMk cId="1052505129" sldId="266"/>
            <ac:spMk id="45" creationId="{BE738BA4-3560-6998-7250-614F53152D90}"/>
          </ac:spMkLst>
        </pc:spChg>
        <pc:spChg chg="mod">
          <ac:chgData name="Parth Kapila" userId="S::pkapila@purdue.edu::af773e35-760f-40d7-ac99-aec9a2566984" providerId="AD" clId="Web-{06D3D816-1165-A84D-2EE7-2C168132E931}" dt="2026-03-04T02:52:29.412" v="17" actId="1076"/>
          <ac:spMkLst>
            <pc:docMk/>
            <pc:sldMk cId="1052505129" sldId="266"/>
            <ac:spMk id="130" creationId="{C874564D-A31E-0BE9-1F08-98E8E0E1BA48}"/>
          </ac:spMkLst>
        </pc:spChg>
        <pc:spChg chg="mod">
          <ac:chgData name="Parth Kapila" userId="S::pkapila@purdue.edu::af773e35-760f-40d7-ac99-aec9a2566984" providerId="AD" clId="Web-{06D3D816-1165-A84D-2EE7-2C168132E931}" dt="2026-03-04T02:48:51.975" v="4" actId="14100"/>
          <ac:spMkLst>
            <pc:docMk/>
            <pc:sldMk cId="1052505129" sldId="266"/>
            <ac:spMk id="4312" creationId="{ABDF964E-E26D-C323-C5BC-5851F50EEBCC}"/>
          </ac:spMkLst>
        </pc:spChg>
        <pc:spChg chg="mod">
          <ac:chgData name="Parth Kapila" userId="S::pkapila@purdue.edu::af773e35-760f-40d7-ac99-aec9a2566984" providerId="AD" clId="Web-{06D3D816-1165-A84D-2EE7-2C168132E931}" dt="2026-03-04T02:48:19.053" v="1" actId="14100"/>
          <ac:spMkLst>
            <pc:docMk/>
            <pc:sldMk cId="1052505129" sldId="266"/>
            <ac:spMk id="4426" creationId="{EE2E9FF3-40DF-7FAB-6280-97741D51B6A3}"/>
          </ac:spMkLst>
        </pc:spChg>
        <pc:spChg chg="mod">
          <ac:chgData name="Parth Kapila" userId="S::pkapila@purdue.edu::af773e35-760f-40d7-ac99-aec9a2566984" providerId="AD" clId="Web-{06D3D816-1165-A84D-2EE7-2C168132E931}" dt="2026-03-04T02:51:35.647" v="13" actId="14100"/>
          <ac:spMkLst>
            <pc:docMk/>
            <pc:sldMk cId="1052505129" sldId="266"/>
            <ac:spMk id="6728" creationId="{3D27DF7F-CA50-7699-1C44-99079EA23125}"/>
          </ac:spMkLst>
        </pc:spChg>
        <pc:picChg chg="mod">
          <ac:chgData name="Parth Kapila" userId="S::pkapila@purdue.edu::af773e35-760f-40d7-ac99-aec9a2566984" providerId="AD" clId="Web-{06D3D816-1165-A84D-2EE7-2C168132E931}" dt="2026-03-04T02:57:34.490" v="70" actId="1076"/>
          <ac:picMkLst>
            <pc:docMk/>
            <pc:sldMk cId="1052505129" sldId="266"/>
            <ac:picMk id="1588" creationId="{27F90EC4-5EC0-935F-C8A3-34FCAB960AAD}"/>
          </ac:picMkLst>
        </pc:picChg>
      </pc:sldChg>
    </pc:docChg>
  </pc:docChgLst>
  <pc:docChgLst>
    <pc:chgData name="Mayank Agarwal" userId="S::agarw316@purdue.edu::7e94fb97-b228-4301-bbb8-2daadc7a2b49" providerId="AD" clId="Web-{E22AF26F-8C99-D147-0177-38DEF712A11F}"/>
    <pc:docChg chg="modSld">
      <pc:chgData name="Mayank Agarwal" userId="S::agarw316@purdue.edu::7e94fb97-b228-4301-bbb8-2daadc7a2b49" providerId="AD" clId="Web-{E22AF26F-8C99-D147-0177-38DEF712A11F}" dt="2026-03-04T00:48:01.419" v="1"/>
      <pc:docMkLst>
        <pc:docMk/>
      </pc:docMkLst>
    </pc:docChg>
  </pc:docChgLst>
  <pc:docChgLst>
    <pc:chgData name="Mayank Agarwal" userId="S::agarw316@purdue.edu::7e94fb97-b228-4301-bbb8-2daadc7a2b49" providerId="AD" clId="Web-{4266844D-A0C0-00B8-2929-012E1064EFE8}"/>
    <pc:docChg chg="modSld">
      <pc:chgData name="Mayank Agarwal" userId="S::agarw316@purdue.edu::7e94fb97-b228-4301-bbb8-2daadc7a2b49" providerId="AD" clId="Web-{4266844D-A0C0-00B8-2929-012E1064EFE8}" dt="2026-03-03T23:55:32.058" v="542" actId="1076"/>
      <pc:docMkLst>
        <pc:docMk/>
      </pc:docMkLst>
    </pc:docChg>
  </pc:docChgLst>
  <pc:docChgLst>
    <pc:chgData name="Saandiya KPS Mohan" userId="a5fae100-ddeb-422e-bd83-d64bb65b419a" providerId="ADAL" clId="{0CF358F0-DA28-5042-9F77-233067206C45}"/>
    <pc:docChg chg="undo custSel addSld delSld modSld modMainMaster modNotesMaster">
      <pc:chgData name="Saandiya KPS Mohan" userId="a5fae100-ddeb-422e-bd83-d64bb65b419a" providerId="ADAL" clId="{0CF358F0-DA28-5042-9F77-233067206C45}" dt="2026-03-04T03:04:38.341" v="2798" actId="2696"/>
      <pc:docMkLst>
        <pc:docMk/>
      </pc:docMkLst>
      <pc:sldChg chg="addSp delSp modSp mod">
        <pc:chgData name="Saandiya KPS Mohan" userId="a5fae100-ddeb-422e-bd83-d64bb65b419a" providerId="ADAL" clId="{0CF358F0-DA28-5042-9F77-233067206C45}" dt="2026-03-04T02:59:28.934" v="2795" actId="1076"/>
        <pc:sldMkLst>
          <pc:docMk/>
          <pc:sldMk cId="1052505129" sldId="266"/>
        </pc:sldMkLst>
        <pc:spChg chg="mod">
          <ac:chgData name="Saandiya KPS Mohan" userId="a5fae100-ddeb-422e-bd83-d64bb65b419a" providerId="ADAL" clId="{0CF358F0-DA28-5042-9F77-233067206C45}" dt="2026-03-04T02:39:16.743" v="2630" actId="2711"/>
          <ac:spMkLst>
            <pc:docMk/>
            <pc:sldMk cId="1052505129" sldId="266"/>
            <ac:spMk id="2" creationId="{495A8892-7792-A29C-D7E3-CF3D52C232C2}"/>
          </ac:spMkLst>
        </pc:spChg>
        <pc:spChg chg="mod">
          <ac:chgData name="Saandiya KPS Mohan" userId="a5fae100-ddeb-422e-bd83-d64bb65b419a" providerId="ADAL" clId="{0CF358F0-DA28-5042-9F77-233067206C45}" dt="2026-03-04T02:50:08.227" v="2714" actId="14100"/>
          <ac:spMkLst>
            <pc:docMk/>
            <pc:sldMk cId="1052505129" sldId="266"/>
            <ac:spMk id="7" creationId="{83953F86-62D8-BAEB-39AA-6067517F6259}"/>
          </ac:spMkLst>
        </pc:spChg>
        <pc:spChg chg="mod">
          <ac:chgData name="Saandiya KPS Mohan" userId="a5fae100-ddeb-422e-bd83-d64bb65b419a" providerId="ADAL" clId="{0CF358F0-DA28-5042-9F77-233067206C45}" dt="2026-03-04T02:55:56.706" v="2767" actId="2711"/>
          <ac:spMkLst>
            <pc:docMk/>
            <pc:sldMk cId="1052505129" sldId="266"/>
            <ac:spMk id="13" creationId="{CBA87D30-ABCD-4F57-4858-2EF48DA776C7}"/>
          </ac:spMkLst>
        </pc:spChg>
        <pc:spChg chg="mod">
          <ac:chgData name="Saandiya KPS Mohan" userId="a5fae100-ddeb-422e-bd83-d64bb65b419a" providerId="ADAL" clId="{0CF358F0-DA28-5042-9F77-233067206C45}" dt="2026-03-04T02:57:47.505" v="2785" actId="2711"/>
          <ac:spMkLst>
            <pc:docMk/>
            <pc:sldMk cId="1052505129" sldId="266"/>
            <ac:spMk id="14" creationId="{A30F1921-F6A3-C102-D3B5-5265ACF95CCC}"/>
          </ac:spMkLst>
        </pc:spChg>
        <pc:spChg chg="mod">
          <ac:chgData name="Saandiya KPS Mohan" userId="a5fae100-ddeb-422e-bd83-d64bb65b419a" providerId="ADAL" clId="{0CF358F0-DA28-5042-9F77-233067206C45}" dt="2026-03-04T02:58:11.813" v="2789" actId="2711"/>
          <ac:spMkLst>
            <pc:docMk/>
            <pc:sldMk cId="1052505129" sldId="266"/>
            <ac:spMk id="22" creationId="{041071ED-B7F8-1A92-DB40-0BC851FFF935}"/>
          </ac:spMkLst>
        </pc:spChg>
        <pc:spChg chg="mod">
          <ac:chgData name="Saandiya KPS Mohan" userId="a5fae100-ddeb-422e-bd83-d64bb65b419a" providerId="ADAL" clId="{0CF358F0-DA28-5042-9F77-233067206C45}" dt="2026-03-04T02:58:06.698" v="2788" actId="2711"/>
          <ac:spMkLst>
            <pc:docMk/>
            <pc:sldMk cId="1052505129" sldId="266"/>
            <ac:spMk id="23" creationId="{D2861F0B-68AB-2991-5D60-4AFF73BCD4E5}"/>
          </ac:spMkLst>
        </pc:spChg>
        <pc:spChg chg="mod">
          <ac:chgData name="Saandiya KPS Mohan" userId="a5fae100-ddeb-422e-bd83-d64bb65b419a" providerId="ADAL" clId="{0CF358F0-DA28-5042-9F77-233067206C45}" dt="2026-03-04T02:58:47.024" v="2792" actId="113"/>
          <ac:spMkLst>
            <pc:docMk/>
            <pc:sldMk cId="1052505129" sldId="266"/>
            <ac:spMk id="24" creationId="{3E996974-B59F-3F74-5EAE-C4ED13F0359F}"/>
          </ac:spMkLst>
        </pc:spChg>
        <pc:spChg chg="mod">
          <ac:chgData name="Saandiya KPS Mohan" userId="a5fae100-ddeb-422e-bd83-d64bb65b419a" providerId="ADAL" clId="{0CF358F0-DA28-5042-9F77-233067206C45}" dt="2026-03-04T02:58:01.792" v="2787" actId="2711"/>
          <ac:spMkLst>
            <pc:docMk/>
            <pc:sldMk cId="1052505129" sldId="266"/>
            <ac:spMk id="25" creationId="{5EC899E3-8017-FCEB-FFE4-C25847A7C3B1}"/>
          </ac:spMkLst>
        </pc:spChg>
        <pc:spChg chg="mod">
          <ac:chgData name="Saandiya KPS Mohan" userId="a5fae100-ddeb-422e-bd83-d64bb65b419a" providerId="ADAL" clId="{0CF358F0-DA28-5042-9F77-233067206C45}" dt="2026-03-04T02:44:31.420" v="2657" actId="1076"/>
          <ac:spMkLst>
            <pc:docMk/>
            <pc:sldMk cId="1052505129" sldId="266"/>
            <ac:spMk id="33" creationId="{6FEF4646-EC1C-FD6C-404D-80DE967B4330}"/>
          </ac:spMkLst>
        </pc:spChg>
        <pc:spChg chg="mod">
          <ac:chgData name="Saandiya KPS Mohan" userId="a5fae100-ddeb-422e-bd83-d64bb65b419a" providerId="ADAL" clId="{0CF358F0-DA28-5042-9F77-233067206C45}" dt="2026-03-04T02:48:47.690" v="2702" actId="1036"/>
          <ac:spMkLst>
            <pc:docMk/>
            <pc:sldMk cId="1052505129" sldId="266"/>
            <ac:spMk id="35" creationId="{56B2DE50-2135-22CB-2DE3-1EA51F9BC9C8}"/>
          </ac:spMkLst>
        </pc:spChg>
        <pc:spChg chg="mod">
          <ac:chgData name="Saandiya KPS Mohan" userId="a5fae100-ddeb-422e-bd83-d64bb65b419a" providerId="ADAL" clId="{0CF358F0-DA28-5042-9F77-233067206C45}" dt="2026-03-04T02:56:20.416" v="2770" actId="2711"/>
          <ac:spMkLst>
            <pc:docMk/>
            <pc:sldMk cId="1052505129" sldId="266"/>
            <ac:spMk id="37" creationId="{AD0C4451-7AE1-CFD7-C5D1-AC452D98BC0E}"/>
          </ac:spMkLst>
        </pc:spChg>
        <pc:spChg chg="mod">
          <ac:chgData name="Saandiya KPS Mohan" userId="a5fae100-ddeb-422e-bd83-d64bb65b419a" providerId="ADAL" clId="{0CF358F0-DA28-5042-9F77-233067206C45}" dt="2026-03-04T02:57:17.207" v="2780" actId="2711"/>
          <ac:spMkLst>
            <pc:docMk/>
            <pc:sldMk cId="1052505129" sldId="266"/>
            <ac:spMk id="38" creationId="{1EC00F93-BC64-3B6C-C598-D2C5E5B09B6E}"/>
          </ac:spMkLst>
        </pc:spChg>
        <pc:spChg chg="mod">
          <ac:chgData name="Saandiya KPS Mohan" userId="a5fae100-ddeb-422e-bd83-d64bb65b419a" providerId="ADAL" clId="{0CF358F0-DA28-5042-9F77-233067206C45}" dt="2026-03-04T02:57:52.449" v="2786" actId="2711"/>
          <ac:spMkLst>
            <pc:docMk/>
            <pc:sldMk cId="1052505129" sldId="266"/>
            <ac:spMk id="39" creationId="{CD19266F-A6E5-E133-B8F0-55A2F19BB6AF}"/>
          </ac:spMkLst>
        </pc:spChg>
        <pc:spChg chg="mod">
          <ac:chgData name="Saandiya KPS Mohan" userId="a5fae100-ddeb-422e-bd83-d64bb65b419a" providerId="ADAL" clId="{0CF358F0-DA28-5042-9F77-233067206C45}" dt="2026-03-04T02:56:15.711" v="2769" actId="2711"/>
          <ac:spMkLst>
            <pc:docMk/>
            <pc:sldMk cId="1052505129" sldId="266"/>
            <ac:spMk id="40" creationId="{A485DCB3-CBB2-11D1-1F80-F4E933DDCF10}"/>
          </ac:spMkLst>
        </pc:spChg>
        <pc:spChg chg="add mod">
          <ac:chgData name="Saandiya KPS Mohan" userId="a5fae100-ddeb-422e-bd83-d64bb65b419a" providerId="ADAL" clId="{0CF358F0-DA28-5042-9F77-233067206C45}" dt="2026-03-04T02:51:32.813" v="2742" actId="14100"/>
          <ac:spMkLst>
            <pc:docMk/>
            <pc:sldMk cId="1052505129" sldId="266"/>
            <ac:spMk id="41" creationId="{1DE7E0AF-E225-349F-7518-1EC7886D2B5F}"/>
          </ac:spMkLst>
        </pc:spChg>
        <pc:spChg chg="add mod">
          <ac:chgData name="Saandiya KPS Mohan" userId="a5fae100-ddeb-422e-bd83-d64bb65b419a" providerId="ADAL" clId="{0CF358F0-DA28-5042-9F77-233067206C45}" dt="2026-03-04T02:30:17.888" v="2552" actId="1076"/>
          <ac:spMkLst>
            <pc:docMk/>
            <pc:sldMk cId="1052505129" sldId="266"/>
            <ac:spMk id="42" creationId="{4E08EAAB-BD57-D507-683C-02F84B7FB20C}"/>
          </ac:spMkLst>
        </pc:spChg>
        <pc:spChg chg="add mod">
          <ac:chgData name="Saandiya KPS Mohan" userId="a5fae100-ddeb-422e-bd83-d64bb65b419a" providerId="ADAL" clId="{0CF358F0-DA28-5042-9F77-233067206C45}" dt="2026-03-04T02:52:58.831" v="2755" actId="1036"/>
          <ac:spMkLst>
            <pc:docMk/>
            <pc:sldMk cId="1052505129" sldId="266"/>
            <ac:spMk id="43" creationId="{7AF60F22-C5FB-BC7E-69D6-79EB923B8237}"/>
          </ac:spMkLst>
        </pc:spChg>
        <pc:spChg chg="add mod">
          <ac:chgData name="Saandiya KPS Mohan" userId="a5fae100-ddeb-422e-bd83-d64bb65b419a" providerId="ADAL" clId="{0CF358F0-DA28-5042-9F77-233067206C45}" dt="2026-03-04T02:53:49.496" v="2760" actId="1076"/>
          <ac:spMkLst>
            <pc:docMk/>
            <pc:sldMk cId="1052505129" sldId="266"/>
            <ac:spMk id="44" creationId="{4B368265-0319-5D02-EA9B-C40B322CC83C}"/>
          </ac:spMkLst>
        </pc:spChg>
        <pc:spChg chg="add mod">
          <ac:chgData name="Saandiya KPS Mohan" userId="a5fae100-ddeb-422e-bd83-d64bb65b419a" providerId="ADAL" clId="{0CF358F0-DA28-5042-9F77-233067206C45}" dt="2026-03-04T02:53:49.496" v="2760" actId="1076"/>
          <ac:spMkLst>
            <pc:docMk/>
            <pc:sldMk cId="1052505129" sldId="266"/>
            <ac:spMk id="45" creationId="{BE738BA4-3560-6998-7250-614F53152D90}"/>
          </ac:spMkLst>
        </pc:spChg>
        <pc:spChg chg="add mod">
          <ac:chgData name="Saandiya KPS Mohan" userId="a5fae100-ddeb-422e-bd83-d64bb65b419a" providerId="ADAL" clId="{0CF358F0-DA28-5042-9F77-233067206C45}" dt="2026-03-04T02:53:40.783" v="2758" actId="1076"/>
          <ac:spMkLst>
            <pc:docMk/>
            <pc:sldMk cId="1052505129" sldId="266"/>
            <ac:spMk id="46" creationId="{C9E41D1C-225A-FEA7-A071-9A5341BDE22C}"/>
          </ac:spMkLst>
        </pc:spChg>
        <pc:spChg chg="add mod">
          <ac:chgData name="Saandiya KPS Mohan" userId="a5fae100-ddeb-422e-bd83-d64bb65b419a" providerId="ADAL" clId="{0CF358F0-DA28-5042-9F77-233067206C45}" dt="2026-03-04T02:53:40.783" v="2758" actId="1076"/>
          <ac:spMkLst>
            <pc:docMk/>
            <pc:sldMk cId="1052505129" sldId="266"/>
            <ac:spMk id="47" creationId="{C1071E00-AA25-E4E6-849E-C7814E9267CE}"/>
          </ac:spMkLst>
        </pc:spChg>
        <pc:spChg chg="add mod">
          <ac:chgData name="Saandiya KPS Mohan" userId="a5fae100-ddeb-422e-bd83-d64bb65b419a" providerId="ADAL" clId="{0CF358F0-DA28-5042-9F77-233067206C45}" dt="2026-03-04T02:44:37.535" v="2658" actId="1076"/>
          <ac:spMkLst>
            <pc:docMk/>
            <pc:sldMk cId="1052505129" sldId="266"/>
            <ac:spMk id="48" creationId="{BB842433-BCAC-6511-1CB0-A75D8B3D6B01}"/>
          </ac:spMkLst>
        </pc:spChg>
        <pc:spChg chg="add mod">
          <ac:chgData name="Saandiya KPS Mohan" userId="a5fae100-ddeb-422e-bd83-d64bb65b419a" providerId="ADAL" clId="{0CF358F0-DA28-5042-9F77-233067206C45}" dt="2026-03-04T02:51:12.148" v="2741" actId="403"/>
          <ac:spMkLst>
            <pc:docMk/>
            <pc:sldMk cId="1052505129" sldId="266"/>
            <ac:spMk id="49" creationId="{69DCB7CC-25E7-41F4-19AD-2757CAE954D4}"/>
          </ac:spMkLst>
        </pc:spChg>
        <pc:spChg chg="add mod">
          <ac:chgData name="Saandiya KPS Mohan" userId="a5fae100-ddeb-422e-bd83-d64bb65b419a" providerId="ADAL" clId="{0CF358F0-DA28-5042-9F77-233067206C45}" dt="2026-03-04T02:50:54.467" v="2739" actId="20577"/>
          <ac:spMkLst>
            <pc:docMk/>
            <pc:sldMk cId="1052505129" sldId="266"/>
            <ac:spMk id="51" creationId="{397777E8-C35C-BB00-6725-D8D29C76A7D8}"/>
          </ac:spMkLst>
        </pc:spChg>
        <pc:spChg chg="mod">
          <ac:chgData name="Saandiya KPS Mohan" userId="a5fae100-ddeb-422e-bd83-d64bb65b419a" providerId="ADAL" clId="{0CF358F0-DA28-5042-9F77-233067206C45}" dt="2026-03-04T02:57:35.725" v="2783" actId="20577"/>
          <ac:spMkLst>
            <pc:docMk/>
            <pc:sldMk cId="1052505129" sldId="266"/>
            <ac:spMk id="53" creationId="{8F7E839F-C633-790C-BD2A-6CF26DF90ECC}"/>
          </ac:spMkLst>
        </pc:spChg>
        <pc:spChg chg="mod">
          <ac:chgData name="Saandiya KPS Mohan" userId="a5fae100-ddeb-422e-bd83-d64bb65b419a" providerId="ADAL" clId="{0CF358F0-DA28-5042-9F77-233067206C45}" dt="2026-03-04T02:56:26.292" v="2771" actId="2711"/>
          <ac:spMkLst>
            <pc:docMk/>
            <pc:sldMk cId="1052505129" sldId="266"/>
            <ac:spMk id="63" creationId="{8AC5388F-5B77-33D6-3D97-8B267E4339A5}"/>
          </ac:spMkLst>
        </pc:spChg>
        <pc:spChg chg="mod">
          <ac:chgData name="Saandiya KPS Mohan" userId="a5fae100-ddeb-422e-bd83-d64bb65b419a" providerId="ADAL" clId="{0CF358F0-DA28-5042-9F77-233067206C45}" dt="2026-03-04T02:56:30.134" v="2772" actId="2711"/>
          <ac:spMkLst>
            <pc:docMk/>
            <pc:sldMk cId="1052505129" sldId="266"/>
            <ac:spMk id="70" creationId="{5F0AE89D-224F-9FE8-6E3E-70DA00921A84}"/>
          </ac:spMkLst>
        </pc:spChg>
        <pc:spChg chg="mod">
          <ac:chgData name="Saandiya KPS Mohan" userId="a5fae100-ddeb-422e-bd83-d64bb65b419a" providerId="ADAL" clId="{0CF358F0-DA28-5042-9F77-233067206C45}" dt="2026-03-04T02:56:35.057" v="2773" actId="2711"/>
          <ac:spMkLst>
            <pc:docMk/>
            <pc:sldMk cId="1052505129" sldId="266"/>
            <ac:spMk id="74" creationId="{C2DFD267-1233-D29D-E894-8020F7574FA6}"/>
          </ac:spMkLst>
        </pc:spChg>
        <pc:spChg chg="mod">
          <ac:chgData name="Saandiya KPS Mohan" userId="a5fae100-ddeb-422e-bd83-d64bb65b419a" providerId="ADAL" clId="{0CF358F0-DA28-5042-9F77-233067206C45}" dt="2026-03-04T02:57:25.131" v="2781" actId="2711"/>
          <ac:spMkLst>
            <pc:docMk/>
            <pc:sldMk cId="1052505129" sldId="266"/>
            <ac:spMk id="84" creationId="{4EBD499C-AF14-5BB8-A0CB-4A1D7FF313B5}"/>
          </ac:spMkLst>
        </pc:spChg>
        <pc:spChg chg="mod">
          <ac:chgData name="Saandiya KPS Mohan" userId="a5fae100-ddeb-422e-bd83-d64bb65b419a" providerId="ADAL" clId="{0CF358F0-DA28-5042-9F77-233067206C45}" dt="2026-03-04T02:53:34.395" v="2757" actId="1076"/>
          <ac:spMkLst>
            <pc:docMk/>
            <pc:sldMk cId="1052505129" sldId="266"/>
            <ac:spMk id="130" creationId="{C874564D-A31E-0BE9-1F08-98E8E0E1BA48}"/>
          </ac:spMkLst>
        </pc:spChg>
        <pc:spChg chg="mod">
          <ac:chgData name="Saandiya KPS Mohan" userId="a5fae100-ddeb-422e-bd83-d64bb65b419a" providerId="ADAL" clId="{0CF358F0-DA28-5042-9F77-233067206C45}" dt="2026-03-04T02:53:06.154" v="2756" actId="14100"/>
          <ac:spMkLst>
            <pc:docMk/>
            <pc:sldMk cId="1052505129" sldId="266"/>
            <ac:spMk id="142" creationId="{852219BF-4094-7B8F-A655-7E5877EA76C0}"/>
          </ac:spMkLst>
        </pc:spChg>
        <pc:spChg chg="mod">
          <ac:chgData name="Saandiya KPS Mohan" userId="a5fae100-ddeb-422e-bd83-d64bb65b419a" providerId="ADAL" clId="{0CF358F0-DA28-5042-9F77-233067206C45}" dt="2026-03-04T02:57:11.784" v="2779" actId="2711"/>
          <ac:spMkLst>
            <pc:docMk/>
            <pc:sldMk cId="1052505129" sldId="266"/>
            <ac:spMk id="1057" creationId="{099A4D85-3EAD-8D49-BC28-9F90F3A3D8C9}"/>
          </ac:spMkLst>
        </pc:spChg>
        <pc:spChg chg="mod">
          <ac:chgData name="Saandiya KPS Mohan" userId="a5fae100-ddeb-422e-bd83-d64bb65b419a" providerId="ADAL" clId="{0CF358F0-DA28-5042-9F77-233067206C45}" dt="2026-03-04T02:56:41.059" v="2774" actId="2711"/>
          <ac:spMkLst>
            <pc:docMk/>
            <pc:sldMk cId="1052505129" sldId="266"/>
            <ac:spMk id="1058" creationId="{EAAB5C63-1962-5F7D-24B1-9A7FDF09497E}"/>
          </ac:spMkLst>
        </pc:spChg>
        <pc:spChg chg="mod">
          <ac:chgData name="Saandiya KPS Mohan" userId="a5fae100-ddeb-422e-bd83-d64bb65b419a" providerId="ADAL" clId="{0CF358F0-DA28-5042-9F77-233067206C45}" dt="2026-03-04T02:56:48.033" v="2775" actId="2711"/>
          <ac:spMkLst>
            <pc:docMk/>
            <pc:sldMk cId="1052505129" sldId="266"/>
            <ac:spMk id="1059" creationId="{10C88CA0-D47B-7841-62A4-8DC8C793B4FB}"/>
          </ac:spMkLst>
        </pc:spChg>
        <pc:spChg chg="mod">
          <ac:chgData name="Saandiya KPS Mohan" userId="a5fae100-ddeb-422e-bd83-d64bb65b419a" providerId="ADAL" clId="{0CF358F0-DA28-5042-9F77-233067206C45}" dt="2026-03-04T02:56:54.522" v="2776" actId="2711"/>
          <ac:spMkLst>
            <pc:docMk/>
            <pc:sldMk cId="1052505129" sldId="266"/>
            <ac:spMk id="1060" creationId="{0CBAE11C-9537-43B3-6B20-B60AB34596CD}"/>
          </ac:spMkLst>
        </pc:spChg>
        <pc:spChg chg="mod">
          <ac:chgData name="Saandiya KPS Mohan" userId="a5fae100-ddeb-422e-bd83-d64bb65b419a" providerId="ADAL" clId="{0CF358F0-DA28-5042-9F77-233067206C45}" dt="2026-03-04T02:55:11.169" v="2765" actId="14100"/>
          <ac:spMkLst>
            <pc:docMk/>
            <pc:sldMk cId="1052505129" sldId="266"/>
            <ac:spMk id="4312" creationId="{ABDF964E-E26D-C323-C5BC-5851F50EEBCC}"/>
          </ac:spMkLst>
        </pc:spChg>
        <pc:spChg chg="mod">
          <ac:chgData name="Saandiya KPS Mohan" userId="a5fae100-ddeb-422e-bd83-d64bb65b419a" providerId="ADAL" clId="{0CF358F0-DA28-5042-9F77-233067206C45}" dt="2026-03-04T02:45:49.538" v="2664" actId="1076"/>
          <ac:spMkLst>
            <pc:docMk/>
            <pc:sldMk cId="1052505129" sldId="266"/>
            <ac:spMk id="4313" creationId="{DECC6353-D814-0FD4-DA41-0A0160DF6C10}"/>
          </ac:spMkLst>
        </pc:spChg>
        <pc:spChg chg="mod">
          <ac:chgData name="Saandiya KPS Mohan" userId="a5fae100-ddeb-422e-bd83-d64bb65b419a" providerId="ADAL" clId="{0CF358F0-DA28-5042-9F77-233067206C45}" dt="2026-03-04T02:49:38.097" v="2711" actId="14100"/>
          <ac:spMkLst>
            <pc:docMk/>
            <pc:sldMk cId="1052505129" sldId="266"/>
            <ac:spMk id="4426" creationId="{EE2E9FF3-40DF-7FAB-6280-97741D51B6A3}"/>
          </ac:spMkLst>
        </pc:spChg>
        <pc:spChg chg="mod">
          <ac:chgData name="Saandiya KPS Mohan" userId="a5fae100-ddeb-422e-bd83-d64bb65b419a" providerId="ADAL" clId="{0CF358F0-DA28-5042-9F77-233067206C45}" dt="2026-03-04T02:49:28.817" v="2709" actId="1076"/>
          <ac:spMkLst>
            <pc:docMk/>
            <pc:sldMk cId="1052505129" sldId="266"/>
            <ac:spMk id="4427" creationId="{048CE9B7-566F-AFE9-6D63-DAB09A5E671D}"/>
          </ac:spMkLst>
        </pc:spChg>
        <pc:spChg chg="mod">
          <ac:chgData name="Saandiya KPS Mohan" userId="a5fae100-ddeb-422e-bd83-d64bb65b419a" providerId="ADAL" clId="{0CF358F0-DA28-5042-9F77-233067206C45}" dt="2026-03-04T02:55:22.890" v="2766" actId="14100"/>
          <ac:spMkLst>
            <pc:docMk/>
            <pc:sldMk cId="1052505129" sldId="266"/>
            <ac:spMk id="6728" creationId="{3D27DF7F-CA50-7699-1C44-99079EA23125}"/>
          </ac:spMkLst>
        </pc:spChg>
        <pc:graphicFrameChg chg="mod">
          <ac:chgData name="Saandiya KPS Mohan" userId="a5fae100-ddeb-422e-bd83-d64bb65b419a" providerId="ADAL" clId="{0CF358F0-DA28-5042-9F77-233067206C45}" dt="2026-03-04T02:57:42.785" v="2784" actId="2711"/>
          <ac:graphicFrameMkLst>
            <pc:docMk/>
            <pc:sldMk cId="1052505129" sldId="266"/>
            <ac:graphicFrameMk id="5" creationId="{F43ED5CC-737A-AC13-20F1-382D01ED317F}"/>
          </ac:graphicFrameMkLst>
        </pc:graphicFrameChg>
        <pc:graphicFrameChg chg="mod">
          <ac:chgData name="Saandiya KPS Mohan" userId="a5fae100-ddeb-422e-bd83-d64bb65b419a" providerId="ADAL" clId="{0CF358F0-DA28-5042-9F77-233067206C45}" dt="2026-03-04T02:59:28.934" v="2795" actId="1076"/>
          <ac:graphicFrameMkLst>
            <pc:docMk/>
            <pc:sldMk cId="1052505129" sldId="266"/>
            <ac:graphicFrameMk id="50" creationId="{A9F719DC-FDFB-A11C-5EDC-0369F5277BA0}"/>
          </ac:graphicFrameMkLst>
        </pc:graphicFrameChg>
        <pc:graphicFrameChg chg="mod">
          <ac:chgData name="Saandiya KPS Mohan" userId="a5fae100-ddeb-422e-bd83-d64bb65b419a" providerId="ADAL" clId="{0CF358F0-DA28-5042-9F77-233067206C45}" dt="2026-03-04T02:57:06.939" v="2778" actId="2711"/>
          <ac:graphicFrameMkLst>
            <pc:docMk/>
            <pc:sldMk cId="1052505129" sldId="266"/>
            <ac:graphicFrameMk id="54" creationId="{98C32141-7D7D-E04A-06B0-5F00BF0BAB39}"/>
          </ac:graphicFrameMkLst>
        </pc:graphicFrameChg>
        <pc:picChg chg="mod">
          <ac:chgData name="Saandiya KPS Mohan" userId="a5fae100-ddeb-422e-bd83-d64bb65b419a" providerId="ADAL" clId="{0CF358F0-DA28-5042-9F77-233067206C45}" dt="2026-03-04T02:07:47.016" v="2305" actId="1076"/>
          <ac:picMkLst>
            <pc:docMk/>
            <pc:sldMk cId="1052505129" sldId="266"/>
            <ac:picMk id="31" creationId="{6F56B944-82C6-1D8F-7F7E-424608E96BF2}"/>
          </ac:picMkLst>
        </pc:picChg>
        <pc:picChg chg="mod">
          <ac:chgData name="Saandiya KPS Mohan" userId="a5fae100-ddeb-422e-bd83-d64bb65b419a" providerId="ADAL" clId="{0CF358F0-DA28-5042-9F77-233067206C45}" dt="2026-03-04T01:58:44.876" v="2219" actId="1076"/>
          <ac:picMkLst>
            <pc:docMk/>
            <pc:sldMk cId="1052505129" sldId="266"/>
            <ac:picMk id="86" creationId="{7FC68F09-E2A7-D366-5C0B-BE0D1AE87994}"/>
          </ac:picMkLst>
        </pc:picChg>
        <pc:picChg chg="mod">
          <ac:chgData name="Saandiya KPS Mohan" userId="a5fae100-ddeb-422e-bd83-d64bb65b419a" providerId="ADAL" clId="{0CF358F0-DA28-5042-9F77-233067206C45}" dt="2026-03-04T01:58:42.072" v="2218" actId="1076"/>
          <ac:picMkLst>
            <pc:docMk/>
            <pc:sldMk cId="1052505129" sldId="266"/>
            <ac:picMk id="88" creationId="{2AEC9C3B-E58E-F0FE-6F1A-E9BC91308DF0}"/>
          </ac:picMkLst>
        </pc:picChg>
        <pc:picChg chg="mod">
          <ac:chgData name="Saandiya KPS Mohan" userId="a5fae100-ddeb-422e-bd83-d64bb65b419a" providerId="ADAL" clId="{0CF358F0-DA28-5042-9F77-233067206C45}" dt="2026-03-04T02:08:32.785" v="2317" actId="1076"/>
          <ac:picMkLst>
            <pc:docMk/>
            <pc:sldMk cId="1052505129" sldId="266"/>
            <ac:picMk id="92" creationId="{ED074B3A-EC6F-98C9-D0A1-78AC83462BE8}"/>
          </ac:picMkLst>
        </pc:picChg>
        <pc:picChg chg="mod">
          <ac:chgData name="Saandiya KPS Mohan" userId="a5fae100-ddeb-422e-bd83-d64bb65b419a" providerId="ADAL" clId="{0CF358F0-DA28-5042-9F77-233067206C45}" dt="2026-03-04T02:42:33.026" v="2642" actId="1076"/>
          <ac:picMkLst>
            <pc:docMk/>
            <pc:sldMk cId="1052505129" sldId="266"/>
            <ac:picMk id="112" creationId="{278A4D10-D727-0888-D85B-A363E0DCF372}"/>
          </ac:picMkLst>
        </pc:picChg>
        <pc:picChg chg="mod">
          <ac:chgData name="Saandiya KPS Mohan" userId="a5fae100-ddeb-422e-bd83-d64bb65b419a" providerId="ADAL" clId="{0CF358F0-DA28-5042-9F77-233067206C45}" dt="2026-03-04T02:07:45.761" v="2304" actId="1076"/>
          <ac:picMkLst>
            <pc:docMk/>
            <pc:sldMk cId="1052505129" sldId="266"/>
            <ac:picMk id="152" creationId="{3ABB824B-F8EB-F29A-9452-E7906846BFBD}"/>
          </ac:picMkLst>
        </pc:picChg>
        <pc:picChg chg="mod">
          <ac:chgData name="Saandiya KPS Mohan" userId="a5fae100-ddeb-422e-bd83-d64bb65b419a" providerId="ADAL" clId="{0CF358F0-DA28-5042-9F77-233067206C45}" dt="2026-03-04T02:13:19.588" v="2378" actId="1076"/>
          <ac:picMkLst>
            <pc:docMk/>
            <pc:sldMk cId="1052505129" sldId="266"/>
            <ac:picMk id="232" creationId="{69907D69-F3A6-98EF-095A-B604DFA9B4AD}"/>
          </ac:picMkLst>
        </pc:picChg>
        <pc:picChg chg="mod">
          <ac:chgData name="Saandiya KPS Mohan" userId="a5fae100-ddeb-422e-bd83-d64bb65b419a" providerId="ADAL" clId="{0CF358F0-DA28-5042-9F77-233067206C45}" dt="2026-03-04T02:13:29.589" v="2380" actId="1076"/>
          <ac:picMkLst>
            <pc:docMk/>
            <pc:sldMk cId="1052505129" sldId="266"/>
            <ac:picMk id="233" creationId="{3A676272-6D03-E1F6-0E91-14A0D8FB2661}"/>
          </ac:picMkLst>
        </pc:picChg>
        <pc:picChg chg="mod">
          <ac:chgData name="Saandiya KPS Mohan" userId="a5fae100-ddeb-422e-bd83-d64bb65b419a" providerId="ADAL" clId="{0CF358F0-DA28-5042-9F77-233067206C45}" dt="2026-03-04T02:42:35.591" v="2643" actId="1076"/>
          <ac:picMkLst>
            <pc:docMk/>
            <pc:sldMk cId="1052505129" sldId="266"/>
            <ac:picMk id="1082" creationId="{D84C6BF1-68C1-2A50-9987-4E7F5A235BBD}"/>
          </ac:picMkLst>
        </pc:picChg>
        <pc:picChg chg="mod">
          <ac:chgData name="Saandiya KPS Mohan" userId="a5fae100-ddeb-422e-bd83-d64bb65b419a" providerId="ADAL" clId="{0CF358F0-DA28-5042-9F77-233067206C45}" dt="2026-03-04T02:13:25.043" v="2379" actId="1076"/>
          <ac:picMkLst>
            <pc:docMk/>
            <pc:sldMk cId="1052505129" sldId="266"/>
            <ac:picMk id="1098" creationId="{7DC9D7D6-4A30-8121-A41B-509401299E3A}"/>
          </ac:picMkLst>
        </pc:picChg>
      </pc:sldChg>
      <pc:sldMasterChg chg="modSp modSldLayout">
        <pc:chgData name="Saandiya KPS Mohan" userId="a5fae100-ddeb-422e-bd83-d64bb65b419a" providerId="ADAL" clId="{0CF358F0-DA28-5042-9F77-233067206C45}" dt="2026-03-03T02:41:49.878" v="125"/>
        <pc:sldMasterMkLst>
          <pc:docMk/>
          <pc:sldMasterMk cId="0" sldId="2147483648"/>
        </pc:sldMasterMkLst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2" creationId="{D8F025DE-683A-4BA3-8837-69516B12386A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" creationId="{3193C017-DFEF-4FF3-B40E-2496F137D9AB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26" creationId="{00000000-0000-0000-0000-000000000000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27" creationId="{00000000-0000-0000-0000-000000000000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28" creationId="{00000000-0000-0000-0000-000000000000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29" creationId="{00000000-0000-0000-0000-000000000000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30" creationId="{00000000-0000-0000-0000-000000000000}"/>
          </ac:spMkLst>
        </pc:spChg>
        <pc:spChg chg="mod">
          <ac:chgData name="Saandiya KPS Mohan" userId="a5fae100-ddeb-422e-bd83-d64bb65b419a" providerId="ADAL" clId="{0CF358F0-DA28-5042-9F77-233067206C45}" dt="2026-03-03T02:41:49.878" v="125"/>
          <ac:spMkLst>
            <pc:docMk/>
            <pc:sldMasterMk cId="0" sldId="2147483648"/>
            <ac:spMk id="1031" creationId="{00000000-0000-0000-0000-000000000000}"/>
          </ac:spMkLst>
        </pc:spChg>
        <pc:graphicFrameChg chg="mod">
          <ac:chgData name="Saandiya KPS Mohan" userId="a5fae100-ddeb-422e-bd83-d64bb65b419a" providerId="ADAL" clId="{0CF358F0-DA28-5042-9F77-233067206C45}" dt="2026-03-03T02:41:49.878" v="125"/>
          <ac:graphicFrameMkLst>
            <pc:docMk/>
            <pc:sldMasterMk cId="0" sldId="2147483648"/>
            <ac:graphicFrameMk id="3" creationId="{D3131672-2629-446D-8683-037301D2F054}"/>
          </ac:graphicFrameMkLst>
        </pc:graphicFrame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2339772778" sldId="2147483649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339772778" sldId="2147483649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339772778" sldId="2147483649"/>
              <ac:spMk id="3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3237280334" sldId="2147483651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3237280334" sldId="2147483651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3237280334" sldId="2147483651"/>
              <ac:spMk id="3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2919201442" sldId="2147483652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919201442" sldId="2147483652"/>
              <ac:spMk id="3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919201442" sldId="2147483652"/>
              <ac:spMk id="4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1012455198" sldId="2147483653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1012455198" sldId="2147483653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1012455198" sldId="2147483653"/>
              <ac:spMk id="3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1012455198" sldId="2147483653"/>
              <ac:spMk id="4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1012455198" sldId="2147483653"/>
              <ac:spMk id="5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1012455198" sldId="2147483653"/>
              <ac:spMk id="6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976026207" sldId="2147483654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976026207" sldId="2147483654"/>
              <ac:spMk id="6" creationId="{B8DFA2F5-AF6C-48B2-AC53-85384609B04A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2667759594" sldId="2147483656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667759594" sldId="2147483656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667759594" sldId="2147483656"/>
              <ac:spMk id="3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667759594" sldId="2147483656"/>
              <ac:spMk id="4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4204007167" sldId="2147483657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4204007167" sldId="2147483657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4204007167" sldId="2147483657"/>
              <ac:spMk id="3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4204007167" sldId="2147483657"/>
              <ac:spMk id="4" creationId="{00000000-0000-0000-0000-000000000000}"/>
            </ac:spMkLst>
          </pc:spChg>
        </pc:sldLayoutChg>
        <pc:sldLayoutChg chg="modSp">
          <pc:chgData name="Saandiya KPS Mohan" userId="a5fae100-ddeb-422e-bd83-d64bb65b419a" providerId="ADAL" clId="{0CF358F0-DA28-5042-9F77-233067206C45}" dt="2026-03-03T02:41:49.878" v="125"/>
          <pc:sldLayoutMkLst>
            <pc:docMk/>
            <pc:sldMasterMk cId="0" sldId="2147483648"/>
            <pc:sldLayoutMk cId="2144318093" sldId="2147483659"/>
          </pc:sldLayoutMkLst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144318093" sldId="2147483659"/>
              <ac:spMk id="2" creationId="{00000000-0000-0000-0000-000000000000}"/>
            </ac:spMkLst>
          </pc:spChg>
          <pc:spChg chg="mod">
            <ac:chgData name="Saandiya KPS Mohan" userId="a5fae100-ddeb-422e-bd83-d64bb65b419a" providerId="ADAL" clId="{0CF358F0-DA28-5042-9F77-233067206C45}" dt="2026-03-03T02:41:49.878" v="125"/>
            <ac:spMkLst>
              <pc:docMk/>
              <pc:sldMasterMk cId="0" sldId="2147483648"/>
              <pc:sldLayoutMk cId="2144318093" sldId="2147483659"/>
              <ac:spMk id="3" creationId="{00000000-0000-0000-0000-000000000000}"/>
            </ac:spMkLst>
          </pc:spChg>
        </pc:sldLayoutChg>
      </pc:sldMasterChg>
    </pc:docChg>
  </pc:docChgLst>
  <pc:docChgLst>
    <pc:chgData name="Parth Kapila" userId="S::pkapila@purdue.edu::af773e35-760f-40d7-ac99-aec9a2566984" providerId="AD" clId="Web-{846E451A-9804-26D0-6C3A-F10F1CC96DA2}"/>
    <pc:docChg chg="mod modSld">
      <pc:chgData name="Parth Kapila" userId="S::pkapila@purdue.edu::af773e35-760f-40d7-ac99-aec9a2566984" providerId="AD" clId="Web-{846E451A-9804-26D0-6C3A-F10F1CC96DA2}" dt="2026-03-03T04:55:05.004" v="118" actId="20577"/>
      <pc:docMkLst>
        <pc:docMk/>
      </pc:docMkLst>
    </pc:docChg>
  </pc:docChgLst>
  <pc:docChgLst>
    <pc:chgData name="Mayank Agarwal" userId="S::agarw316@purdue.edu::7e94fb97-b228-4301-bbb8-2daadc7a2b49" providerId="AD" clId="Web-{B1141E84-B79A-602C-1E40-F3246EE42B05}"/>
    <pc:docChg chg="modSld">
      <pc:chgData name="Mayank Agarwal" userId="S::agarw316@purdue.edu::7e94fb97-b228-4301-bbb8-2daadc7a2b49" providerId="AD" clId="Web-{B1141E84-B79A-602C-1E40-F3246EE42B05}" dt="2026-03-04T00:00:57.897" v="88" actId="20577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custT="1"/>
      <dgm:spPr/>
      <dgm:t>
        <a:bodyPr/>
        <a:lstStyle/>
        <a:p>
          <a:pPr rtl="0"/>
          <a:r>
            <a:rPr lang="en-GB" sz="2400">
              <a:latin typeface="Bierstadt"/>
              <a:cs typeface="Arial"/>
            </a:rPr>
            <a:t>Receive Payment Records</a:t>
          </a:r>
          <a:endParaRPr lang="en-GB"/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custT="1"/>
      <dgm:spPr/>
      <dgm:t>
        <a:bodyPr/>
        <a:lstStyle/>
        <a:p>
          <a:pPr rtl="0"/>
          <a:r>
            <a:rPr lang="en-GB" sz="2400">
              <a:latin typeface="Bierstadt"/>
              <a:cs typeface="Arial"/>
            </a:rPr>
            <a:t>Investigate Payment (Manual Search)</a:t>
          </a:r>
          <a:endParaRPr lang="en-GB"/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446343B2-D757-F340-B784-B0BF5FFAE736}">
      <dgm:prSet phldrT="[Text]" custT="1"/>
      <dgm:spPr/>
      <dgm:t>
        <a:bodyPr/>
        <a:lstStyle/>
        <a:p>
          <a:pPr rtl="0"/>
          <a:r>
            <a:rPr lang="en-GB" sz="2400">
              <a:latin typeface="Bierstadt"/>
              <a:cs typeface="Arial"/>
            </a:rPr>
            <a:t>Match to Invoice (Data Entry)</a:t>
          </a:r>
          <a:endParaRPr lang="en-GB"/>
        </a:p>
      </dgm:t>
    </dgm:pt>
    <dgm:pt modelId="{E723F7A1-A2FE-1944-A7F9-13369B358B44}" type="par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80C04A6F-66EB-C847-9491-FCC645EC1135}" type="sib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3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2"/>
      <dgm:spPr/>
    </dgm:pt>
    <dgm:pt modelId="{D79479B6-AF5C-954F-A1F7-A47A9CA34D56}" type="pres">
      <dgm:prSet presAssocID="{DD5F6BF9-BE3E-B843-952C-3C7BF06A6EC0}" presName="connectorText" presStyleLbl="sibTrans2D1" presStyleIdx="0" presStyleCnt="2"/>
      <dgm:spPr/>
    </dgm:pt>
    <dgm:pt modelId="{FFEE2794-1888-314E-9FBD-A5285B2E9932}" type="pres">
      <dgm:prSet presAssocID="{D7FF77A6-4CA5-0C44-99EF-F15D54B33278}" presName="node" presStyleLbl="node1" presStyleIdx="1" presStyleCnt="3" custLinFactNeighborX="-4759" custLinFactNeighborY="492">
        <dgm:presLayoutVars>
          <dgm:bulletEnabled val="1"/>
        </dgm:presLayoutVars>
      </dgm:prSet>
      <dgm:spPr/>
    </dgm:pt>
    <dgm:pt modelId="{14705D16-947D-2A40-BCB8-0C6C997F4F11}" type="pres">
      <dgm:prSet presAssocID="{787F1E45-5700-E844-A4F1-76E039E9F601}" presName="sibTrans" presStyleLbl="sibTrans2D1" presStyleIdx="1" presStyleCnt="2"/>
      <dgm:spPr/>
    </dgm:pt>
    <dgm:pt modelId="{24217C02-2103-6F47-B50D-F9ED3BC8FBDC}" type="pres">
      <dgm:prSet presAssocID="{787F1E45-5700-E844-A4F1-76E039E9F601}" presName="connectorText" presStyleLbl="sibTrans2D1" presStyleIdx="1" presStyleCnt="2"/>
      <dgm:spPr/>
    </dgm:pt>
    <dgm:pt modelId="{EF60825B-F4C8-AB42-BFCD-06E1FB03558C}" type="pres">
      <dgm:prSet presAssocID="{446343B2-D757-F340-B784-B0BF5FFAE736}" presName="node" presStyleLbl="node1" presStyleIdx="2" presStyleCnt="3" custLinFactNeighborX="836" custLinFactNeighborY="2264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F6E05586-8B10-2C41-ACCA-30737EC73285}" type="presOf" srcId="{787F1E45-5700-E844-A4F1-76E039E9F601}" destId="{14705D16-947D-2A40-BCB8-0C6C997F4F11}" srcOrd="0" destOrd="0" presId="urn:microsoft.com/office/officeart/2005/8/layout/process1"/>
    <dgm:cxn modelId="{9B8944C5-749C-4943-A6FD-F2ACCCAB5199}" type="presOf" srcId="{446343B2-D757-F340-B784-B0BF5FFAE736}" destId="{EF60825B-F4C8-AB42-BFCD-06E1FB03558C}" srcOrd="0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461D28DF-FE8A-454D-836B-8ACBA02D866F}" type="presOf" srcId="{787F1E45-5700-E844-A4F1-76E039E9F601}" destId="{24217C02-2103-6F47-B50D-F9ED3BC8FBDC}" srcOrd="1" destOrd="0" presId="urn:microsoft.com/office/officeart/2005/8/layout/process1"/>
    <dgm:cxn modelId="{7DD0F0DF-4EAA-6049-9EE5-F5AF43A1F686}" srcId="{0F48D3A3-00BE-EB4B-910E-D16ADA63D125}" destId="{446343B2-D757-F340-B784-B0BF5FFAE736}" srcOrd="2" destOrd="0" parTransId="{E723F7A1-A2FE-1944-A7F9-13369B358B44}" sibTransId="{80C04A6F-66EB-C847-9491-FCC645EC1135}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  <dgm:cxn modelId="{81A08239-57C8-D241-BE67-5EE57FD99A88}" type="presParOf" srcId="{FF7D59AF-EFF5-E845-B3BA-D071C97D8C92}" destId="{14705D16-947D-2A40-BCB8-0C6C997F4F11}" srcOrd="3" destOrd="0" presId="urn:microsoft.com/office/officeart/2005/8/layout/process1"/>
    <dgm:cxn modelId="{F32042A4-4D29-054C-AF50-BE3A3A7CBCFF}" type="presParOf" srcId="{14705D16-947D-2A40-BCB8-0C6C997F4F11}" destId="{24217C02-2103-6F47-B50D-F9ED3BC8FBDC}" srcOrd="0" destOrd="0" presId="urn:microsoft.com/office/officeart/2005/8/layout/process1"/>
    <dgm:cxn modelId="{397ADEC9-C73E-5E48-9B88-0D617C26E052}" type="presParOf" srcId="{FF7D59AF-EFF5-E845-B3BA-D071C97D8C92}" destId="{EF60825B-F4C8-AB42-BFCD-06E1FB03558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phldr="0" custT="1"/>
      <dgm:spPr/>
      <dgm:t>
        <a:bodyPr/>
        <a:lstStyle/>
        <a:p>
          <a:pPr rtl="0"/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Manually create dispute cases</a:t>
          </a:r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phldr="0" custT="1"/>
      <dgm:spPr/>
      <dgm:t>
        <a:bodyPr/>
        <a:lstStyle/>
        <a:p>
          <a:pPr rtl="0"/>
          <a:r>
            <a:rPr lang="en-GB" sz="2400">
              <a:latin typeface="Bierstadt" panose="020B0004020202020204" pitchFamily="34" charset="0"/>
              <a:cs typeface="Arial" panose="020B0604020202020204" pitchFamily="34" charset="0"/>
            </a:rPr>
            <a:t>Individually Communicate with dispute cases</a:t>
          </a:r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2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1"/>
      <dgm:spPr/>
    </dgm:pt>
    <dgm:pt modelId="{D79479B6-AF5C-954F-A1F7-A47A9CA34D56}" type="pres">
      <dgm:prSet presAssocID="{DD5F6BF9-BE3E-B843-952C-3C7BF06A6EC0}" presName="connectorText" presStyleLbl="sibTrans2D1" presStyleIdx="0" presStyleCnt="1"/>
      <dgm:spPr/>
    </dgm:pt>
    <dgm:pt modelId="{FFEE2794-1888-314E-9FBD-A5285B2E9932}" type="pres">
      <dgm:prSet presAssocID="{D7FF77A6-4CA5-0C44-99EF-F15D54B33278}" presName="node" presStyleLbl="node1" presStyleIdx="1" presStyleCnt="2" custLinFactNeighborX="-4759" custLinFactNeighborY="492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48D3A3-00BE-EB4B-910E-D16ADA63D125}" type="doc">
      <dgm:prSet loTypeId="urn:microsoft.com/office/officeart/2005/8/layout/process1" loCatId="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en-GB"/>
        </a:p>
      </dgm:t>
    </dgm:pt>
    <dgm:pt modelId="{0E0FFE53-63D5-2242-859E-25B9259E21BF}">
      <dgm:prSet phldrT="[Text]" custT="1"/>
      <dgm:spPr/>
      <dgm:t>
        <a:bodyPr/>
        <a:lstStyle/>
        <a:p>
          <a:r>
            <a:rPr lang="en-US" sz="2400" b="0" i="0" u="none">
              <a:latin typeface="Bierstadt" panose="020B0004020202020204" pitchFamily="34" charset="0"/>
              <a:cs typeface="Arial" panose="020B0604020202020204" pitchFamily="34" charset="0"/>
            </a:rPr>
            <a:t>Review aging reports and open receivables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01551899-8312-6845-B156-72BE1CB7ED52}" type="par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D5F6BF9-BE3E-B843-952C-3C7BF06A6EC0}" type="sibTrans" cxnId="{9EA00181-93AC-F140-9A0E-A0C8F813B1C2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D7FF77A6-4CA5-0C44-99EF-F15D54B33278}">
      <dgm:prSet phldrT="[Text]" custT="1"/>
      <dgm:spPr/>
      <dgm:t>
        <a:bodyPr/>
        <a:lstStyle/>
        <a:p>
          <a:r>
            <a:rPr lang="en-US" sz="2400" b="0" i="0">
              <a:latin typeface="Bierstadt" panose="020B0004020202020204" pitchFamily="34" charset="0"/>
              <a:cs typeface="Arial" panose="020B0604020202020204" pitchFamily="34" charset="0"/>
            </a:rPr>
            <a:t>Manually analyze delinquent accounts and dispute history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2C66B362-2644-6B4B-BF6A-5A166D95F450}" type="par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787F1E45-5700-E844-A4F1-76E039E9F601}" type="sibTrans" cxnId="{85B2F449-8EDC-914D-B5EC-599CADA24F4D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446343B2-D757-F340-B784-B0BF5FFAE736}">
      <dgm:prSet phldrT="[Text]" custT="1"/>
      <dgm:spPr/>
      <dgm:t>
        <a:bodyPr/>
        <a:lstStyle/>
        <a:p>
          <a:r>
            <a:rPr lang="en-US" sz="2400" b="0" i="0" u="none">
              <a:latin typeface="Bierstadt" panose="020B0004020202020204" pitchFamily="34" charset="0"/>
              <a:cs typeface="Arial" panose="020B0604020202020204" pitchFamily="34" charset="0"/>
            </a:rPr>
            <a:t>Apply analyst judgement to estimate bad debt reserve and prioritize collections</a:t>
          </a:r>
          <a:endParaRPr lang="en-GB" sz="2400">
            <a:latin typeface="Bierstadt" panose="020B0004020202020204" pitchFamily="34" charset="0"/>
            <a:cs typeface="Arial" panose="020B0604020202020204" pitchFamily="34" charset="0"/>
          </a:endParaRPr>
        </a:p>
      </dgm:t>
    </dgm:pt>
    <dgm:pt modelId="{E723F7A1-A2FE-1944-A7F9-13369B358B44}" type="par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80C04A6F-66EB-C847-9491-FCC645EC1135}" type="sibTrans" cxnId="{7DD0F0DF-4EAA-6049-9EE5-F5AF43A1F686}">
      <dgm:prSet/>
      <dgm:spPr/>
      <dgm:t>
        <a:bodyPr/>
        <a:lstStyle/>
        <a:p>
          <a:endParaRPr lang="en-GB">
            <a:latin typeface="Bierstadt" panose="020B0004020202020204" pitchFamily="34" charset="0"/>
          </a:endParaRPr>
        </a:p>
      </dgm:t>
    </dgm:pt>
    <dgm:pt modelId="{FF7D59AF-EFF5-E845-B3BA-D071C97D8C92}" type="pres">
      <dgm:prSet presAssocID="{0F48D3A3-00BE-EB4B-910E-D16ADA63D125}" presName="Name0" presStyleCnt="0">
        <dgm:presLayoutVars>
          <dgm:dir/>
          <dgm:resizeHandles val="exact"/>
        </dgm:presLayoutVars>
      </dgm:prSet>
      <dgm:spPr/>
    </dgm:pt>
    <dgm:pt modelId="{CC3F5478-0E06-F44A-A8CC-5C7C50A93B62}" type="pres">
      <dgm:prSet presAssocID="{0E0FFE53-63D5-2242-859E-25B9259E21BF}" presName="node" presStyleLbl="node1" presStyleIdx="0" presStyleCnt="3" custLinFactNeighborX="-28289" custLinFactNeighborY="436">
        <dgm:presLayoutVars>
          <dgm:bulletEnabled val="1"/>
        </dgm:presLayoutVars>
      </dgm:prSet>
      <dgm:spPr/>
    </dgm:pt>
    <dgm:pt modelId="{CE1583D9-9620-414C-A638-AA5A3ECC0C31}" type="pres">
      <dgm:prSet presAssocID="{DD5F6BF9-BE3E-B843-952C-3C7BF06A6EC0}" presName="sibTrans" presStyleLbl="sibTrans2D1" presStyleIdx="0" presStyleCnt="2"/>
      <dgm:spPr/>
    </dgm:pt>
    <dgm:pt modelId="{D79479B6-AF5C-954F-A1F7-A47A9CA34D56}" type="pres">
      <dgm:prSet presAssocID="{DD5F6BF9-BE3E-B843-952C-3C7BF06A6EC0}" presName="connectorText" presStyleLbl="sibTrans2D1" presStyleIdx="0" presStyleCnt="2"/>
      <dgm:spPr/>
    </dgm:pt>
    <dgm:pt modelId="{FFEE2794-1888-314E-9FBD-A5285B2E9932}" type="pres">
      <dgm:prSet presAssocID="{D7FF77A6-4CA5-0C44-99EF-F15D54B33278}" presName="node" presStyleLbl="node1" presStyleIdx="1" presStyleCnt="3" custLinFactNeighborX="-4759" custLinFactNeighborY="492">
        <dgm:presLayoutVars>
          <dgm:bulletEnabled val="1"/>
        </dgm:presLayoutVars>
      </dgm:prSet>
      <dgm:spPr/>
    </dgm:pt>
    <dgm:pt modelId="{14705D16-947D-2A40-BCB8-0C6C997F4F11}" type="pres">
      <dgm:prSet presAssocID="{787F1E45-5700-E844-A4F1-76E039E9F601}" presName="sibTrans" presStyleLbl="sibTrans2D1" presStyleIdx="1" presStyleCnt="2"/>
      <dgm:spPr/>
    </dgm:pt>
    <dgm:pt modelId="{24217C02-2103-6F47-B50D-F9ED3BC8FBDC}" type="pres">
      <dgm:prSet presAssocID="{787F1E45-5700-E844-A4F1-76E039E9F601}" presName="connectorText" presStyleLbl="sibTrans2D1" presStyleIdx="1" presStyleCnt="2"/>
      <dgm:spPr/>
    </dgm:pt>
    <dgm:pt modelId="{EF60825B-F4C8-AB42-BFCD-06E1FB03558C}" type="pres">
      <dgm:prSet presAssocID="{446343B2-D757-F340-B784-B0BF5FFAE736}" presName="node" presStyleLbl="node1" presStyleIdx="2" presStyleCnt="3" custLinFactNeighborX="836" custLinFactNeighborY="2264">
        <dgm:presLayoutVars>
          <dgm:bulletEnabled val="1"/>
        </dgm:presLayoutVars>
      </dgm:prSet>
      <dgm:spPr/>
    </dgm:pt>
  </dgm:ptLst>
  <dgm:cxnLst>
    <dgm:cxn modelId="{CB907844-F19C-7D41-8BEC-71D3066D0E5A}" type="presOf" srcId="{DD5F6BF9-BE3E-B843-952C-3C7BF06A6EC0}" destId="{CE1583D9-9620-414C-A638-AA5A3ECC0C31}" srcOrd="0" destOrd="0" presId="urn:microsoft.com/office/officeart/2005/8/layout/process1"/>
    <dgm:cxn modelId="{85B2F449-8EDC-914D-B5EC-599CADA24F4D}" srcId="{0F48D3A3-00BE-EB4B-910E-D16ADA63D125}" destId="{D7FF77A6-4CA5-0C44-99EF-F15D54B33278}" srcOrd="1" destOrd="0" parTransId="{2C66B362-2644-6B4B-BF6A-5A166D95F450}" sibTransId="{787F1E45-5700-E844-A4F1-76E039E9F601}"/>
    <dgm:cxn modelId="{C6B86F50-D5B0-F648-8C6C-36DF5BAB7BE7}" type="presOf" srcId="{0F48D3A3-00BE-EB4B-910E-D16ADA63D125}" destId="{FF7D59AF-EFF5-E845-B3BA-D071C97D8C92}" srcOrd="0" destOrd="0" presId="urn:microsoft.com/office/officeart/2005/8/layout/process1"/>
    <dgm:cxn modelId="{9EA00181-93AC-F140-9A0E-A0C8F813B1C2}" srcId="{0F48D3A3-00BE-EB4B-910E-D16ADA63D125}" destId="{0E0FFE53-63D5-2242-859E-25B9259E21BF}" srcOrd="0" destOrd="0" parTransId="{01551899-8312-6845-B156-72BE1CB7ED52}" sibTransId="{DD5F6BF9-BE3E-B843-952C-3C7BF06A6EC0}"/>
    <dgm:cxn modelId="{9D7D3084-E2F6-3D40-89C0-0A7925FC374C}" type="presOf" srcId="{DD5F6BF9-BE3E-B843-952C-3C7BF06A6EC0}" destId="{D79479B6-AF5C-954F-A1F7-A47A9CA34D56}" srcOrd="1" destOrd="0" presId="urn:microsoft.com/office/officeart/2005/8/layout/process1"/>
    <dgm:cxn modelId="{F6E05586-8B10-2C41-ACCA-30737EC73285}" type="presOf" srcId="{787F1E45-5700-E844-A4F1-76E039E9F601}" destId="{14705D16-947D-2A40-BCB8-0C6C997F4F11}" srcOrd="0" destOrd="0" presId="urn:microsoft.com/office/officeart/2005/8/layout/process1"/>
    <dgm:cxn modelId="{9B8944C5-749C-4943-A6FD-F2ACCCAB5199}" type="presOf" srcId="{446343B2-D757-F340-B784-B0BF5FFAE736}" destId="{EF60825B-F4C8-AB42-BFCD-06E1FB03558C}" srcOrd="0" destOrd="0" presId="urn:microsoft.com/office/officeart/2005/8/layout/process1"/>
    <dgm:cxn modelId="{6C0AA8D1-BD85-DF47-82BB-17B7B6F46CD2}" type="presOf" srcId="{0E0FFE53-63D5-2242-859E-25B9259E21BF}" destId="{CC3F5478-0E06-F44A-A8CC-5C7C50A93B62}" srcOrd="0" destOrd="0" presId="urn:microsoft.com/office/officeart/2005/8/layout/process1"/>
    <dgm:cxn modelId="{461D28DF-FE8A-454D-836B-8ACBA02D866F}" type="presOf" srcId="{787F1E45-5700-E844-A4F1-76E039E9F601}" destId="{24217C02-2103-6F47-B50D-F9ED3BC8FBDC}" srcOrd="1" destOrd="0" presId="urn:microsoft.com/office/officeart/2005/8/layout/process1"/>
    <dgm:cxn modelId="{7DD0F0DF-4EAA-6049-9EE5-F5AF43A1F686}" srcId="{0F48D3A3-00BE-EB4B-910E-D16ADA63D125}" destId="{446343B2-D757-F340-B784-B0BF5FFAE736}" srcOrd="2" destOrd="0" parTransId="{E723F7A1-A2FE-1944-A7F9-13369B358B44}" sibTransId="{80C04A6F-66EB-C847-9491-FCC645EC1135}"/>
    <dgm:cxn modelId="{203104FD-3FD9-CD4F-8F97-8ECBC59A7D04}" type="presOf" srcId="{D7FF77A6-4CA5-0C44-99EF-F15D54B33278}" destId="{FFEE2794-1888-314E-9FBD-A5285B2E9932}" srcOrd="0" destOrd="0" presId="urn:microsoft.com/office/officeart/2005/8/layout/process1"/>
    <dgm:cxn modelId="{F39668F7-DB7D-5944-81EB-F45EAF413A07}" type="presParOf" srcId="{FF7D59AF-EFF5-E845-B3BA-D071C97D8C92}" destId="{CC3F5478-0E06-F44A-A8CC-5C7C50A93B62}" srcOrd="0" destOrd="0" presId="urn:microsoft.com/office/officeart/2005/8/layout/process1"/>
    <dgm:cxn modelId="{CD5098E1-3E2C-D14D-AAE8-FCE87AA2D355}" type="presParOf" srcId="{FF7D59AF-EFF5-E845-B3BA-D071C97D8C92}" destId="{CE1583D9-9620-414C-A638-AA5A3ECC0C31}" srcOrd="1" destOrd="0" presId="urn:microsoft.com/office/officeart/2005/8/layout/process1"/>
    <dgm:cxn modelId="{096F1B98-027C-7D4A-91C3-FCDC2EC7EDFF}" type="presParOf" srcId="{CE1583D9-9620-414C-A638-AA5A3ECC0C31}" destId="{D79479B6-AF5C-954F-A1F7-A47A9CA34D56}" srcOrd="0" destOrd="0" presId="urn:microsoft.com/office/officeart/2005/8/layout/process1"/>
    <dgm:cxn modelId="{B9A5253F-E142-BF48-87D6-08475C792244}" type="presParOf" srcId="{FF7D59AF-EFF5-E845-B3BA-D071C97D8C92}" destId="{FFEE2794-1888-314E-9FBD-A5285B2E9932}" srcOrd="2" destOrd="0" presId="urn:microsoft.com/office/officeart/2005/8/layout/process1"/>
    <dgm:cxn modelId="{81A08239-57C8-D241-BE67-5EE57FD99A88}" type="presParOf" srcId="{FF7D59AF-EFF5-E845-B3BA-D071C97D8C92}" destId="{14705D16-947D-2A40-BCB8-0C6C997F4F11}" srcOrd="3" destOrd="0" presId="urn:microsoft.com/office/officeart/2005/8/layout/process1"/>
    <dgm:cxn modelId="{F32042A4-4D29-054C-AF50-BE3A3A7CBCFF}" type="presParOf" srcId="{14705D16-947D-2A40-BCB8-0C6C997F4F11}" destId="{24217C02-2103-6F47-B50D-F9ED3BC8FBDC}" srcOrd="0" destOrd="0" presId="urn:microsoft.com/office/officeart/2005/8/layout/process1"/>
    <dgm:cxn modelId="{397ADEC9-C73E-5E48-9B88-0D617C26E052}" type="presParOf" srcId="{FF7D59AF-EFF5-E845-B3BA-D071C97D8C92}" destId="{EF60825B-F4C8-AB42-BFCD-06E1FB03558C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439660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/>
              <a:cs typeface="Arial"/>
            </a:rPr>
            <a:t>Receive Payment Records</a:t>
          </a:r>
          <a:endParaRPr lang="en-GB" kern="1200"/>
        </a:p>
      </dsp:txBody>
      <dsp:txXfrm>
        <a:off x="48357" y="488017"/>
        <a:ext cx="2132540" cy="1554327"/>
      </dsp:txXfrm>
    </dsp:sp>
    <dsp:sp modelId="{CE1583D9-9620-414C-A638-AA5A3ECC0C31}">
      <dsp:nvSpPr>
        <dsp:cNvPr id="0" name=""/>
        <dsp:cNvSpPr/>
      </dsp:nvSpPr>
      <dsp:spPr>
        <a:xfrm rot="1030">
          <a:off x="2443435" y="989219"/>
          <a:ext cx="454063" cy="552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Bierstadt" panose="020B0004020202020204" pitchFamily="34" charset="0"/>
          </a:endParaRPr>
        </a:p>
      </dsp:txBody>
      <dsp:txXfrm>
        <a:off x="2443435" y="1099770"/>
        <a:ext cx="317844" cy="331713"/>
      </dsp:txXfrm>
    </dsp:sp>
    <dsp:sp modelId="{FFEE2794-1888-314E-9FBD-A5285B2E9932}">
      <dsp:nvSpPr>
        <dsp:cNvPr id="0" name=""/>
        <dsp:cNvSpPr/>
      </dsp:nvSpPr>
      <dsp:spPr>
        <a:xfrm>
          <a:off x="3085978" y="440584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/>
              <a:cs typeface="Arial"/>
            </a:rPr>
            <a:t>Investigate Payment (Manual Search)</a:t>
          </a:r>
          <a:endParaRPr lang="en-GB" kern="1200"/>
        </a:p>
      </dsp:txBody>
      <dsp:txXfrm>
        <a:off x="3134335" y="488941"/>
        <a:ext cx="2132540" cy="1554327"/>
      </dsp:txXfrm>
    </dsp:sp>
    <dsp:sp modelId="{14705D16-947D-2A40-BCB8-0C6C997F4F11}">
      <dsp:nvSpPr>
        <dsp:cNvPr id="0" name=""/>
        <dsp:cNvSpPr/>
      </dsp:nvSpPr>
      <dsp:spPr>
        <a:xfrm rot="31718">
          <a:off x="5550620" y="1004436"/>
          <a:ext cx="499065" cy="55285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Bierstadt" panose="020B0004020202020204" pitchFamily="34" charset="0"/>
          </a:endParaRPr>
        </a:p>
      </dsp:txBody>
      <dsp:txXfrm>
        <a:off x="5550623" y="1114316"/>
        <a:ext cx="349346" cy="331713"/>
      </dsp:txXfrm>
    </dsp:sp>
    <dsp:sp modelId="{EF60825B-F4C8-AB42-BFCD-06E1FB03558C}">
      <dsp:nvSpPr>
        <dsp:cNvPr id="0" name=""/>
        <dsp:cNvSpPr/>
      </dsp:nvSpPr>
      <dsp:spPr>
        <a:xfrm>
          <a:off x="6256825" y="469841"/>
          <a:ext cx="2229254" cy="165104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/>
              <a:cs typeface="Arial"/>
            </a:rPr>
            <a:t>Match to Invoice (Data Entry)</a:t>
          </a:r>
          <a:endParaRPr lang="en-GB" kern="1200"/>
        </a:p>
      </dsp:txBody>
      <dsp:txXfrm>
        <a:off x="6305182" y="518198"/>
        <a:ext cx="2132540" cy="15543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50328"/>
          <a:ext cx="3259114" cy="19554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Manually create dispute cases</a:t>
          </a:r>
        </a:p>
      </dsp:txBody>
      <dsp:txXfrm>
        <a:off x="57274" y="107602"/>
        <a:ext cx="3144566" cy="1840920"/>
      </dsp:txXfrm>
    </dsp:sp>
    <dsp:sp modelId="{CE1583D9-9620-414C-A638-AA5A3ECC0C31}">
      <dsp:nvSpPr>
        <dsp:cNvPr id="0" name=""/>
        <dsp:cNvSpPr/>
      </dsp:nvSpPr>
      <dsp:spPr>
        <a:xfrm rot="836">
          <a:off x="3569898" y="624485"/>
          <a:ext cx="658860" cy="8082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500" kern="1200">
            <a:latin typeface="Bierstadt" panose="020B0004020202020204" pitchFamily="34" charset="0"/>
          </a:endParaRPr>
        </a:p>
      </dsp:txBody>
      <dsp:txXfrm>
        <a:off x="3569898" y="786113"/>
        <a:ext cx="461202" cy="484956"/>
      </dsp:txXfrm>
    </dsp:sp>
    <dsp:sp modelId="{FFEE2794-1888-314E-9FBD-A5285B2E9932}">
      <dsp:nvSpPr>
        <dsp:cNvPr id="0" name=""/>
        <dsp:cNvSpPr/>
      </dsp:nvSpPr>
      <dsp:spPr>
        <a:xfrm>
          <a:off x="4502248" y="51423"/>
          <a:ext cx="3259114" cy="19554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>
              <a:latin typeface="Bierstadt" panose="020B0004020202020204" pitchFamily="34" charset="0"/>
              <a:cs typeface="Arial" panose="020B0604020202020204" pitchFamily="34" charset="0"/>
            </a:rPr>
            <a:t>Individually Communicate with dispute cases</a:t>
          </a:r>
        </a:p>
      </dsp:txBody>
      <dsp:txXfrm>
        <a:off x="4559522" y="108697"/>
        <a:ext cx="3144566" cy="18409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3F5478-0E06-F44A-A8CC-5C7C50A93B62}">
      <dsp:nvSpPr>
        <dsp:cNvPr id="0" name=""/>
        <dsp:cNvSpPr/>
      </dsp:nvSpPr>
      <dsp:spPr>
        <a:xfrm>
          <a:off x="0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>
              <a:latin typeface="Bierstadt" panose="020B0004020202020204" pitchFamily="34" charset="0"/>
              <a:cs typeface="Arial" panose="020B0604020202020204" pitchFamily="34" charset="0"/>
            </a:rPr>
            <a:t>Review aging reports and open receivables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66751" y="66751"/>
        <a:ext cx="2274343" cy="2145553"/>
      </dsp:txXfrm>
    </dsp:sp>
    <dsp:sp modelId="{CE1583D9-9620-414C-A638-AA5A3ECC0C31}">
      <dsp:nvSpPr>
        <dsp:cNvPr id="0" name=""/>
        <dsp:cNvSpPr/>
      </dsp:nvSpPr>
      <dsp:spPr>
        <a:xfrm>
          <a:off x="2640304" y="840954"/>
          <a:ext cx="492814" cy="597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>
            <a:latin typeface="Bierstadt" panose="020B0004020202020204" pitchFamily="34" charset="0"/>
          </a:endParaRPr>
        </a:p>
      </dsp:txBody>
      <dsp:txXfrm>
        <a:off x="2640304" y="960383"/>
        <a:ext cx="344970" cy="358287"/>
      </dsp:txXfrm>
    </dsp:sp>
    <dsp:sp modelId="{FFEE2794-1888-314E-9FBD-A5285B2E9932}">
      <dsp:nvSpPr>
        <dsp:cNvPr id="0" name=""/>
        <dsp:cNvSpPr/>
      </dsp:nvSpPr>
      <dsp:spPr>
        <a:xfrm>
          <a:off x="3337683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>
              <a:latin typeface="Bierstadt" panose="020B0004020202020204" pitchFamily="34" charset="0"/>
              <a:cs typeface="Arial" panose="020B0604020202020204" pitchFamily="34" charset="0"/>
            </a:rPr>
            <a:t>Manually analyze delinquent accounts and dispute history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3404434" y="66751"/>
        <a:ext cx="2274343" cy="2145553"/>
      </dsp:txXfrm>
    </dsp:sp>
    <dsp:sp modelId="{14705D16-947D-2A40-BCB8-0C6C997F4F11}">
      <dsp:nvSpPr>
        <dsp:cNvPr id="0" name=""/>
        <dsp:cNvSpPr/>
      </dsp:nvSpPr>
      <dsp:spPr>
        <a:xfrm>
          <a:off x="5999785" y="840954"/>
          <a:ext cx="539023" cy="5971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600" kern="1200">
            <a:latin typeface="Bierstadt" panose="020B0004020202020204" pitchFamily="34" charset="0"/>
          </a:endParaRPr>
        </a:p>
      </dsp:txBody>
      <dsp:txXfrm>
        <a:off x="5999785" y="960383"/>
        <a:ext cx="377316" cy="358287"/>
      </dsp:txXfrm>
    </dsp:sp>
    <dsp:sp modelId="{EF60825B-F4C8-AB42-BFCD-06E1FB03558C}">
      <dsp:nvSpPr>
        <dsp:cNvPr id="0" name=""/>
        <dsp:cNvSpPr/>
      </dsp:nvSpPr>
      <dsp:spPr>
        <a:xfrm>
          <a:off x="6762554" y="0"/>
          <a:ext cx="2407845" cy="227905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>
              <a:latin typeface="Bierstadt" panose="020B0004020202020204" pitchFamily="34" charset="0"/>
              <a:cs typeface="Arial" panose="020B0604020202020204" pitchFamily="34" charset="0"/>
            </a:rPr>
            <a:t>Apply analyst judgement to estimate bad debt reserve and prioritize collections</a:t>
          </a:r>
          <a:endParaRPr lang="en-GB" sz="2400" kern="1200">
            <a:latin typeface="Bierstadt" panose="020B0004020202020204" pitchFamily="34" charset="0"/>
            <a:cs typeface="Arial" panose="020B0604020202020204" pitchFamily="34" charset="0"/>
          </a:endParaRPr>
        </a:p>
      </dsp:txBody>
      <dsp:txXfrm>
        <a:off x="6829305" y="66751"/>
        <a:ext cx="2274343" cy="21455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7567336-4EDE-4D00-85BA-78B033B09C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9C332-A106-431A-8CF9-4C7E966767B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2431375" y="0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89CD4-C2C3-40A0-9FF9-B395EEEFAF4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34825-B1F4-466C-B112-198737BB25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7615813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7FB0F-963F-4CF1-89EC-6C1F8FB613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2431375" y="37615813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94531-855D-4471-89B7-0A3C8863A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62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2431375" y="0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82495-20E6-4DC4-B68F-C6FBB8E26F6D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777413" y="4949825"/>
            <a:ext cx="20046950" cy="133651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960813" y="19057938"/>
            <a:ext cx="31680150" cy="15592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7615813"/>
            <a:ext cx="17160875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2431375" y="37615813"/>
            <a:ext cx="17159288" cy="1984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6B59D-2217-4338-9D1B-7E5E82C8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13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1pPr>
    <a:lvl2pPr marL="434327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2pPr>
    <a:lvl3pPr marL="868654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3pPr>
    <a:lvl4pPr marL="1302981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4pPr>
    <a:lvl5pPr marL="1737308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5pPr>
    <a:lvl6pPr marL="2171634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6pPr>
    <a:lvl7pPr marL="2605962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7pPr>
    <a:lvl8pPr marL="3040289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8pPr>
    <a:lvl9pPr marL="3474616" algn="l" defTabSz="868654" rtl="0" eaLnBrk="1" latinLnBrk="0" hangingPunct="1">
      <a:defRPr sz="11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90CFF-B56C-F345-1C03-8A1E3EF28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4EF79-7356-6E3C-A6B5-6A3C69E1A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31F5F-CE5A-5AE5-4A83-C803B75D8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D9745-92FA-981B-1887-371BAA6BA1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6B59D-2217-4338-9D1B-7E5E82C89B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24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9359" y="6817192"/>
            <a:ext cx="27979689" cy="470444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526" y="12436029"/>
            <a:ext cx="23043355" cy="5607957"/>
          </a:xfrm>
        </p:spPr>
        <p:txBody>
          <a:bodyPr/>
          <a:lstStyle>
            <a:lvl1pPr marL="0" indent="0" algn="ctr">
              <a:buNone/>
              <a:defRPr/>
            </a:lvl1pPr>
            <a:lvl2pPr marL="204439" indent="0" algn="ctr">
              <a:buNone/>
              <a:defRPr/>
            </a:lvl2pPr>
            <a:lvl3pPr marL="408878" indent="0" algn="ctr">
              <a:buNone/>
              <a:defRPr/>
            </a:lvl3pPr>
            <a:lvl4pPr marL="613315" indent="0" algn="ctr">
              <a:buNone/>
              <a:defRPr/>
            </a:lvl4pPr>
            <a:lvl5pPr marL="817755" indent="0" algn="ctr">
              <a:buNone/>
              <a:defRPr/>
            </a:lvl5pPr>
            <a:lvl6pPr marL="1022191" indent="0" algn="ctr">
              <a:buNone/>
              <a:defRPr/>
            </a:lvl6pPr>
            <a:lvl7pPr marL="1226630" indent="0" algn="ctr">
              <a:buNone/>
              <a:defRPr/>
            </a:lvl7pPr>
            <a:lvl8pPr marL="1431069" indent="0" algn="ctr">
              <a:buNone/>
              <a:defRPr/>
            </a:lvl8pPr>
            <a:lvl9pPr marL="1635507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7914F9-150E-43ED-BA4B-5CBC7DBD3A2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339772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6114BF-9C08-4236-B599-3CC67DCBCE6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287961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31" y="14102444"/>
            <a:ext cx="27980879" cy="4357914"/>
          </a:xfrm>
        </p:spPr>
        <p:txBody>
          <a:bodyPr anchor="t"/>
          <a:lstStyle>
            <a:lvl1pPr algn="l">
              <a:defRPr sz="179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31" y="9301848"/>
            <a:ext cx="27980879" cy="4800601"/>
          </a:xfrm>
        </p:spPr>
        <p:txBody>
          <a:bodyPr anchor="b"/>
          <a:lstStyle>
            <a:lvl1pPr marL="0" indent="0">
              <a:buNone/>
              <a:defRPr sz="894"/>
            </a:lvl1pPr>
            <a:lvl2pPr marL="204439" indent="0">
              <a:buNone/>
              <a:defRPr sz="806"/>
            </a:lvl2pPr>
            <a:lvl3pPr marL="408878" indent="0">
              <a:buNone/>
              <a:defRPr sz="715"/>
            </a:lvl3pPr>
            <a:lvl4pPr marL="613315" indent="0">
              <a:buNone/>
              <a:defRPr sz="627"/>
            </a:lvl4pPr>
            <a:lvl5pPr marL="817755" indent="0">
              <a:buNone/>
              <a:defRPr sz="627"/>
            </a:lvl5pPr>
            <a:lvl6pPr marL="1022191" indent="0">
              <a:buNone/>
              <a:defRPr sz="627"/>
            </a:lvl6pPr>
            <a:lvl7pPr marL="1226630" indent="0">
              <a:buNone/>
              <a:defRPr sz="627"/>
            </a:lvl7pPr>
            <a:lvl8pPr marL="1431069" indent="0">
              <a:buNone/>
              <a:defRPr sz="627"/>
            </a:lvl8pPr>
            <a:lvl9pPr marL="1635507" indent="0">
              <a:buNone/>
              <a:defRPr sz="6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C87C54-71D5-4F3D-9638-FB01B112514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23728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69358" y="6339115"/>
            <a:ext cx="13932695" cy="13168086"/>
          </a:xfrm>
        </p:spPr>
        <p:txBody>
          <a:bodyPr/>
          <a:lstStyle>
            <a:lvl1pPr>
              <a:defRPr sz="1251"/>
            </a:lvl1pPr>
            <a:lvl2pPr>
              <a:defRPr sz="1073"/>
            </a:lvl2pPr>
            <a:lvl3pPr>
              <a:defRPr sz="894"/>
            </a:lvl3pPr>
            <a:lvl4pPr>
              <a:defRPr sz="806"/>
            </a:lvl4pPr>
            <a:lvl5pPr>
              <a:defRPr sz="806"/>
            </a:lvl5pPr>
            <a:lvl6pPr>
              <a:defRPr sz="806"/>
            </a:lvl6pPr>
            <a:lvl7pPr>
              <a:defRPr sz="806"/>
            </a:lvl7pPr>
            <a:lvl8pPr>
              <a:defRPr sz="806"/>
            </a:lvl8pPr>
            <a:lvl9pPr>
              <a:defRPr sz="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16355" y="6339115"/>
            <a:ext cx="13932695" cy="13168086"/>
          </a:xfrm>
        </p:spPr>
        <p:txBody>
          <a:bodyPr/>
          <a:lstStyle>
            <a:lvl1pPr>
              <a:defRPr sz="1251"/>
            </a:lvl1pPr>
            <a:lvl2pPr>
              <a:defRPr sz="1073"/>
            </a:lvl2pPr>
            <a:lvl3pPr>
              <a:defRPr sz="894"/>
            </a:lvl3pPr>
            <a:lvl4pPr>
              <a:defRPr sz="806"/>
            </a:lvl4pPr>
            <a:lvl5pPr>
              <a:defRPr sz="806"/>
            </a:lvl5pPr>
            <a:lvl6pPr>
              <a:defRPr sz="806"/>
            </a:lvl6pPr>
            <a:lvl7pPr>
              <a:defRPr sz="806"/>
            </a:lvl7pPr>
            <a:lvl8pPr>
              <a:defRPr sz="806"/>
            </a:lvl8pPr>
            <a:lvl9pPr>
              <a:defRPr sz="8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EC6769-9FD1-495B-AF37-D39FB453372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919201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50" y="879022"/>
            <a:ext cx="29627513" cy="3657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444" y="4912192"/>
            <a:ext cx="14544677" cy="2047421"/>
          </a:xfrm>
        </p:spPr>
        <p:txBody>
          <a:bodyPr anchor="b"/>
          <a:lstStyle>
            <a:lvl1pPr marL="0" indent="0">
              <a:buNone/>
              <a:defRPr sz="1073" b="1"/>
            </a:lvl1pPr>
            <a:lvl2pPr marL="204439" indent="0">
              <a:buNone/>
              <a:defRPr sz="894" b="1"/>
            </a:lvl2pPr>
            <a:lvl3pPr marL="408878" indent="0">
              <a:buNone/>
              <a:defRPr sz="806" b="1"/>
            </a:lvl3pPr>
            <a:lvl4pPr marL="613315" indent="0">
              <a:buNone/>
              <a:defRPr sz="715" b="1"/>
            </a:lvl4pPr>
            <a:lvl5pPr marL="817755" indent="0">
              <a:buNone/>
              <a:defRPr sz="715" b="1"/>
            </a:lvl5pPr>
            <a:lvl6pPr marL="1022191" indent="0">
              <a:buNone/>
              <a:defRPr sz="715" b="1"/>
            </a:lvl6pPr>
            <a:lvl7pPr marL="1226630" indent="0">
              <a:buNone/>
              <a:defRPr sz="715" b="1"/>
            </a:lvl7pPr>
            <a:lvl8pPr marL="1431069" indent="0">
              <a:buNone/>
              <a:defRPr sz="715" b="1"/>
            </a:lvl8pPr>
            <a:lvl9pPr marL="1635507" indent="0">
              <a:buNone/>
              <a:defRPr sz="7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444" y="6959603"/>
            <a:ext cx="14544677" cy="12643757"/>
          </a:xfrm>
        </p:spPr>
        <p:txBody>
          <a:bodyPr/>
          <a:lstStyle>
            <a:lvl1pPr>
              <a:defRPr sz="1073"/>
            </a:lvl1pPr>
            <a:lvl2pPr>
              <a:defRPr sz="894"/>
            </a:lvl2pPr>
            <a:lvl3pPr>
              <a:defRPr sz="806"/>
            </a:lvl3pPr>
            <a:lvl4pPr>
              <a:defRPr sz="715"/>
            </a:lvl4pPr>
            <a:lvl5pPr>
              <a:defRPr sz="715"/>
            </a:lvl5pPr>
            <a:lvl6pPr>
              <a:defRPr sz="715"/>
            </a:lvl6pPr>
            <a:lvl7pPr>
              <a:defRPr sz="715"/>
            </a:lvl7pPr>
            <a:lvl8pPr>
              <a:defRPr sz="715"/>
            </a:lvl8pPr>
            <a:lvl9pPr>
              <a:defRPr sz="7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330" y="4912192"/>
            <a:ext cx="14550628" cy="2047421"/>
          </a:xfrm>
        </p:spPr>
        <p:txBody>
          <a:bodyPr anchor="b"/>
          <a:lstStyle>
            <a:lvl1pPr marL="0" indent="0">
              <a:buNone/>
              <a:defRPr sz="1073" b="1"/>
            </a:lvl1pPr>
            <a:lvl2pPr marL="204439" indent="0">
              <a:buNone/>
              <a:defRPr sz="894" b="1"/>
            </a:lvl2pPr>
            <a:lvl3pPr marL="408878" indent="0">
              <a:buNone/>
              <a:defRPr sz="806" b="1"/>
            </a:lvl3pPr>
            <a:lvl4pPr marL="613315" indent="0">
              <a:buNone/>
              <a:defRPr sz="715" b="1"/>
            </a:lvl4pPr>
            <a:lvl5pPr marL="817755" indent="0">
              <a:buNone/>
              <a:defRPr sz="715" b="1"/>
            </a:lvl5pPr>
            <a:lvl6pPr marL="1022191" indent="0">
              <a:buNone/>
              <a:defRPr sz="715" b="1"/>
            </a:lvl6pPr>
            <a:lvl7pPr marL="1226630" indent="0">
              <a:buNone/>
              <a:defRPr sz="715" b="1"/>
            </a:lvl7pPr>
            <a:lvl8pPr marL="1431069" indent="0">
              <a:buNone/>
              <a:defRPr sz="715" b="1"/>
            </a:lvl8pPr>
            <a:lvl9pPr marL="1635507" indent="0">
              <a:buNone/>
              <a:defRPr sz="71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330" y="6959603"/>
            <a:ext cx="14550628" cy="12643757"/>
          </a:xfrm>
        </p:spPr>
        <p:txBody>
          <a:bodyPr/>
          <a:lstStyle>
            <a:lvl1pPr>
              <a:defRPr sz="1073"/>
            </a:lvl1pPr>
            <a:lvl2pPr>
              <a:defRPr sz="894"/>
            </a:lvl2pPr>
            <a:lvl3pPr>
              <a:defRPr sz="806"/>
            </a:lvl3pPr>
            <a:lvl4pPr>
              <a:defRPr sz="715"/>
            </a:lvl4pPr>
            <a:lvl5pPr>
              <a:defRPr sz="715"/>
            </a:lvl5pPr>
            <a:lvl6pPr>
              <a:defRPr sz="715"/>
            </a:lvl6pPr>
            <a:lvl7pPr>
              <a:defRPr sz="715"/>
            </a:lvl7pPr>
            <a:lvl8pPr>
              <a:defRPr sz="715"/>
            </a:lvl8pPr>
            <a:lvl9pPr>
              <a:defRPr sz="7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14340B-C24E-4CF1-8F2E-94BDA66FD75D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1245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7FF473-A988-4642-B695-D572F60BC774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FA2F5-AF6C-48B2-AC53-85384609B04A}"/>
              </a:ext>
            </a:extLst>
          </p:cNvPr>
          <p:cNvSpPr/>
          <p:nvPr userDrawn="1"/>
        </p:nvSpPr>
        <p:spPr bwMode="auto">
          <a:xfrm>
            <a:off x="0" y="0"/>
            <a:ext cx="32918400" cy="21945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78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26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171CD6-50C3-42F5-B102-ECB5C1E5D853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67171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449" y="873580"/>
            <a:ext cx="10829926" cy="3718378"/>
          </a:xfrm>
        </p:spPr>
        <p:txBody>
          <a:bodyPr anchor="b"/>
          <a:lstStyle>
            <a:lvl1pPr algn="l">
              <a:defRPr sz="8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658" y="873581"/>
            <a:ext cx="18402301" cy="18729778"/>
          </a:xfrm>
        </p:spPr>
        <p:txBody>
          <a:bodyPr/>
          <a:lstStyle>
            <a:lvl1pPr>
              <a:defRPr sz="1430"/>
            </a:lvl1pPr>
            <a:lvl2pPr>
              <a:defRPr sz="1251"/>
            </a:lvl2pPr>
            <a:lvl3pPr>
              <a:defRPr sz="1073"/>
            </a:lvl3pPr>
            <a:lvl4pPr>
              <a:defRPr sz="894"/>
            </a:lvl4pPr>
            <a:lvl5pPr>
              <a:defRPr sz="894"/>
            </a:lvl5pPr>
            <a:lvl6pPr>
              <a:defRPr sz="894"/>
            </a:lvl6pPr>
            <a:lvl7pPr>
              <a:defRPr sz="894"/>
            </a:lvl7pPr>
            <a:lvl8pPr>
              <a:defRPr sz="894"/>
            </a:lvl8pPr>
            <a:lvl9pPr>
              <a:defRPr sz="8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449" y="4591956"/>
            <a:ext cx="10829926" cy="15011401"/>
          </a:xfrm>
        </p:spPr>
        <p:txBody>
          <a:bodyPr/>
          <a:lstStyle>
            <a:lvl1pPr marL="0" indent="0">
              <a:buNone/>
              <a:defRPr sz="627"/>
            </a:lvl1pPr>
            <a:lvl2pPr marL="204439" indent="0">
              <a:buNone/>
              <a:defRPr sz="538"/>
            </a:lvl2pPr>
            <a:lvl3pPr marL="408878" indent="0">
              <a:buNone/>
              <a:defRPr sz="446"/>
            </a:lvl3pPr>
            <a:lvl4pPr marL="613315" indent="0">
              <a:buNone/>
              <a:defRPr sz="403"/>
            </a:lvl4pPr>
            <a:lvl5pPr marL="817755" indent="0">
              <a:buNone/>
              <a:defRPr sz="403"/>
            </a:lvl5pPr>
            <a:lvl6pPr marL="1022191" indent="0">
              <a:buNone/>
              <a:defRPr sz="403"/>
            </a:lvl6pPr>
            <a:lvl7pPr marL="1226630" indent="0">
              <a:buNone/>
              <a:defRPr sz="403"/>
            </a:lvl7pPr>
            <a:lvl8pPr marL="1431069" indent="0">
              <a:buNone/>
              <a:defRPr sz="403"/>
            </a:lvl8pPr>
            <a:lvl9pPr marL="1635507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27BF72-D86B-4CC1-A0A4-AB6BFFE07AFD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67759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001" y="15361560"/>
            <a:ext cx="19751277" cy="1814286"/>
          </a:xfrm>
        </p:spPr>
        <p:txBody>
          <a:bodyPr anchor="b"/>
          <a:lstStyle>
            <a:lvl1pPr algn="l">
              <a:defRPr sz="89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001" y="1961250"/>
            <a:ext cx="19751277" cy="13167179"/>
          </a:xfrm>
        </p:spPr>
        <p:txBody>
          <a:bodyPr/>
          <a:lstStyle>
            <a:lvl1pPr marL="0" indent="0">
              <a:buNone/>
              <a:defRPr sz="1430"/>
            </a:lvl1pPr>
            <a:lvl2pPr marL="204439" indent="0">
              <a:buNone/>
              <a:defRPr sz="1251"/>
            </a:lvl2pPr>
            <a:lvl3pPr marL="408878" indent="0">
              <a:buNone/>
              <a:defRPr sz="1073"/>
            </a:lvl3pPr>
            <a:lvl4pPr marL="613315" indent="0">
              <a:buNone/>
              <a:defRPr sz="894"/>
            </a:lvl4pPr>
            <a:lvl5pPr marL="817755" indent="0">
              <a:buNone/>
              <a:defRPr sz="894"/>
            </a:lvl5pPr>
            <a:lvl6pPr marL="1022191" indent="0">
              <a:buNone/>
              <a:defRPr sz="894"/>
            </a:lvl6pPr>
            <a:lvl7pPr marL="1226630" indent="0">
              <a:buNone/>
              <a:defRPr sz="894"/>
            </a:lvl7pPr>
            <a:lvl8pPr marL="1431069" indent="0">
              <a:buNone/>
              <a:defRPr sz="894"/>
            </a:lvl8pPr>
            <a:lvl9pPr marL="1635507" indent="0">
              <a:buNone/>
              <a:defRPr sz="894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001" y="17175853"/>
            <a:ext cx="19751277" cy="2575379"/>
          </a:xfrm>
        </p:spPr>
        <p:txBody>
          <a:bodyPr/>
          <a:lstStyle>
            <a:lvl1pPr marL="0" indent="0">
              <a:buNone/>
              <a:defRPr sz="627"/>
            </a:lvl1pPr>
            <a:lvl2pPr marL="204439" indent="0">
              <a:buNone/>
              <a:defRPr sz="538"/>
            </a:lvl2pPr>
            <a:lvl3pPr marL="408878" indent="0">
              <a:buNone/>
              <a:defRPr sz="446"/>
            </a:lvl3pPr>
            <a:lvl4pPr marL="613315" indent="0">
              <a:buNone/>
              <a:defRPr sz="403"/>
            </a:lvl4pPr>
            <a:lvl5pPr marL="817755" indent="0">
              <a:buNone/>
              <a:defRPr sz="403"/>
            </a:lvl5pPr>
            <a:lvl6pPr marL="1022191" indent="0">
              <a:buNone/>
              <a:defRPr sz="403"/>
            </a:lvl6pPr>
            <a:lvl7pPr marL="1226630" indent="0">
              <a:buNone/>
              <a:defRPr sz="403"/>
            </a:lvl7pPr>
            <a:lvl8pPr marL="1431069" indent="0">
              <a:buNone/>
              <a:defRPr sz="403"/>
            </a:lvl8pPr>
            <a:lvl9pPr marL="1635507" indent="0">
              <a:buNone/>
              <a:defRPr sz="40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88DA4-D5E8-40AB-8BF2-B8F067ACA6A5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2040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678339-05F4-4347-9E9C-6AEF31B1B52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521167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454126" y="1950361"/>
            <a:ext cx="6994922" cy="17556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9357" y="1950361"/>
            <a:ext cx="20870466" cy="175568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AU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5BFA30-CF48-4A8D-A4B4-5705D222FB1F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4431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3131672-2629-446D-8683-037301D2F05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965465374"/>
              </p:ext>
            </p:extLst>
          </p:nvPr>
        </p:nvGraphicFramePr>
        <p:xfrm>
          <a:off x="1588" y="1593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5" imgW="425" imgH="424" progId="TCLayout.ActiveDocument.1">
                  <p:embed/>
                </p:oleObj>
              </mc:Choice>
              <mc:Fallback>
                <p:oleObj name="think-cell Slide" r:id="rId15" imgW="425" imgH="42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3131672-2629-446D-8683-037301D2F0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93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025DE-683A-4BA3-8837-69516B12386A}"/>
              </a:ext>
            </a:extLst>
          </p:cNvPr>
          <p:cNvSpPr/>
          <p:nvPr userDrawn="1">
            <p:custDataLst>
              <p:tags r:id="rId14"/>
            </p:custDataLst>
          </p:nvPr>
        </p:nvSpPr>
        <p:spPr bwMode="auto">
          <a:xfrm>
            <a:off x="2" y="0"/>
            <a:ext cx="158750" cy="15875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436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+mj-ea"/>
              <a:cs typeface="+mj-cs"/>
              <a:sym typeface="Times" panose="02020603050405020304" pitchFamily="18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9359" y="1950362"/>
            <a:ext cx="27979689" cy="3658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AU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469359" y="6339115"/>
            <a:ext cx="27979689" cy="13168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AU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69355" y="19995247"/>
            <a:ext cx="6858000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defTabSz="1962750">
              <a:defRPr sz="2996"/>
            </a:lvl1pPr>
          </a:lstStyle>
          <a:p>
            <a:endParaRPr lang="en-AU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1247841" y="19995247"/>
            <a:ext cx="10422732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algn="ctr" defTabSz="1962750">
              <a:defRPr sz="2996"/>
            </a:lvl1pPr>
          </a:lstStyle>
          <a:p>
            <a:endParaRPr lang="en-AU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3591045" y="19995247"/>
            <a:ext cx="6858000" cy="1463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38862" tIns="219432" rIns="438862" bIns="219432" numCol="1" anchor="t" anchorCtr="0" compatLnSpc="1">
            <a:prstTxWarp prst="textNoShape">
              <a:avLst/>
            </a:prstTxWarp>
          </a:bodyPr>
          <a:lstStyle>
            <a:lvl1pPr algn="r" defTabSz="1962750">
              <a:defRPr sz="2996"/>
            </a:lvl1pPr>
          </a:lstStyle>
          <a:p>
            <a:fld id="{777CDA11-CE27-4048-AD59-A3D9E025B8A2}" type="slidenum">
              <a:rPr lang="en-AU" altLang="en-US"/>
              <a:pPr/>
              <a:t>‹#›</a:t>
            </a:fld>
            <a:endParaRPr lang="en-AU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0"/>
            <a:ext cx="32918400" cy="219456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715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93C017-DFEF-4FF3-B40E-2496F137D9AB}"/>
              </a:ext>
            </a:extLst>
          </p:cNvPr>
          <p:cNvSpPr/>
          <p:nvPr userDrawn="1"/>
        </p:nvSpPr>
        <p:spPr bwMode="auto">
          <a:xfrm>
            <a:off x="-76198" y="0"/>
            <a:ext cx="32994599" cy="219456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715571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78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+mj-lt"/>
          <a:ea typeface="+mj-ea"/>
          <a:cs typeface="+mj-cs"/>
        </a:defRPr>
      </a:lvl1pPr>
      <a:lvl2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2pPr>
      <a:lvl3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3pPr>
      <a:lvl4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4pPr>
      <a:lvl5pPr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5pPr>
      <a:lvl6pPr marL="204439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6pPr>
      <a:lvl7pPr marL="408878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7pPr>
      <a:lvl8pPr marL="613315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8pPr>
      <a:lvl9pPr marL="817755" algn="ctr" defTabSz="1962750" rtl="0" eaLnBrk="1" fontAlgn="base" hangingPunct="1">
        <a:spcBef>
          <a:spcPct val="0"/>
        </a:spcBef>
        <a:spcAft>
          <a:spcPct val="0"/>
        </a:spcAft>
        <a:defRPr sz="9436">
          <a:solidFill>
            <a:schemeClr val="tx2"/>
          </a:solidFill>
          <a:latin typeface="Times" charset="0"/>
        </a:defRPr>
      </a:lvl9pPr>
    </p:titleStyle>
    <p:bodyStyle>
      <a:lvl1pPr marL="736121" indent="-736121" algn="l" defTabSz="1962750" rtl="0" eaLnBrk="1" fontAlgn="base" hangingPunct="1">
        <a:spcBef>
          <a:spcPct val="20000"/>
        </a:spcBef>
        <a:spcAft>
          <a:spcPct val="0"/>
        </a:spcAft>
        <a:buChar char="•"/>
        <a:defRPr sz="6841">
          <a:solidFill>
            <a:schemeClr val="tx1"/>
          </a:solidFill>
          <a:latin typeface="+mn-lt"/>
          <a:ea typeface="+mn-ea"/>
          <a:cs typeface="+mn-cs"/>
        </a:defRPr>
      </a:lvl1pPr>
      <a:lvl2pPr marL="1594334" indent="-613315" algn="l" defTabSz="1962750" rtl="0" eaLnBrk="1" fontAlgn="base" hangingPunct="1">
        <a:spcBef>
          <a:spcPct val="20000"/>
        </a:spcBef>
        <a:spcAft>
          <a:spcPct val="0"/>
        </a:spcAft>
        <a:buChar char="–"/>
        <a:defRPr sz="6038">
          <a:solidFill>
            <a:schemeClr val="tx1"/>
          </a:solidFill>
          <a:latin typeface="+mn-lt"/>
        </a:defRPr>
      </a:lvl2pPr>
      <a:lvl3pPr marL="2453260" indent="-490511" algn="l" defTabSz="1962750" rtl="0" eaLnBrk="1" fontAlgn="base" hangingPunct="1">
        <a:spcBef>
          <a:spcPct val="20000"/>
        </a:spcBef>
        <a:spcAft>
          <a:spcPct val="0"/>
        </a:spcAft>
        <a:buChar char="•"/>
        <a:defRPr sz="5143">
          <a:solidFill>
            <a:schemeClr val="tx1"/>
          </a:solidFill>
          <a:latin typeface="+mn-lt"/>
        </a:defRPr>
      </a:lvl3pPr>
      <a:lvl4pPr marL="3434280" indent="-490511" algn="l" defTabSz="1962750" rtl="0" eaLnBrk="1" fontAlgn="base" hangingPunct="1">
        <a:spcBef>
          <a:spcPct val="20000"/>
        </a:spcBef>
        <a:spcAft>
          <a:spcPct val="0"/>
        </a:spcAft>
        <a:buChar char="–"/>
        <a:defRPr sz="4292">
          <a:solidFill>
            <a:schemeClr val="tx1"/>
          </a:solidFill>
          <a:latin typeface="+mn-lt"/>
        </a:defRPr>
      </a:lvl4pPr>
      <a:lvl5pPr marL="4414590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5pPr>
      <a:lvl6pPr marL="4619029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6pPr>
      <a:lvl7pPr marL="4823468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7pPr>
      <a:lvl8pPr marL="5027904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8pPr>
      <a:lvl9pPr marL="5232342" indent="-489802" algn="l" defTabSz="1962750" rtl="0" eaLnBrk="1" fontAlgn="base" hangingPunct="1">
        <a:spcBef>
          <a:spcPct val="20000"/>
        </a:spcBef>
        <a:spcAft>
          <a:spcPct val="0"/>
        </a:spcAft>
        <a:buChar char="»"/>
        <a:defRPr sz="4292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1pPr>
      <a:lvl2pPr marL="204439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2pPr>
      <a:lvl3pPr marL="408878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3pPr>
      <a:lvl4pPr marL="613315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4pPr>
      <a:lvl5pPr marL="817755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5pPr>
      <a:lvl6pPr marL="1022191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6pPr>
      <a:lvl7pPr marL="1226630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7pPr>
      <a:lvl8pPr marL="1431069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8pPr>
      <a:lvl9pPr marL="1635507" algn="l" defTabSz="408878" rtl="0" eaLnBrk="1" latinLnBrk="0" hangingPunct="1">
        <a:defRPr sz="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diagramData" Target="../diagrams/data2.xml"/><Relationship Id="rId18" Type="http://schemas.openxmlformats.org/officeDocument/2006/relationships/image" Target="../media/image7.jpeg"/><Relationship Id="rId26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diagramQuickStyle" Target="../diagrams/quickStyle3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6.png"/><Relationship Id="rId17" Type="http://schemas.microsoft.com/office/2007/relationships/diagramDrawing" Target="../diagrams/drawing2.xml"/><Relationship Id="rId25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6" Type="http://schemas.openxmlformats.org/officeDocument/2006/relationships/diagramColors" Target="../diagrams/colors2.xml"/><Relationship Id="rId20" Type="http://schemas.openxmlformats.org/officeDocument/2006/relationships/diagramLayout" Target="../diagrams/layout3.xml"/><Relationship Id="rId29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5.png"/><Relationship Id="rId24" Type="http://schemas.openxmlformats.org/officeDocument/2006/relationships/image" Target="../media/image8.png"/><Relationship Id="rId5" Type="http://schemas.openxmlformats.org/officeDocument/2006/relationships/diagramLayout" Target="../diagrams/layout1.xml"/><Relationship Id="rId15" Type="http://schemas.openxmlformats.org/officeDocument/2006/relationships/diagramQuickStyle" Target="../diagrams/quickStyle2.xml"/><Relationship Id="rId23" Type="http://schemas.microsoft.com/office/2007/relationships/diagramDrawing" Target="../diagrams/drawing3.xml"/><Relationship Id="rId28" Type="http://schemas.openxmlformats.org/officeDocument/2006/relationships/image" Target="../media/image12.png"/><Relationship Id="rId10" Type="http://schemas.openxmlformats.org/officeDocument/2006/relationships/image" Target="../media/image4.png"/><Relationship Id="rId19" Type="http://schemas.openxmlformats.org/officeDocument/2006/relationships/diagramData" Target="../diagrams/data3.xml"/><Relationship Id="rId4" Type="http://schemas.openxmlformats.org/officeDocument/2006/relationships/diagramData" Target="../diagrams/data1.xml"/><Relationship Id="rId9" Type="http://schemas.openxmlformats.org/officeDocument/2006/relationships/image" Target="../media/image3.png"/><Relationship Id="rId14" Type="http://schemas.openxmlformats.org/officeDocument/2006/relationships/diagramLayout" Target="../diagrams/layout2.xml"/><Relationship Id="rId22" Type="http://schemas.openxmlformats.org/officeDocument/2006/relationships/diagramColors" Target="../diagrams/colors3.xml"/><Relationship Id="rId2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A6352-5476-1001-D820-76CA11F0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41">
            <a:extLst>
              <a:ext uri="{FF2B5EF4-FFF2-40B4-BE49-F238E27FC236}">
                <a16:creationId xmlns:a16="http://schemas.microsoft.com/office/drawing/2014/main" id="{852219BF-4094-7B8F-A655-7E5877EA76C0}"/>
              </a:ext>
            </a:extLst>
          </p:cNvPr>
          <p:cNvSpPr>
            <a:spLocks/>
          </p:cNvSpPr>
          <p:nvPr/>
        </p:nvSpPr>
        <p:spPr bwMode="auto">
          <a:xfrm>
            <a:off x="25291644" y="3786738"/>
            <a:ext cx="7649653" cy="1815886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pPr defTabSz="715588"/>
            <a:endParaRPr lang="en-US" sz="1878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953F86-62D8-BAEB-39AA-6067517F6259}"/>
              </a:ext>
            </a:extLst>
          </p:cNvPr>
          <p:cNvSpPr>
            <a:spLocks/>
          </p:cNvSpPr>
          <p:nvPr/>
        </p:nvSpPr>
        <p:spPr bwMode="auto">
          <a:xfrm>
            <a:off x="-51010" y="3790328"/>
            <a:ext cx="7651328" cy="1815527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1562" tIns="35781" rIns="71562" bIns="35781" numCol="1" rtlCol="0" anchor="t" anchorCtr="0" compatLnSpc="1">
            <a:prstTxWarp prst="textNoShape">
              <a:avLst/>
            </a:prstTxWarp>
          </a:bodyPr>
          <a:lstStyle/>
          <a:p>
            <a:endParaRPr lang="en-US" sz="15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 Box 126">
            <a:extLst>
              <a:ext uri="{FF2B5EF4-FFF2-40B4-BE49-F238E27FC236}">
                <a16:creationId xmlns:a16="http://schemas.microsoft.com/office/drawing/2014/main" id="{495A8892-7792-A29C-D7E3-CF3D52C23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649" y="164770"/>
            <a:ext cx="17725016" cy="2857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1920"/>
              </a:spcBef>
            </a:pPr>
            <a:r>
              <a:rPr lang="en-US" altLang="en-US" sz="6000" b="1">
                <a:latin typeface="Arial" panose="020B0604020202020204" pitchFamily="34" charset="0"/>
                <a:ea typeface="Batang"/>
                <a:cs typeface="Arial" panose="020B0604020202020204" pitchFamily="34" charset="0"/>
              </a:rPr>
              <a:t>Boiler Strategy Group </a:t>
            </a:r>
            <a:endParaRPr lang="en-US" sz="6000" b="1">
              <a:latin typeface="Arial" panose="020B0604020202020204" pitchFamily="34" charset="0"/>
              <a:ea typeface="Batang"/>
              <a:cs typeface="Arial" panose="020B0604020202020204" pitchFamily="34" charset="0"/>
            </a:endParaRPr>
          </a:p>
          <a:p>
            <a:pPr algn="ctr">
              <a:spcBef>
                <a:spcPts val="720"/>
              </a:spcBef>
            </a:pPr>
            <a:r>
              <a:rPr lang="en-US" altLang="en-US" sz="6000" b="1" i="1">
                <a:latin typeface="Arial" panose="020B0604020202020204" pitchFamily="34" charset="0"/>
                <a:ea typeface="Batang"/>
                <a:cs typeface="Arial" panose="020B0604020202020204" pitchFamily="34" charset="0"/>
              </a:rPr>
              <a:t>Financial Process Transformation</a:t>
            </a:r>
          </a:p>
          <a:p>
            <a:pPr algn="ctr">
              <a:spcBef>
                <a:spcPts val="720"/>
              </a:spcBef>
            </a:pPr>
            <a:r>
              <a:rPr lang="en-US" sz="2400" b="1" i="1">
                <a:highlight>
                  <a:srgbClr val="D6BE91"/>
                </a:highlight>
                <a:latin typeface="Arial" panose="020B0604020202020204" pitchFamily="34" charset="0"/>
                <a:ea typeface="Batang" panose="02030600000101010101" pitchFamily="18" charset="-127"/>
                <a:cs typeface="Arial" panose="020B0604020202020204" pitchFamily="34" charset="0"/>
              </a:rPr>
              <a:t>Multi-agent AI framework within SAP S/4HANA to automate receivables matching, dispute resolution, and behavioral risk insights. AI-driven agents reduce manual receivable operations while supporting in  predictive financial decision.</a:t>
            </a:r>
            <a:endParaRPr lang="en-US" altLang="en-US" sz="2400" b="1" i="1">
              <a:highlight>
                <a:srgbClr val="D6BE91"/>
              </a:highlight>
              <a:latin typeface="Arial" panose="020B0604020202020204" pitchFamily="34" charset="0"/>
              <a:ea typeface="Batang" panose="02030600000101010101" pitchFamily="18" charset="-127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9816D6-599B-05EF-4BAC-EC50AEBFFD9E}"/>
              </a:ext>
            </a:extLst>
          </p:cNvPr>
          <p:cNvSpPr txBox="1"/>
          <p:nvPr/>
        </p:nvSpPr>
        <p:spPr>
          <a:xfrm>
            <a:off x="7670523" y="3118291"/>
            <a:ext cx="17546122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IN" sz="3200" b="1" i="1">
                <a:latin typeface="Arial"/>
                <a:cs typeface="Arial"/>
              </a:rPr>
              <a:t>Presenters:</a:t>
            </a:r>
            <a:r>
              <a:rPr lang="en-IN" sz="3200" i="1">
                <a:latin typeface="Arial"/>
                <a:cs typeface="Arial"/>
              </a:rPr>
              <a:t> Tanvi Vijay, Parth Kapila, Ramana Prabhu Sana, Saandiya KPS Mohan</a:t>
            </a:r>
            <a:endParaRPr lang="en-IN" altLang="en-US" sz="3200" i="1">
              <a:latin typeface="Arial"/>
              <a:cs typeface="Arial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D6645444-9E94-4C8C-BB13-6B7763232769}"/>
              </a:ext>
            </a:extLst>
          </p:cNvPr>
          <p:cNvSpPr/>
          <p:nvPr/>
        </p:nvSpPr>
        <p:spPr>
          <a:xfrm>
            <a:off x="18989733" y="2982753"/>
            <a:ext cx="5368642" cy="434499"/>
          </a:xfrm>
          <a:prstGeom prst="rect">
            <a:avLst/>
          </a:prstGeom>
        </p:spPr>
        <p:txBody>
          <a:bodyPr wrap="square" lIns="103274" tIns="51636" rIns="103274" bIns="51636" anchor="t">
            <a:spAutoFit/>
          </a:bodyPr>
          <a:lstStyle/>
          <a:p>
            <a:pPr algn="ctr"/>
            <a:endParaRPr lang="en-US" sz="2146" b="1">
              <a:solidFill>
                <a:srgbClr val="CFB9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4DC587B2-FB8A-B20D-072C-76E904579763}"/>
              </a:ext>
            </a:extLst>
          </p:cNvPr>
          <p:cNvSpPr/>
          <p:nvPr/>
        </p:nvSpPr>
        <p:spPr>
          <a:xfrm>
            <a:off x="16063405" y="13454427"/>
            <a:ext cx="10252010" cy="434499"/>
          </a:xfrm>
          <a:prstGeom prst="rect">
            <a:avLst/>
          </a:prstGeom>
        </p:spPr>
        <p:txBody>
          <a:bodyPr wrap="square" lIns="103274" tIns="51636" rIns="103274" bIns="51636" anchor="t">
            <a:spAutoFit/>
          </a:bodyPr>
          <a:lstStyle/>
          <a:p>
            <a:pPr algn="ctr"/>
            <a:endParaRPr lang="en-US" sz="2146" b="1">
              <a:solidFill>
                <a:srgbClr val="CFB9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291030-941B-B441-7213-5433C81462CC}"/>
              </a:ext>
            </a:extLst>
          </p:cNvPr>
          <p:cNvSpPr txBox="1"/>
          <p:nvPr/>
        </p:nvSpPr>
        <p:spPr>
          <a:xfrm>
            <a:off x="4343" y="4636773"/>
            <a:ext cx="7201254" cy="7860250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>
            <a:defPPr>
              <a:defRPr lang="en-AU"/>
            </a:defPPr>
            <a:lvl1pPr algn="just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b="0">
                <a:latin typeface="Bierstadt"/>
                <a:cs typeface="Arial"/>
              </a:rPr>
              <a:t>Manual data entry and reactive dispute management create significant inefficiencies in </a:t>
            </a:r>
            <a:r>
              <a:rPr lang="en-US">
                <a:latin typeface="Bierstadt"/>
                <a:cs typeface="Arial"/>
              </a:rPr>
              <a:t>traditional Accounts Receivable (AR) operations</a:t>
            </a:r>
            <a:r>
              <a:rPr lang="en-US" b="0">
                <a:latin typeface="Bierstadt"/>
                <a:cs typeface="Arial"/>
              </a:rPr>
              <a:t> for large retail enterprises. This project designs a conceptual, multi-agent AI ecosystem within </a:t>
            </a:r>
            <a:r>
              <a:rPr lang="en-US">
                <a:latin typeface="Bierstadt"/>
                <a:cs typeface="Arial"/>
              </a:rPr>
              <a:t>SAP S/4HANA</a:t>
            </a:r>
            <a:r>
              <a:rPr lang="en-US" b="0">
                <a:latin typeface="Bierstadt"/>
                <a:cs typeface="Arial"/>
              </a:rPr>
              <a:t> </a:t>
            </a:r>
            <a:r>
              <a:rPr lang="en-US">
                <a:latin typeface="Bierstadt"/>
                <a:cs typeface="Arial"/>
              </a:rPr>
              <a:t>Cloud </a:t>
            </a:r>
            <a:r>
              <a:rPr lang="en-US" b="0">
                <a:latin typeface="Bierstadt"/>
                <a:cs typeface="Arial"/>
              </a:rPr>
              <a:t>to modernize the Order-to-Cash workflow.</a:t>
            </a:r>
          </a:p>
          <a:p>
            <a:endParaRPr lang="en-US" b="0">
              <a:latin typeface="Bierstadt"/>
            </a:endParaRPr>
          </a:p>
          <a:p>
            <a:r>
              <a:rPr lang="en-US" b="0">
                <a:latin typeface="Bierstadt"/>
                <a:cs typeface="Arial"/>
              </a:rPr>
              <a:t>By integrating three specialized AI models - an </a:t>
            </a:r>
            <a:r>
              <a:rPr lang="en-US">
                <a:latin typeface="Bierstadt"/>
                <a:cs typeface="Arial"/>
              </a:rPr>
              <a:t>AR Ledger </a:t>
            </a:r>
            <a:r>
              <a:rPr lang="en-US" b="0">
                <a:latin typeface="Bierstadt"/>
                <a:cs typeface="Arial"/>
              </a:rPr>
              <a:t>Agent for autonomous payment matching, a </a:t>
            </a:r>
            <a:r>
              <a:rPr lang="en-US">
                <a:latin typeface="Bierstadt"/>
                <a:cs typeface="Arial"/>
              </a:rPr>
              <a:t>Dispute Resolution</a:t>
            </a:r>
            <a:r>
              <a:rPr lang="en-US" b="0">
                <a:latin typeface="Bierstadt"/>
                <a:cs typeface="Arial"/>
              </a:rPr>
              <a:t> Agent for automated case validation, and a </a:t>
            </a:r>
            <a:r>
              <a:rPr lang="en-US">
                <a:latin typeface="Bierstadt"/>
                <a:cs typeface="Arial"/>
              </a:rPr>
              <a:t>Behavioral Insights</a:t>
            </a:r>
            <a:r>
              <a:rPr lang="en-US" b="0">
                <a:latin typeface="Bierstadt"/>
                <a:cs typeface="Arial"/>
              </a:rPr>
              <a:t> Agent for predictive risk scoring - the team streamlined complex financial data flows. The proposed architecture significantly reduces administrative workloads, accelerates dispute resolution, and improves bad-debt reserve accuracy.</a:t>
            </a:r>
          </a:p>
          <a:p>
            <a:endParaRPr lang="en-US" b="0">
              <a:latin typeface="Bierstadt"/>
            </a:endParaRPr>
          </a:p>
          <a:p>
            <a:r>
              <a:rPr lang="en-US" b="0">
                <a:latin typeface="Bierstadt"/>
                <a:cs typeface="Arial"/>
              </a:rPr>
              <a:t>Ultimately, this study presents a scalable framework for integrating agentic AI to optimize enterprise finance and </a:t>
            </a:r>
            <a:r>
              <a:rPr lang="en-US">
                <a:latin typeface="Bierstadt"/>
                <a:cs typeface="Arial"/>
              </a:rPr>
              <a:t>shift human effort </a:t>
            </a:r>
            <a:r>
              <a:rPr lang="en-US" b="0">
                <a:latin typeface="Bierstadt"/>
                <a:cs typeface="Arial"/>
              </a:rPr>
              <a:t>from data searching to </a:t>
            </a:r>
            <a:r>
              <a:rPr lang="en-US">
                <a:latin typeface="Bierstadt"/>
                <a:cs typeface="Arial"/>
              </a:rPr>
              <a:t>strategic review</a:t>
            </a:r>
            <a:r>
              <a:rPr lang="en-US" b="0">
                <a:latin typeface="Bierstadt"/>
                <a:cs typeface="Arial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996974-B59F-3F74-5EAE-C4ED13F0359F}"/>
              </a:ext>
            </a:extLst>
          </p:cNvPr>
          <p:cNvSpPr txBox="1"/>
          <p:nvPr/>
        </p:nvSpPr>
        <p:spPr>
          <a:xfrm>
            <a:off x="25460944" y="9348954"/>
            <a:ext cx="7167846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AI agents significantly improve financial process efficiency by </a:t>
            </a:r>
            <a:r>
              <a:rPr lang="en-US" sz="2400" b="1">
                <a:latin typeface="Bierstadt"/>
                <a:cs typeface="Arial"/>
              </a:rPr>
              <a:t>automating</a:t>
            </a:r>
            <a:r>
              <a:rPr lang="en-US" sz="2400">
                <a:latin typeface="Bierstadt"/>
                <a:cs typeface="Arial"/>
              </a:rPr>
              <a:t> repetitive tasks.</a:t>
            </a:r>
          </a:p>
          <a:p>
            <a:pPr algn="just" defTabSz="694468"/>
            <a:endParaRPr lang="en-US" sz="2400">
              <a:latin typeface="Bierstadt"/>
              <a:cs typeface="Arial"/>
            </a:endParaRPr>
          </a:p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The system shifts finance roles from manual investigation to strategic oversight and </a:t>
            </a:r>
            <a:r>
              <a:rPr lang="en-US" sz="2400" b="1">
                <a:latin typeface="Bierstadt"/>
                <a:cs typeface="Arial"/>
              </a:rPr>
              <a:t>decision making</a:t>
            </a:r>
            <a:r>
              <a:rPr lang="en-US" sz="2400">
                <a:latin typeface="Bierstadt"/>
                <a:cs typeface="Arial"/>
              </a:rPr>
              <a:t>.</a:t>
            </a:r>
          </a:p>
          <a:p>
            <a:pPr algn="just" defTabSz="694468"/>
            <a:endParaRPr lang="en-US" sz="2400">
              <a:latin typeface="Bierstadt"/>
              <a:cs typeface="Arial"/>
            </a:endParaRPr>
          </a:p>
          <a:p>
            <a:pPr marL="342900" indent="-342900" algn="just" defTabSz="694468">
              <a:buFont typeface="Arial" panose="020B0604020202020204" pitchFamily="34" charset="0"/>
              <a:buChar char="•"/>
            </a:pPr>
            <a:r>
              <a:rPr lang="en-US" sz="2400">
                <a:latin typeface="Bierstadt"/>
                <a:cs typeface="Arial"/>
              </a:rPr>
              <a:t>Despite automation, </a:t>
            </a:r>
            <a:r>
              <a:rPr lang="en-US" sz="2400" b="1">
                <a:latin typeface="Bierstadt"/>
                <a:cs typeface="Arial"/>
              </a:rPr>
              <a:t>human expertise remains essential</a:t>
            </a:r>
            <a:r>
              <a:rPr lang="en-US" sz="2400">
                <a:latin typeface="Bierstadt"/>
                <a:cs typeface="Arial"/>
              </a:rPr>
              <a:t> for handling exceptions, validating AI recommendations, and making critical financial decisions.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9844C0-980C-BD95-1A15-176782D88625}"/>
              </a:ext>
            </a:extLst>
          </p:cNvPr>
          <p:cNvSpPr txBox="1"/>
          <p:nvPr/>
        </p:nvSpPr>
        <p:spPr>
          <a:xfrm>
            <a:off x="-158169" y="13706555"/>
            <a:ext cx="7221996" cy="7490918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marL="288925" lvl="1" algn="just"/>
            <a:r>
              <a:rPr lang="en-US" sz="2400">
                <a:latin typeface="Bierstadt"/>
              </a:rPr>
              <a:t>Manual AR matching, dispute handling, and risk review </a:t>
            </a:r>
            <a:r>
              <a:rPr lang="en-US" sz="2400" b="1">
                <a:latin typeface="Bierstadt"/>
              </a:rPr>
              <a:t>delay cash collection</a:t>
            </a:r>
            <a:r>
              <a:rPr lang="en-US" sz="2400">
                <a:latin typeface="Bierstadt"/>
              </a:rPr>
              <a:t> and </a:t>
            </a:r>
            <a:r>
              <a:rPr lang="en-US" sz="2400" b="1">
                <a:latin typeface="Bierstadt"/>
              </a:rPr>
              <a:t>increase operational cost </a:t>
            </a:r>
            <a:r>
              <a:rPr lang="en-US" sz="2400">
                <a:latin typeface="Bierstadt"/>
              </a:rPr>
              <a:t>in large enterprises.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</a:rPr>
              <a:t>High-volume payments require manual remittance investigation and invoice matching.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</a:rPr>
              <a:t>Disputes are handled reactively, increasing cycle time and operational overhead.</a:t>
            </a:r>
          </a:p>
          <a:p>
            <a:pPr marL="288925" lvl="1" algn="just"/>
            <a:endParaRPr lang="en-US" sz="2400">
              <a:latin typeface="Bierstadt"/>
              <a:cs typeface="Times"/>
            </a:endParaRPr>
          </a:p>
          <a:p>
            <a:pPr marL="631825" lvl="1" indent="-342900" algn="just">
              <a:buFont typeface="Courier New" panose="020B0604020202020204" pitchFamily="34" charset="0"/>
              <a:buChar char="o"/>
            </a:pPr>
            <a:r>
              <a:rPr lang="en-US" sz="2400">
                <a:latin typeface="Bierstadt"/>
                <a:cs typeface="Times"/>
              </a:rPr>
              <a:t>Risk segmentation for bad debt reserves remains judgment-heavy and inconsistent.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288925" lvl="1" algn="just"/>
            <a:r>
              <a:rPr lang="en-US" sz="2400" b="1">
                <a:latin typeface="Bierstadt"/>
              </a:rPr>
              <a:t>Client Challenges</a:t>
            </a:r>
            <a:r>
              <a:rPr lang="en-US" sz="2400">
                <a:latin typeface="Bierstadt"/>
              </a:rPr>
              <a:t>: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High-Volume Manual Matching </a:t>
            </a:r>
          </a:p>
          <a:p>
            <a:pPr marL="288925" lvl="1" algn="just"/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Reactive Dispute Management</a:t>
            </a:r>
          </a:p>
          <a:p>
            <a:pPr marL="574675" lvl="1" indent="-285750" algn="just">
              <a:buFont typeface="Courier New"/>
              <a:buChar char="o"/>
            </a:pPr>
            <a:endParaRPr lang="en-US" sz="2400">
              <a:latin typeface="Bierstadt"/>
            </a:endParaRPr>
          </a:p>
          <a:p>
            <a:pPr marL="574675" lvl="1" indent="-285750" algn="just">
              <a:buFont typeface="Courier New"/>
              <a:buChar char="o"/>
            </a:pPr>
            <a:r>
              <a:rPr lang="en-US" sz="2400">
                <a:latin typeface="Bierstadt"/>
              </a:rPr>
              <a:t>Subjective Risk Segmentation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87D30-ABCD-4F57-4858-2EF48DA776C7}"/>
              </a:ext>
            </a:extLst>
          </p:cNvPr>
          <p:cNvSpPr txBox="1"/>
          <p:nvPr/>
        </p:nvSpPr>
        <p:spPr>
          <a:xfrm>
            <a:off x="8125367" y="4665529"/>
            <a:ext cx="9235615" cy="842944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algn="ctr" defTabSz="694468"/>
            <a:r>
              <a:rPr lang="en-MY" sz="2400" b="1" i="1">
                <a:latin typeface="Bierstadt" panose="020B0004020202020204" pitchFamily="34" charset="0"/>
                <a:cs typeface="Arial"/>
              </a:rPr>
              <a:t>The goal of the agent is to match and clear incoming payments, reducing manual investigation effort up to 90%</a:t>
            </a:r>
            <a:endParaRPr lang="en-US" sz="2400" b="1" i="1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EF4646-EC1C-FD6C-404D-80DE967B4330}"/>
              </a:ext>
            </a:extLst>
          </p:cNvPr>
          <p:cNvSpPr txBox="1"/>
          <p:nvPr/>
        </p:nvSpPr>
        <p:spPr>
          <a:xfrm>
            <a:off x="25450622" y="19637451"/>
            <a:ext cx="7467778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100" i="1">
                <a:latin typeface="Bierstadt"/>
                <a:cs typeface="Arial"/>
              </a:rPr>
              <a:t>We would like to thank </a:t>
            </a:r>
            <a:r>
              <a:rPr lang="en-US" sz="2100" b="1" i="1">
                <a:latin typeface="Bierstadt"/>
                <a:cs typeface="Arial"/>
              </a:rPr>
              <a:t>Professor Davi Moreira</a:t>
            </a:r>
            <a:r>
              <a:rPr lang="en-US" sz="2100" i="1">
                <a:latin typeface="Bierstadt"/>
                <a:cs typeface="Arial"/>
              </a:rPr>
              <a:t> for his guidance and mentorship. We also thank our teammates </a:t>
            </a:r>
            <a:r>
              <a:rPr lang="en-US" sz="2100" b="1" i="1">
                <a:latin typeface="Bierstadt"/>
                <a:cs typeface="Arial"/>
              </a:rPr>
              <a:t>Allison Neff, Byron Qi, Rhea Rajendra, Toluwani Chose </a:t>
            </a:r>
            <a:r>
              <a:rPr lang="en-US" sz="2100" b="1" i="1" err="1">
                <a:latin typeface="Bierstadt"/>
                <a:cs typeface="Arial"/>
              </a:rPr>
              <a:t>Oleyeke</a:t>
            </a:r>
            <a:r>
              <a:rPr lang="en-US" sz="2100" b="1" i="1">
                <a:latin typeface="Bierstadt"/>
                <a:cs typeface="Arial"/>
              </a:rPr>
              <a:t>,</a:t>
            </a:r>
            <a:r>
              <a:rPr lang="en-US" sz="2100" i="1">
                <a:latin typeface="Bierstadt"/>
                <a:cs typeface="Arial"/>
              </a:rPr>
              <a:t> and </a:t>
            </a:r>
            <a:r>
              <a:rPr lang="en-US" sz="2100" b="1" i="1">
                <a:latin typeface="Bierstadt"/>
                <a:cs typeface="Arial"/>
              </a:rPr>
              <a:t>Mayank Agarwal</a:t>
            </a:r>
            <a:r>
              <a:rPr lang="en-US" sz="2100" i="1">
                <a:latin typeface="Bierstadt"/>
                <a:cs typeface="Arial"/>
              </a:rPr>
              <a:t> for their contributions. We are grateful to the </a:t>
            </a:r>
            <a:r>
              <a:rPr lang="en-US" sz="2100" b="1" i="1" err="1">
                <a:latin typeface="Bierstadt"/>
                <a:cs typeface="Arial"/>
              </a:rPr>
              <a:t>Krenicki</a:t>
            </a:r>
            <a:r>
              <a:rPr lang="en-US" sz="2100" b="1" i="1">
                <a:latin typeface="Bierstadt"/>
                <a:cs typeface="Arial"/>
              </a:rPr>
              <a:t> Center, Accenture</a:t>
            </a:r>
            <a:r>
              <a:rPr lang="en-US" sz="2100" i="1">
                <a:latin typeface="Bierstadt"/>
                <a:cs typeface="Arial"/>
              </a:rPr>
              <a:t>, and </a:t>
            </a:r>
            <a:r>
              <a:rPr lang="en-US" sz="2100" b="1" i="1">
                <a:latin typeface="Bierstadt"/>
                <a:cs typeface="Arial"/>
              </a:rPr>
              <a:t>Purdue University</a:t>
            </a:r>
            <a:r>
              <a:rPr lang="en-US" sz="2100" i="1">
                <a:latin typeface="Bierstadt"/>
                <a:cs typeface="Arial"/>
              </a:rPr>
              <a:t> for supporting us.</a:t>
            </a:r>
            <a:endParaRPr lang="en-US" sz="2100">
              <a:latin typeface="Bierstadt"/>
              <a:cs typeface="Arial"/>
            </a:endParaRP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6F56B944-82C6-1D8F-7F7E-424608E96B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68" r="44182" b="-1198"/>
          <a:stretch>
            <a:fillRect/>
          </a:stretch>
        </p:blipFill>
        <p:spPr bwMode="auto">
          <a:xfrm>
            <a:off x="25637595" y="910238"/>
            <a:ext cx="6944718" cy="127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485DCB3-CBB2-11D1-1F80-F4E933DDCF10}"/>
              </a:ext>
            </a:extLst>
          </p:cNvPr>
          <p:cNvSpPr/>
          <p:nvPr/>
        </p:nvSpPr>
        <p:spPr>
          <a:xfrm>
            <a:off x="8950561" y="8052829"/>
            <a:ext cx="69045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ea typeface="Arial" charset="0"/>
                <a:cs typeface="Arial" panose="020B0604020202020204" pitchFamily="34" charset="0"/>
              </a:rPr>
              <a:t>Before </a:t>
            </a:r>
            <a:r>
              <a:rPr lang="en-US" sz="1800">
                <a:latin typeface="Bierstadt" panose="020B0004020202020204" pitchFamily="34" charset="0"/>
                <a:cs typeface="Arial" panose="020B0604020202020204" pitchFamily="34" charset="0"/>
              </a:rPr>
              <a:t>flowchart of ACH/Wire/EFT L5 process</a:t>
            </a:r>
          </a:p>
        </p:txBody>
      </p:sp>
      <p:graphicFrame>
        <p:nvGraphicFramePr>
          <p:cNvPr id="50" name="Diagram 49">
            <a:extLst>
              <a:ext uri="{FF2B5EF4-FFF2-40B4-BE49-F238E27FC236}">
                <a16:creationId xmlns:a16="http://schemas.microsoft.com/office/drawing/2014/main" id="{A9F719DC-FDFB-A11C-5EDC-0369F5277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4629666"/>
              </p:ext>
            </p:extLst>
          </p:nvPr>
        </p:nvGraphicFramePr>
        <p:xfrm>
          <a:off x="8259517" y="5682158"/>
          <a:ext cx="8486084" cy="2515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8AC5388F-5B77-33D6-3D97-8B267E4339A5}"/>
              </a:ext>
            </a:extLst>
          </p:cNvPr>
          <p:cNvSpPr/>
          <p:nvPr/>
        </p:nvSpPr>
        <p:spPr bwMode="auto">
          <a:xfrm>
            <a:off x="17792813" y="4647646"/>
            <a:ext cx="4985762" cy="1215135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Yes (&gt;90% Confidence): 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AUTO-CLEARS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 directly to S/4HANA Ledger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5F0AE89D-224F-9FE8-6E3E-70DA00921A84}"/>
              </a:ext>
            </a:extLst>
          </p:cNvPr>
          <p:cNvSpPr/>
          <p:nvPr/>
        </p:nvSpPr>
        <p:spPr bwMode="auto">
          <a:xfrm>
            <a:off x="17780036" y="6213923"/>
            <a:ext cx="5038181" cy="1376391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No (Low Confidence): Generates ‘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Predictive Proposal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’ for AR Accountant Review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C2DFD267-1233-D29D-E894-8020F7574FA6}"/>
              </a:ext>
            </a:extLst>
          </p:cNvPr>
          <p:cNvSpPr/>
          <p:nvPr/>
        </p:nvSpPr>
        <p:spPr bwMode="auto">
          <a:xfrm>
            <a:off x="17780036" y="7903187"/>
            <a:ext cx="5080789" cy="1337539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Exception (Missing Data): </a:t>
            </a:r>
            <a:r>
              <a:rPr lang="en-GB" sz="2400" b="1">
                <a:latin typeface="Bierstadt" panose="020B0004020202020204" pitchFamily="34" charset="0"/>
                <a:cs typeface="Arial" panose="020B0604020202020204" pitchFamily="34" charset="0"/>
              </a:rPr>
              <a:t>FLAGS</a:t>
            </a:r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 invalid items for strategic investigation</a:t>
            </a:r>
          </a:p>
        </p:txBody>
      </p:sp>
      <p:sp>
        <p:nvSpPr>
          <p:cNvPr id="130" name="Rectangle 8">
            <a:extLst>
              <a:ext uri="{FF2B5EF4-FFF2-40B4-BE49-F238E27FC236}">
                <a16:creationId xmlns:a16="http://schemas.microsoft.com/office/drawing/2014/main" id="{C874564D-A31E-0BE9-1F08-98E8E0E1B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64765" y="14672865"/>
            <a:ext cx="763949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>
                <a:latin typeface="Bierstadt"/>
                <a:cs typeface="Arial"/>
              </a:rPr>
              <a:t>Methodological Scalability: </a:t>
            </a:r>
            <a:r>
              <a:rPr kumimoji="0" lang="en-US" sz="2400">
                <a:latin typeface="Bierstadt"/>
                <a:cs typeface="Arial"/>
              </a:rPr>
              <a:t>Our core impact is a highly adaptable evaluation framework. By extracting ML metrics from SAP documentation to build clear "Before vs. After" flowcharts, we can design integration blueprints for any SAP AI agent.</a:t>
            </a:r>
            <a:endParaRPr lang="en-US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Bierstadt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400" b="1">
                <a:latin typeface="Bierstadt"/>
                <a:cs typeface="Arial"/>
              </a:rPr>
              <a:t>Future Expansion: </a:t>
            </a:r>
            <a:r>
              <a:rPr kumimoji="0" lang="en-US" sz="2400">
                <a:latin typeface="Bierstadt"/>
                <a:cs typeface="Arial"/>
              </a:rPr>
              <a:t>Applying this repeatable methodology beyond Accounts Receivable will allow enterprises to systematically identify, visually map, and validate automation opportunities.</a:t>
            </a:r>
            <a:endParaRPr lang="en-US" sz="2400">
              <a:latin typeface="Bierstadt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0" i="0" u="none" strike="noStrike" cap="none" normalizeH="0" baseline="0">
              <a:ln>
                <a:noFill/>
              </a:ln>
              <a:effectLst/>
              <a:latin typeface="Bierstadt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EBD499C-AF14-5BB8-A0CB-4A1D7FF313B5}"/>
              </a:ext>
            </a:extLst>
          </p:cNvPr>
          <p:cNvSpPr txBox="1"/>
          <p:nvPr/>
        </p:nvSpPr>
        <p:spPr>
          <a:xfrm>
            <a:off x="8002550" y="16348392"/>
            <a:ext cx="950685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i="1">
                <a:solidFill>
                  <a:srgbClr val="302926"/>
                </a:solidFill>
                <a:latin typeface="Bierstadt" panose="020B0004020202020204" pitchFamily="34" charset="0"/>
                <a:ea typeface="Nunito"/>
                <a:cs typeface="Arial"/>
              </a:rPr>
              <a:t>The goal of the agent is 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to </a:t>
            </a:r>
            <a:r>
              <a:rPr lang="en-MY" sz="2400" b="1" i="1" err="1">
                <a:latin typeface="Bierstadt" panose="020B0004020202020204" pitchFamily="34" charset="0"/>
                <a:cs typeface="Arial"/>
              </a:rPr>
              <a:t>analyze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 historical financial </a:t>
            </a:r>
            <a:r>
              <a:rPr lang="en-MY" sz="2400" b="1" i="1" err="1">
                <a:latin typeface="Bierstadt" panose="020B0004020202020204" pitchFamily="34" charset="0"/>
                <a:cs typeface="Arial"/>
              </a:rPr>
              <a:t>behavior</a:t>
            </a:r>
            <a:r>
              <a:rPr lang="en-MY" sz="2400" b="1" i="1">
                <a:latin typeface="Bierstadt" panose="020B0004020202020204" pitchFamily="34" charset="0"/>
                <a:cs typeface="Arial"/>
              </a:rPr>
              <a:t>, disputes, and exposure patterns to predict late payments and default risk</a:t>
            </a:r>
          </a:p>
          <a:p>
            <a:pPr algn="ctr"/>
            <a:endParaRPr lang="en-US" sz="2400" b="1" i="1">
              <a:solidFill>
                <a:srgbClr val="302926"/>
              </a:solidFill>
              <a:latin typeface="Bierstadt" panose="020B0004020202020204" pitchFamily="34" charset="0"/>
              <a:ea typeface="Nunito"/>
              <a:cs typeface="Arial" panose="020B0604020202020204" pitchFamily="34" charset="0"/>
            </a:endParaRPr>
          </a:p>
        </p:txBody>
      </p:sp>
      <p:pic>
        <p:nvPicPr>
          <p:cNvPr id="82" name="Picture 81" descr="A black and white image of a head with a chip inside&#10;&#10;AI-generated content may be incorrect.">
            <a:extLst>
              <a:ext uri="{FF2B5EF4-FFF2-40B4-BE49-F238E27FC236}">
                <a16:creationId xmlns:a16="http://schemas.microsoft.com/office/drawing/2014/main" id="{6CE42F6C-248A-5A30-C90C-DFFDC503119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815" t="2997" r="815" b="-3232"/>
          <a:stretch>
            <a:fillRect/>
          </a:stretch>
        </p:blipFill>
        <p:spPr>
          <a:xfrm>
            <a:off x="23119536" y="4526233"/>
            <a:ext cx="1422402" cy="1425750"/>
          </a:xfrm>
          <a:prstGeom prst="rect">
            <a:avLst/>
          </a:prstGeom>
        </p:spPr>
      </p:pic>
      <p:pic>
        <p:nvPicPr>
          <p:cNvPr id="86" name="Picture 85" descr="A person with a machine&#10;&#10;AI-generated content may be incorrect.">
            <a:extLst>
              <a:ext uri="{FF2B5EF4-FFF2-40B4-BE49-F238E27FC236}">
                <a16:creationId xmlns:a16="http://schemas.microsoft.com/office/drawing/2014/main" id="{7FC68F09-E2A7-D366-5C0B-BE0D1AE879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96641" y="6267010"/>
            <a:ext cx="1422400" cy="1422400"/>
          </a:xfrm>
          <a:prstGeom prst="rect">
            <a:avLst/>
          </a:prstGeom>
        </p:spPr>
      </p:pic>
      <p:pic>
        <p:nvPicPr>
          <p:cNvPr id="88" name="Picture 87" descr="A black and white line art of a person&#10;&#10;AI-generated content may be incorrect.">
            <a:extLst>
              <a:ext uri="{FF2B5EF4-FFF2-40B4-BE49-F238E27FC236}">
                <a16:creationId xmlns:a16="http://schemas.microsoft.com/office/drawing/2014/main" id="{2AEC9C3B-E58E-F0FE-6F1A-E9BC91308DF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46" t="2259" r="446" b="-2259"/>
          <a:stretch>
            <a:fillRect/>
          </a:stretch>
        </p:blipFill>
        <p:spPr>
          <a:xfrm>
            <a:off x="23190328" y="7954419"/>
            <a:ext cx="1422403" cy="1422401"/>
          </a:xfrm>
          <a:prstGeom prst="rect">
            <a:avLst/>
          </a:prstGeom>
        </p:spPr>
      </p:pic>
      <p:pic>
        <p:nvPicPr>
          <p:cNvPr id="92" name="Picture 91" descr="A black and purple text with a white background&#10;&#10;AI-generated content may be incorrect.">
            <a:extLst>
              <a:ext uri="{FF2B5EF4-FFF2-40B4-BE49-F238E27FC236}">
                <a16:creationId xmlns:a16="http://schemas.microsoft.com/office/drawing/2014/main" id="{ED074B3A-EC6F-98C9-D0A1-78AC83462BE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109" t="19229" r="-495" b="152"/>
          <a:stretch>
            <a:fillRect/>
          </a:stretch>
        </p:blipFill>
        <p:spPr>
          <a:xfrm>
            <a:off x="140633" y="442907"/>
            <a:ext cx="7065978" cy="2998549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8F7E839F-C633-790C-BD2A-6CF26DF90ECC}"/>
              </a:ext>
            </a:extLst>
          </p:cNvPr>
          <p:cNvSpPr txBox="1"/>
          <p:nvPr/>
        </p:nvSpPr>
        <p:spPr>
          <a:xfrm>
            <a:off x="8095896" y="10493345"/>
            <a:ext cx="8981541" cy="1212276"/>
          </a:xfrm>
          <a:prstGeom prst="rect">
            <a:avLst/>
          </a:prstGeom>
          <a:noFill/>
        </p:spPr>
        <p:txBody>
          <a:bodyPr wrap="square" lIns="103274" tIns="51636" rIns="103274" bIns="51636" anchor="t">
            <a:spAutoFit/>
          </a:bodyPr>
          <a:lstStyle/>
          <a:p>
            <a:pPr algn="ctr" defTabSz="694468"/>
            <a:r>
              <a:rPr lang="en-MY" sz="2400" b="1" i="1">
                <a:latin typeface="Bierstadt" panose="020B0004020202020204" pitchFamily="34" charset="0"/>
                <a:cs typeface="Arial" panose="020B0604020202020204" pitchFamily="34" charset="0"/>
              </a:rPr>
              <a:t>The goal of the agent is to scan invoices for errors automatically along with detecting incorrect charges and suggesting fixes</a:t>
            </a:r>
          </a:p>
        </p:txBody>
      </p:sp>
      <p:graphicFrame>
        <p:nvGraphicFramePr>
          <p:cNvPr id="54" name="Diagram 53">
            <a:extLst>
              <a:ext uri="{FF2B5EF4-FFF2-40B4-BE49-F238E27FC236}">
                <a16:creationId xmlns:a16="http://schemas.microsoft.com/office/drawing/2014/main" id="{98C32141-7D7D-E04A-06B0-5F00BF0BAB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8455972"/>
              </p:ext>
            </p:extLst>
          </p:nvPr>
        </p:nvGraphicFramePr>
        <p:xfrm>
          <a:off x="8545148" y="11826047"/>
          <a:ext cx="7824932" cy="20390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057" name="Rectangle 1056">
            <a:extLst>
              <a:ext uri="{FF2B5EF4-FFF2-40B4-BE49-F238E27FC236}">
                <a16:creationId xmlns:a16="http://schemas.microsoft.com/office/drawing/2014/main" id="{099A4D85-3EAD-8D49-BC28-9F90F3A3D8C9}"/>
              </a:ext>
            </a:extLst>
          </p:cNvPr>
          <p:cNvSpPr/>
          <p:nvPr/>
        </p:nvSpPr>
        <p:spPr>
          <a:xfrm>
            <a:off x="7519632" y="14007245"/>
            <a:ext cx="10108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ea typeface="Arial" charset="0"/>
                <a:cs typeface="Arial" panose="020B0604020202020204" pitchFamily="34" charset="0"/>
              </a:rPr>
              <a:t>Before flow of Dispute Case Opening and Management (manual dispute handling process)</a:t>
            </a:r>
            <a:endParaRPr lang="en-US" sz="1800">
              <a:latin typeface="Bierstad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8" name="Rounded Rectangle 62">
            <a:extLst>
              <a:ext uri="{FF2B5EF4-FFF2-40B4-BE49-F238E27FC236}">
                <a16:creationId xmlns:a16="http://schemas.microsoft.com/office/drawing/2014/main" id="{EAAB5C63-1962-5F7D-24B1-9A7FDF09497E}"/>
              </a:ext>
            </a:extLst>
          </p:cNvPr>
          <p:cNvSpPr/>
          <p:nvPr/>
        </p:nvSpPr>
        <p:spPr bwMode="auto">
          <a:xfrm>
            <a:off x="17829843" y="10832673"/>
            <a:ext cx="4985762" cy="858754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Scans invoices and receipts for errors automatically</a:t>
            </a:r>
          </a:p>
        </p:txBody>
      </p:sp>
      <p:sp>
        <p:nvSpPr>
          <p:cNvPr id="1059" name="Rounded Rectangle 69">
            <a:extLst>
              <a:ext uri="{FF2B5EF4-FFF2-40B4-BE49-F238E27FC236}">
                <a16:creationId xmlns:a16="http://schemas.microsoft.com/office/drawing/2014/main" id="{10C88CA0-D47B-7841-62A4-8DC8C793B4FB}"/>
              </a:ext>
            </a:extLst>
          </p:cNvPr>
          <p:cNvSpPr/>
          <p:nvPr/>
        </p:nvSpPr>
        <p:spPr bwMode="auto">
          <a:xfrm>
            <a:off x="17829842" y="12097354"/>
            <a:ext cx="4985763" cy="1384029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 b="1">
                <a:latin typeface="Bierstadt" panose="020B0004020202020204" pitchFamily="34" charset="0"/>
                <a:cs typeface="Arial"/>
              </a:rPr>
              <a:t>DETECTS </a:t>
            </a:r>
            <a:r>
              <a:rPr lang="en-GB" sz="2400">
                <a:latin typeface="Bierstadt" panose="020B0004020202020204" pitchFamily="34" charset="0"/>
                <a:cs typeface="Arial"/>
              </a:rPr>
              <a:t>incorrect charges and suggests fixes like creation of credit memos</a:t>
            </a:r>
          </a:p>
        </p:txBody>
      </p:sp>
      <p:sp>
        <p:nvSpPr>
          <p:cNvPr id="1060" name="Rounded Rectangle 73">
            <a:extLst>
              <a:ext uri="{FF2B5EF4-FFF2-40B4-BE49-F238E27FC236}">
                <a16:creationId xmlns:a16="http://schemas.microsoft.com/office/drawing/2014/main" id="{0CBAE11C-9537-43B3-6B20-B60AB34596CD}"/>
              </a:ext>
            </a:extLst>
          </p:cNvPr>
          <p:cNvSpPr/>
          <p:nvPr/>
        </p:nvSpPr>
        <p:spPr bwMode="auto">
          <a:xfrm>
            <a:off x="17853006" y="13904632"/>
            <a:ext cx="4985578" cy="133609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2400">
                <a:latin typeface="Bierstadt" panose="020B0004020202020204" pitchFamily="34" charset="0"/>
                <a:cs typeface="Arial" panose="020B0604020202020204" pitchFamily="34" charset="0"/>
              </a:rPr>
              <a:t>Conducts faster dispute resolution allowing to improve vendor relationships.</a:t>
            </a:r>
          </a:p>
        </p:txBody>
      </p:sp>
      <p:pic>
        <p:nvPicPr>
          <p:cNvPr id="1082" name="Picture 1081" descr="List Confirmation Icon In Line Style Confirm List Check List Approve Form  Icon Stock Illustration - Download Image Now - iStock">
            <a:extLst>
              <a:ext uri="{FF2B5EF4-FFF2-40B4-BE49-F238E27FC236}">
                <a16:creationId xmlns:a16="http://schemas.microsoft.com/office/drawing/2014/main" id="{D84C6BF1-68C1-2A50-9987-4E7F5A235BBD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5807" t="-8719" r="9103" b="6455"/>
          <a:stretch>
            <a:fillRect/>
          </a:stretch>
        </p:blipFill>
        <p:spPr>
          <a:xfrm>
            <a:off x="23168054" y="10340087"/>
            <a:ext cx="1451447" cy="1672911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43ED5CC-737A-AC13-20F1-382D01ED31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3692582"/>
              </p:ext>
            </p:extLst>
          </p:nvPr>
        </p:nvGraphicFramePr>
        <p:xfrm>
          <a:off x="8163717" y="17606163"/>
          <a:ext cx="9174884" cy="2279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9" r:lo="rId20" r:qs="rId21" r:cs="rId22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A30F1921-F6A3-C102-D3B5-5265ACF95CCC}"/>
              </a:ext>
            </a:extLst>
          </p:cNvPr>
          <p:cNvSpPr/>
          <p:nvPr/>
        </p:nvSpPr>
        <p:spPr>
          <a:xfrm>
            <a:off x="9616002" y="19978857"/>
            <a:ext cx="60950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>
                <a:latin typeface="Bierstadt" panose="020B0004020202020204" pitchFamily="34" charset="0"/>
                <a:cs typeface="Arial" panose="020B0604020202020204" pitchFamily="34" charset="0"/>
              </a:rPr>
              <a:t>Before flow of Bad Debt Reserve and Collections Risk Review (manual risk analysis process).</a:t>
            </a:r>
            <a:endParaRPr lang="en-US" sz="2400">
              <a:latin typeface="Bierstadt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41071ED-B7F8-1A92-DB40-0BC851FFF935}"/>
              </a:ext>
            </a:extLst>
          </p:cNvPr>
          <p:cNvSpPr/>
          <p:nvPr/>
        </p:nvSpPr>
        <p:spPr bwMode="auto">
          <a:xfrm>
            <a:off x="17852821" y="16675253"/>
            <a:ext cx="4971392" cy="121594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Bierstadt" panose="020B0004020202020204" pitchFamily="34" charset="0"/>
                <a:cs typeface="Arial"/>
              </a:rPr>
              <a:t> </a:t>
            </a:r>
            <a:r>
              <a:rPr lang="en-US" sz="2400" b="1">
                <a:latin typeface="Bierstadt" panose="020B0004020202020204" pitchFamily="34" charset="0"/>
                <a:cs typeface="Arial"/>
              </a:rPr>
              <a:t>FLAGS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likely late payers using payment and dispute patterns.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2861F0B-68AB-2991-5D60-4AFF73BCD4E5}"/>
              </a:ext>
            </a:extLst>
          </p:cNvPr>
          <p:cNvSpPr/>
          <p:nvPr/>
        </p:nvSpPr>
        <p:spPr bwMode="auto">
          <a:xfrm>
            <a:off x="17867191" y="18284775"/>
            <a:ext cx="4971393" cy="143777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>
                <a:latin typeface="Bierstadt" panose="020B0004020202020204" pitchFamily="34" charset="0"/>
                <a:cs typeface="Arial"/>
              </a:rPr>
              <a:t>Prioritizes accounts with </a:t>
            </a:r>
            <a:r>
              <a:rPr lang="en-US" sz="2400" b="1">
                <a:latin typeface="Bierstadt" panose="020B0004020202020204" pitchFamily="34" charset="0"/>
                <a:cs typeface="Arial"/>
              </a:rPr>
              <a:t>CLEAR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risk drivers for outreach.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EC899E3-8017-FCEB-FFE4-C25847A7C3B1}"/>
              </a:ext>
            </a:extLst>
          </p:cNvPr>
          <p:cNvSpPr/>
          <p:nvPr/>
        </p:nvSpPr>
        <p:spPr bwMode="auto">
          <a:xfrm>
            <a:off x="17840147" y="20133777"/>
            <a:ext cx="5020679" cy="1215946"/>
          </a:xfrm>
          <a:prstGeom prst="roundRect">
            <a:avLst/>
          </a:prstGeom>
          <a:ln w="57150"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2400" b="1">
                <a:latin typeface="Bierstadt" panose="020B0004020202020204" pitchFamily="34" charset="0"/>
                <a:cs typeface="Arial"/>
              </a:rPr>
              <a:t>RAISES </a:t>
            </a:r>
            <a:r>
              <a:rPr lang="en-US" sz="2400">
                <a:latin typeface="Bierstadt" panose="020B0004020202020204" pitchFamily="34" charset="0"/>
                <a:cs typeface="Arial"/>
              </a:rPr>
              <a:t>anomalies or data gaps for finance review.</a:t>
            </a:r>
            <a:endParaRPr lang="en-GB" sz="2400">
              <a:latin typeface="Bierstadt" panose="020B0004020202020204" pitchFamily="34" charset="0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2DE50-2135-22CB-2DE3-1EA51F9BC9C8}"/>
              </a:ext>
            </a:extLst>
          </p:cNvPr>
          <p:cNvSpPr txBox="1"/>
          <p:nvPr/>
        </p:nvSpPr>
        <p:spPr>
          <a:xfrm>
            <a:off x="25453582" y="4447737"/>
            <a:ext cx="7167846" cy="41549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Time and scope</a:t>
            </a:r>
            <a:r>
              <a:rPr lang="en-US" sz="2400">
                <a:latin typeface="Bierstadt"/>
                <a:cs typeface="Arial"/>
              </a:rPr>
              <a:t>: Conceptual design only, no live pilot or end-to-end enterprise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Bierstadt"/>
              <a:cs typeface="Times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Scalability</a:t>
            </a:r>
            <a:r>
              <a:rPr lang="en-US" sz="2400">
                <a:latin typeface="Bierstadt"/>
                <a:cs typeface="Arial"/>
              </a:rPr>
              <a:t>: Requires strong data pipelines, SAP integration, governance, and ongoing monitoring to scale across regions and workflows.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Bierstadt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>
                <a:latin typeface="Bierstadt"/>
                <a:cs typeface="Arial"/>
              </a:rPr>
              <a:t>Other AI + human oversight needed</a:t>
            </a:r>
            <a:r>
              <a:rPr lang="en-US" sz="2400">
                <a:latin typeface="Bierstadt"/>
                <a:cs typeface="Arial"/>
              </a:rPr>
              <a:t>: Document understanding, explainability, audit controls, and human approvals remain essential for exceptions and high-impact decisions.</a:t>
            </a:r>
          </a:p>
        </p:txBody>
      </p:sp>
      <p:pic>
        <p:nvPicPr>
          <p:cNvPr id="112" name="Picture 111" descr="A no money sign with a red circle&#10;&#10;AI-generated content may be incorrect.">
            <a:extLst>
              <a:ext uri="{FF2B5EF4-FFF2-40B4-BE49-F238E27FC236}">
                <a16:creationId xmlns:a16="http://schemas.microsoft.com/office/drawing/2014/main" id="{278A4D10-D727-0888-D85B-A363E0DCF372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-82" t="2921" r="82" b="-2608"/>
          <a:stretch>
            <a:fillRect/>
          </a:stretch>
        </p:blipFill>
        <p:spPr>
          <a:xfrm>
            <a:off x="23067644" y="12065284"/>
            <a:ext cx="1667770" cy="1440856"/>
          </a:xfrm>
          <a:prstGeom prst="rect">
            <a:avLst/>
          </a:prstGeom>
        </p:spPr>
      </p:pic>
      <p:pic>
        <p:nvPicPr>
          <p:cNvPr id="114" name="Picture 113" descr="A handshake and balance scale&#10;&#10;AI-generated content may be incorrect.">
            <a:extLst>
              <a:ext uri="{FF2B5EF4-FFF2-40B4-BE49-F238E27FC236}">
                <a16:creationId xmlns:a16="http://schemas.microsoft.com/office/drawing/2014/main" id="{3D99593A-2A67-116E-FFAF-2819D41FD780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l="6216" t="2762" r="-7778" b="-4553"/>
          <a:stretch>
            <a:fillRect/>
          </a:stretch>
        </p:blipFill>
        <p:spPr>
          <a:xfrm>
            <a:off x="23013093" y="13652072"/>
            <a:ext cx="2003704" cy="206609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AD0C4451-7AE1-CFD7-C5D1-AC452D98BC0E}"/>
              </a:ext>
            </a:extLst>
          </p:cNvPr>
          <p:cNvSpPr txBox="1"/>
          <p:nvPr/>
        </p:nvSpPr>
        <p:spPr>
          <a:xfrm>
            <a:off x="7642461" y="8697457"/>
            <a:ext cx="1015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Automated payment matching, ledger postings, exception flags for unmatched payments, and accountant review proposals.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C00F93-BC64-3B6C-C598-D2C5E5B09B6E}"/>
              </a:ext>
            </a:extLst>
          </p:cNvPr>
          <p:cNvSpPr txBox="1"/>
          <p:nvPr/>
        </p:nvSpPr>
        <p:spPr>
          <a:xfrm>
            <a:off x="7682746" y="14591210"/>
            <a:ext cx="101503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Validated dispute cases, recommended corrective actions (credit memos/adjustments), and prioritized dispute resolution workflow.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19266F-A6E5-E133-B8F0-55A2F19BB6AF}"/>
              </a:ext>
            </a:extLst>
          </p:cNvPr>
          <p:cNvSpPr txBox="1"/>
          <p:nvPr/>
        </p:nvSpPr>
        <p:spPr>
          <a:xfrm>
            <a:off x="7924053" y="20745446"/>
            <a:ext cx="9464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Key Outputs:</a:t>
            </a:r>
            <a:r>
              <a:rPr lang="en-US" sz="2400">
                <a:latin typeface="Bierstadt" panose="020B00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0" i="0">
                <a:effectLst/>
                <a:latin typeface="Bierstadt" panose="020B0004020202020204" pitchFamily="34" charset="0"/>
                <a:cs typeface="Arial" panose="020B0604020202020204" pitchFamily="34" charset="0"/>
              </a:rPr>
              <a:t>Customer risk segmentation, prioritized collections worklist, behavioral risk drivers, and alerts for financial review.</a:t>
            </a:r>
          </a:p>
        </p:txBody>
      </p:sp>
      <p:pic>
        <p:nvPicPr>
          <p:cNvPr id="232" name="Picture 231" descr="Behavior ">
            <a:extLst>
              <a:ext uri="{FF2B5EF4-FFF2-40B4-BE49-F238E27FC236}">
                <a16:creationId xmlns:a16="http://schemas.microsoft.com/office/drawing/2014/main" id="{69907D69-F3A6-98EF-095A-B604DFA9B4A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3227173" y="16518419"/>
            <a:ext cx="1438655" cy="1478557"/>
          </a:xfrm>
          <a:prstGeom prst="rect">
            <a:avLst/>
          </a:prstGeom>
        </p:spPr>
      </p:pic>
      <p:pic>
        <p:nvPicPr>
          <p:cNvPr id="233" name="Picture 232" descr="Personalization ">
            <a:extLst>
              <a:ext uri="{FF2B5EF4-FFF2-40B4-BE49-F238E27FC236}">
                <a16:creationId xmlns:a16="http://schemas.microsoft.com/office/drawing/2014/main" id="{3A676272-6D03-E1F6-0E91-14A0D8FB266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3346914" y="20121192"/>
            <a:ext cx="1219200" cy="1219200"/>
          </a:xfrm>
          <a:prstGeom prst="rect">
            <a:avLst/>
          </a:prstGeom>
        </p:spPr>
      </p:pic>
      <p:pic>
        <p:nvPicPr>
          <p:cNvPr id="1098" name="Picture 1097">
            <a:extLst>
              <a:ext uri="{FF2B5EF4-FFF2-40B4-BE49-F238E27FC236}">
                <a16:creationId xmlns:a16="http://schemas.microsoft.com/office/drawing/2014/main" id="{7DC9D7D6-4A30-8121-A41B-509401299E3A}"/>
              </a:ext>
            </a:extLst>
          </p:cNvPr>
          <p:cNvPicPr>
            <a:picLocks noChangeAspect="1"/>
          </p:cNvPicPr>
          <p:nvPr/>
        </p:nvPicPr>
        <p:blipFill>
          <a:blip r:embed="rId28"/>
          <a:srcRect/>
          <a:stretch/>
        </p:blipFill>
        <p:spPr>
          <a:xfrm>
            <a:off x="23346914" y="18372064"/>
            <a:ext cx="1208410" cy="1219200"/>
          </a:xfrm>
          <a:prstGeom prst="rect">
            <a:avLst/>
          </a:prstGeom>
        </p:spPr>
      </p:pic>
      <p:pic>
        <p:nvPicPr>
          <p:cNvPr id="152" name="Picture 2">
            <a:extLst>
              <a:ext uri="{FF2B5EF4-FFF2-40B4-BE49-F238E27FC236}">
                <a16:creationId xmlns:a16="http://schemas.microsoft.com/office/drawing/2014/main" id="{3ABB824B-F8EB-F29A-9452-E7906846BF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636" t="-8904" r="3591" b="7605"/>
          <a:stretch>
            <a:fillRect/>
          </a:stretch>
        </p:blipFill>
        <p:spPr bwMode="auto">
          <a:xfrm>
            <a:off x="26814219" y="2176470"/>
            <a:ext cx="4695087" cy="1264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8" name="Picture 1587" descr="Growth ">
            <a:extLst>
              <a:ext uri="{FF2B5EF4-FFF2-40B4-BE49-F238E27FC236}">
                <a16:creationId xmlns:a16="http://schemas.microsoft.com/office/drawing/2014/main" id="{27F90EC4-5EC0-935F-C8A3-34FCAB960AA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189101" y="18951359"/>
            <a:ext cx="2144393" cy="2144393"/>
          </a:xfrm>
          <a:prstGeom prst="rect">
            <a:avLst/>
          </a:prstGeom>
        </p:spPr>
      </p:pic>
      <p:sp>
        <p:nvSpPr>
          <p:cNvPr id="4312" name="Rectangle 4311">
            <a:extLst>
              <a:ext uri="{FF2B5EF4-FFF2-40B4-BE49-F238E27FC236}">
                <a16:creationId xmlns:a16="http://schemas.microsoft.com/office/drawing/2014/main" id="{ABDF964E-E26D-C323-C5BC-5851F50EEBCC}"/>
              </a:ext>
            </a:extLst>
          </p:cNvPr>
          <p:cNvSpPr/>
          <p:nvPr/>
        </p:nvSpPr>
        <p:spPr>
          <a:xfrm>
            <a:off x="-66465" y="3790329"/>
            <a:ext cx="7746590" cy="635160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/>
          </a:p>
        </p:txBody>
      </p:sp>
      <p:sp>
        <p:nvSpPr>
          <p:cNvPr id="4313" name="Rectangle 4312">
            <a:extLst>
              <a:ext uri="{FF2B5EF4-FFF2-40B4-BE49-F238E27FC236}">
                <a16:creationId xmlns:a16="http://schemas.microsoft.com/office/drawing/2014/main" id="{DECC6353-D814-0FD4-DA41-0A0160DF6C10}"/>
              </a:ext>
            </a:extLst>
          </p:cNvPr>
          <p:cNvSpPr/>
          <p:nvPr/>
        </p:nvSpPr>
        <p:spPr>
          <a:xfrm>
            <a:off x="1272456" y="3844872"/>
            <a:ext cx="475214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CFB991"/>
                </a:solidFill>
                <a:latin typeface="Garamond"/>
              </a:rPr>
              <a:t>ABSTRACT</a:t>
            </a:r>
            <a:endParaRPr lang="en-US" sz="3200" b="1">
              <a:latin typeface="Garamond"/>
              <a:cs typeface="Times"/>
            </a:endParaRPr>
          </a:p>
        </p:txBody>
      </p:sp>
      <p:sp>
        <p:nvSpPr>
          <p:cNvPr id="4426" name="Rectangle 4425">
            <a:extLst>
              <a:ext uri="{FF2B5EF4-FFF2-40B4-BE49-F238E27FC236}">
                <a16:creationId xmlns:a16="http://schemas.microsoft.com/office/drawing/2014/main" id="{EE2E9FF3-40DF-7FAB-6280-97741D51B6A3}"/>
              </a:ext>
            </a:extLst>
          </p:cNvPr>
          <p:cNvSpPr/>
          <p:nvPr/>
        </p:nvSpPr>
        <p:spPr>
          <a:xfrm>
            <a:off x="-66465" y="12850419"/>
            <a:ext cx="7666783" cy="679634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427" name="Rectangle 4426">
            <a:extLst>
              <a:ext uri="{FF2B5EF4-FFF2-40B4-BE49-F238E27FC236}">
                <a16:creationId xmlns:a16="http://schemas.microsoft.com/office/drawing/2014/main" id="{048CE9B7-566F-AFE9-6D63-DAB09A5E671D}"/>
              </a:ext>
            </a:extLst>
          </p:cNvPr>
          <p:cNvSpPr/>
          <p:nvPr/>
        </p:nvSpPr>
        <p:spPr>
          <a:xfrm>
            <a:off x="229771" y="1292136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CFB991"/>
                </a:solidFill>
                <a:latin typeface="Garamond"/>
                <a:ea typeface="Calibri"/>
                <a:cs typeface="Arial"/>
              </a:rPr>
              <a:t>BUSINESS PROBLEM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E7E0AF-E225-349F-7518-1EC7886D2B5F}"/>
              </a:ext>
            </a:extLst>
          </p:cNvPr>
          <p:cNvSpPr/>
          <p:nvPr/>
        </p:nvSpPr>
        <p:spPr>
          <a:xfrm>
            <a:off x="7606417" y="9760476"/>
            <a:ext cx="17719075" cy="647323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DISPUTE RESOLUTION AGENT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AF60F22-C5FB-BC7E-69D6-79EB923B8237}"/>
              </a:ext>
            </a:extLst>
          </p:cNvPr>
          <p:cNvSpPr/>
          <p:nvPr/>
        </p:nvSpPr>
        <p:spPr>
          <a:xfrm>
            <a:off x="25292770" y="3785902"/>
            <a:ext cx="7649654" cy="632827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08EAAB-BD57-D507-683C-02F84B7FB20C}"/>
              </a:ext>
            </a:extLst>
          </p:cNvPr>
          <p:cNvSpPr/>
          <p:nvPr/>
        </p:nvSpPr>
        <p:spPr>
          <a:xfrm>
            <a:off x="25566484" y="3762083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/>
              </a:rPr>
              <a:t>LIMITATIONS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B368265-0319-5D02-EA9B-C40B322CC83C}"/>
              </a:ext>
            </a:extLst>
          </p:cNvPr>
          <p:cNvSpPr/>
          <p:nvPr/>
        </p:nvSpPr>
        <p:spPr>
          <a:xfrm>
            <a:off x="25304379" y="8681971"/>
            <a:ext cx="7649653" cy="558612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E738BA4-3560-6998-7250-614F53152D90}"/>
              </a:ext>
            </a:extLst>
          </p:cNvPr>
          <p:cNvSpPr/>
          <p:nvPr/>
        </p:nvSpPr>
        <p:spPr>
          <a:xfrm>
            <a:off x="25563281" y="871010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/>
              </a:rPr>
              <a:t>CONCLUSION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9E41D1C-225A-FEA7-A071-9A5341BDE22C}"/>
              </a:ext>
            </a:extLst>
          </p:cNvPr>
          <p:cNvSpPr/>
          <p:nvPr/>
        </p:nvSpPr>
        <p:spPr>
          <a:xfrm>
            <a:off x="25292444" y="13739185"/>
            <a:ext cx="7665984" cy="669634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071E00-AA25-E4E6-849E-C7814E9267CE}"/>
              </a:ext>
            </a:extLst>
          </p:cNvPr>
          <p:cNvSpPr/>
          <p:nvPr/>
        </p:nvSpPr>
        <p:spPr>
          <a:xfrm>
            <a:off x="25426976" y="13747442"/>
            <a:ext cx="7155479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 pitchFamily="34"/>
              </a:rPr>
              <a:t>FUTURE WORK &amp; IMPACT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B842433-BCAC-6511-1CB0-A75D8B3D6B01}"/>
              </a:ext>
            </a:extLst>
          </p:cNvPr>
          <p:cNvSpPr/>
          <p:nvPr/>
        </p:nvSpPr>
        <p:spPr>
          <a:xfrm>
            <a:off x="25278909" y="18943298"/>
            <a:ext cx="7639491" cy="558612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Time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9DCB7CC-25E7-41F4-19AD-2757CAE954D4}"/>
              </a:ext>
            </a:extLst>
          </p:cNvPr>
          <p:cNvSpPr/>
          <p:nvPr/>
        </p:nvSpPr>
        <p:spPr>
          <a:xfrm>
            <a:off x="25460963" y="18951555"/>
            <a:ext cx="7099968" cy="584775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1" compatLnSpc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 i="0" u="none" strike="noStrike" kern="1200" cap="none" spc="0" baseline="0">
                <a:solidFill>
                  <a:srgbClr val="CFB991"/>
                </a:solidFill>
                <a:uFillTx/>
                <a:latin typeface="Garamond"/>
                <a:cs typeface="Arial" pitchFamily="34"/>
              </a:rPr>
              <a:t>ACKNOWLEDGEMENTS</a:t>
            </a:r>
          </a:p>
        </p:txBody>
      </p:sp>
      <p:sp>
        <p:nvSpPr>
          <p:cNvPr id="6728" name="Rectangle 6727">
            <a:extLst>
              <a:ext uri="{FF2B5EF4-FFF2-40B4-BE49-F238E27FC236}">
                <a16:creationId xmlns:a16="http://schemas.microsoft.com/office/drawing/2014/main" id="{3D27DF7F-CA50-7699-1C44-99079EA23125}"/>
              </a:ext>
            </a:extLst>
          </p:cNvPr>
          <p:cNvSpPr/>
          <p:nvPr/>
        </p:nvSpPr>
        <p:spPr>
          <a:xfrm>
            <a:off x="7609220" y="3786739"/>
            <a:ext cx="17725016" cy="632465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ACCOUNTS RECEIVABLE AGENT</a:t>
            </a:r>
            <a:endParaRPr lang="en-US" b="1">
              <a:solidFill>
                <a:srgbClr val="000000"/>
              </a:solidFill>
              <a:latin typeface="Times"/>
              <a:cs typeface="Time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97777E8-C35C-BB00-6725-D8D29C76A7D8}"/>
              </a:ext>
            </a:extLst>
          </p:cNvPr>
          <p:cNvSpPr/>
          <p:nvPr/>
        </p:nvSpPr>
        <p:spPr>
          <a:xfrm>
            <a:off x="7578841" y="15684887"/>
            <a:ext cx="17719075" cy="647323"/>
          </a:xfrm>
          <a:prstGeom prst="rect">
            <a:avLst/>
          </a:prstGeom>
          <a:solidFill>
            <a:srgbClr val="000000"/>
          </a:solidFill>
          <a:ln w="9528" cap="flat">
            <a:solidFill>
              <a:srgbClr val="7F7F7F"/>
            </a:solidFill>
            <a:prstDash val="solid"/>
            <a:round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200" b="1">
                <a:solidFill>
                  <a:srgbClr val="DDC69A"/>
                </a:solidFill>
                <a:latin typeface="Garamond"/>
              </a:rPr>
              <a:t>BEHAVIORAL INSIGHTS AGENT</a:t>
            </a:r>
          </a:p>
        </p:txBody>
      </p:sp>
    </p:spTree>
    <p:extLst>
      <p:ext uri="{BB962C8B-B14F-4D97-AF65-F5344CB8AC3E}">
        <p14:creationId xmlns:p14="http://schemas.microsoft.com/office/powerpoint/2010/main" val="1052505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5060&quot;&gt;&lt;version val=&quot;2823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Y9ZxFT7OPePSRnv9apmg"/>
</p:tagLst>
</file>

<file path=ppt/theme/theme1.xml><?xml version="1.0" encoding="utf-8"?>
<a:theme xmlns:a="http://schemas.openxmlformats.org/drawingml/2006/main" name="INFORMS2015_Comp_Conf">
  <a:themeElements>
    <a:clrScheme name="test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36C09"/>
      </a:hlink>
      <a:folHlink>
        <a:srgbClr val="E36C09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275B0F64C39D45B48ED87B7D5A772E" ma:contentTypeVersion="13" ma:contentTypeDescription="Create a new document." ma:contentTypeScope="" ma:versionID="a62b194ba624c8cf62b60144cd5b8a77">
  <xsd:schema xmlns:xsd="http://www.w3.org/2001/XMLSchema" xmlns:xs="http://www.w3.org/2001/XMLSchema" xmlns:p="http://schemas.microsoft.com/office/2006/metadata/properties" xmlns:ns3="b1755f8e-5024-43d4-9f4e-f0720ef5cbea" xmlns:ns4="b60307e8-227d-4226-bf3f-3f3e3f614599" targetNamespace="http://schemas.microsoft.com/office/2006/metadata/properties" ma:root="true" ma:fieldsID="f7af95be82f763595ac7849bdb709092" ns3:_="" ns4:_="">
    <xsd:import namespace="b1755f8e-5024-43d4-9f4e-f0720ef5cbea"/>
    <xsd:import namespace="b60307e8-227d-4226-bf3f-3f3e3f6145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755f8e-5024-43d4-9f4e-f0720ef5cb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0307e8-227d-4226-bf3f-3f3e3f61459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E5E52D-EB9D-4B72-A928-24760AE9C86A}">
  <ds:schemaRefs>
    <ds:schemaRef ds:uri="b1755f8e-5024-43d4-9f4e-f0720ef5cbea"/>
    <ds:schemaRef ds:uri="b60307e8-227d-4226-bf3f-3f3e3f61459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99380DB-4B35-4657-950C-6BBA781E42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BA11E28-B7DB-49AA-A1E7-5E933385601E}">
  <ds:schemaRefs>
    <ds:schemaRef ds:uri="b1755f8e-5024-43d4-9f4e-f0720ef5cbea"/>
    <ds:schemaRef ds:uri="b60307e8-227d-4226-bf3f-3f3e3f61459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INFORMS2015_Comp_Conf</Template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INFORMS2015_Comp_Conf</vt:lpstr>
      <vt:lpstr>PowerPoint Presentation</vt:lpstr>
    </vt:vector>
  </TitlesOfParts>
  <Company>Advance Auto Parts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Lanham</dc:creator>
  <cp:revision>12</cp:revision>
  <cp:lastPrinted>2026-03-04T03:03:27Z</cp:lastPrinted>
  <dcterms:created xsi:type="dcterms:W3CDTF">2014-12-02T19:25:45Z</dcterms:created>
  <dcterms:modified xsi:type="dcterms:W3CDTF">2026-03-12T05:09:42Z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0x010100F8275B0F64C39D45B48ED87B7D5A772E</vt:lpwstr>
  </property>
  <property fmtid="{D5CDD505-2E9C-101B-9397-08002B2CF9AE}" pid="3" name="MSIP_Label_4044bd30-2ed7-4c9d-9d12-46200872a97b_Enabled">
    <vt:lpwstr>true</vt:lpwstr>
  </property>
  <property fmtid="{D5CDD505-2E9C-101B-9397-08002B2CF9AE}" pid="4" name="MSIP_Label_4044bd30-2ed7-4c9d-9d12-46200872a97b_SetDate">
    <vt:lpwstr>2025-03-05T03:52:08Z</vt:lpwstr>
  </property>
  <property fmtid="{D5CDD505-2E9C-101B-9397-08002B2CF9AE}" pid="5" name="MSIP_Label_4044bd30-2ed7-4c9d-9d12-46200872a97b_Method">
    <vt:lpwstr>Standard</vt:lpwstr>
  </property>
  <property fmtid="{D5CDD505-2E9C-101B-9397-08002B2CF9AE}" pid="6" name="MSIP_Label_4044bd30-2ed7-4c9d-9d12-46200872a97b_Name">
    <vt:lpwstr>defa4170-0d19-0005-0004-bc88714345d2</vt:lpwstr>
  </property>
  <property fmtid="{D5CDD505-2E9C-101B-9397-08002B2CF9AE}" pid="7" name="MSIP_Label_4044bd30-2ed7-4c9d-9d12-46200872a97b_SiteId">
    <vt:lpwstr>4130bd39-7c53-419c-b1e5-8758d6d63f21</vt:lpwstr>
  </property>
  <property fmtid="{D5CDD505-2E9C-101B-9397-08002B2CF9AE}" pid="8" name="MSIP_Label_4044bd30-2ed7-4c9d-9d12-46200872a97b_ActionId">
    <vt:lpwstr>5b37bd32-8766-40fe-8a24-ff0667b49a9e</vt:lpwstr>
  </property>
  <property fmtid="{D5CDD505-2E9C-101B-9397-08002B2CF9AE}" pid="9" name="MSIP_Label_4044bd30-2ed7-4c9d-9d12-46200872a97b_ContentBits">
    <vt:lpwstr>0</vt:lpwstr>
  </property>
  <property fmtid="{D5CDD505-2E9C-101B-9397-08002B2CF9AE}" pid="10" name="MSIP_Label_4044bd30-2ed7-4c9d-9d12-46200872a97b_Tag">
    <vt:lpwstr>50, 3, 0, 1</vt:lpwstr>
  </property>
</Properties>
</file>