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7"/>
  </p:normalViewPr>
  <p:slideViewPr>
    <p:cSldViewPr snapToGrid="0">
      <p:cViewPr varScale="1">
        <p:scale>
          <a:sx n="112" d="100"/>
          <a:sy n="112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1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3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5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4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7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1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8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9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71FF17BC-F0ED-E57F-9852-01C7899CCD8C}"/>
              </a:ext>
            </a:extLst>
          </p:cNvPr>
          <p:cNvSpPr/>
          <p:nvPr/>
        </p:nvSpPr>
        <p:spPr>
          <a:xfrm>
            <a:off x="2218624" y="137160"/>
            <a:ext cx="5829300" cy="5460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6797D5-AAE5-A42B-E51C-6CA5897F9C55}"/>
              </a:ext>
            </a:extLst>
          </p:cNvPr>
          <p:cNvSpPr/>
          <p:nvPr/>
        </p:nvSpPr>
        <p:spPr>
          <a:xfrm>
            <a:off x="4556577" y="308610"/>
            <a:ext cx="1927278" cy="466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Trigger: Collection of review cycle or new open items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7AF473-3643-492D-63E6-23A789F6685D}"/>
              </a:ext>
            </a:extLst>
          </p:cNvPr>
          <p:cNvSpPr/>
          <p:nvPr/>
        </p:nvSpPr>
        <p:spPr>
          <a:xfrm>
            <a:off x="4472380" y="994211"/>
            <a:ext cx="2094235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Behavioral insights scoring (Scheduled or on demand triggering)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CA79C3-EDD7-43BE-CF27-0E3CDB784C8C}"/>
              </a:ext>
            </a:extLst>
          </p:cNvPr>
          <p:cNvSpPr/>
          <p:nvPr/>
        </p:nvSpPr>
        <p:spPr>
          <a:xfrm>
            <a:off x="4654111" y="1594712"/>
            <a:ext cx="1730773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prioritized risk list and key drivers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EFFF3EB5-260A-6B88-DFFA-A1AFDC66B270}"/>
              </a:ext>
            </a:extLst>
          </p:cNvPr>
          <p:cNvSpPr/>
          <p:nvPr/>
        </p:nvSpPr>
        <p:spPr>
          <a:xfrm>
            <a:off x="4812573" y="2226696"/>
            <a:ext cx="1413849" cy="7869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risk or action needed?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E0BFD6-D630-CD07-FA24-137D6E465A25}"/>
              </a:ext>
            </a:extLst>
          </p:cNvPr>
          <p:cNvSpPr/>
          <p:nvPr/>
        </p:nvSpPr>
        <p:spPr>
          <a:xfrm>
            <a:off x="3508833" y="3153608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strategy (dunning, call, payment plan)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013FF3-FA2A-C0C2-8C61-F29DC79021D7}"/>
              </a:ext>
            </a:extLst>
          </p:cNvPr>
          <p:cNvSpPr/>
          <p:nvPr/>
        </p:nvSpPr>
        <p:spPr>
          <a:xfrm>
            <a:off x="5704908" y="3158094"/>
            <a:ext cx="1686394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follow-up and monitor the activities for potential high risk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A83388-750F-2CB8-FF85-33D105484DEC}"/>
              </a:ext>
            </a:extLst>
          </p:cNvPr>
          <p:cNvSpPr/>
          <p:nvPr/>
        </p:nvSpPr>
        <p:spPr>
          <a:xfrm>
            <a:off x="3506116" y="3722941"/>
            <a:ext cx="1880120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actions in SAP. Update status and capture outcome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886B4AE6-078E-A24B-7EF2-A1FD838700BE}"/>
              </a:ext>
            </a:extLst>
          </p:cNvPr>
          <p:cNvSpPr/>
          <p:nvPr/>
        </p:nvSpPr>
        <p:spPr>
          <a:xfrm>
            <a:off x="3750163" y="4337192"/>
            <a:ext cx="1393337" cy="54442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Paid or resolved?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487203-A01E-D51B-5A27-86170477A188}"/>
              </a:ext>
            </a:extLst>
          </p:cNvPr>
          <p:cNvSpPr/>
          <p:nvPr/>
        </p:nvSpPr>
        <p:spPr>
          <a:xfrm>
            <a:off x="2474189" y="4998180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items, close case, report KPIs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18D78C-60DF-5B50-4F6B-FD6CFBC75061}"/>
              </a:ext>
            </a:extLst>
          </p:cNvPr>
          <p:cNvSpPr/>
          <p:nvPr/>
        </p:nvSpPr>
        <p:spPr>
          <a:xfrm>
            <a:off x="4556577" y="4998180"/>
            <a:ext cx="1880120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escalate, adjust strategy, re-run scoring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DCF016-AE62-C27C-005D-17C46C767EC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519498" y="775466"/>
            <a:ext cx="718" cy="21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D0DA76-D3A4-14A2-9607-444937F9E0E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519498" y="1400366"/>
            <a:ext cx="0" cy="194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56106F-4CB5-6C48-853B-6D25225D9F2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519498" y="2000867"/>
            <a:ext cx="0" cy="225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A244690-D77F-29F9-C14F-857F5B1DF7C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226422" y="2620162"/>
            <a:ext cx="321683" cy="5379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5C94455-FE8F-A77A-4005-E3440A20FDAB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4448893" y="2620162"/>
            <a:ext cx="363680" cy="5334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50E0C3-2B63-AA19-1B32-CEBE2CF3CFD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446176" y="4129096"/>
            <a:ext cx="656" cy="20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0F357D-15AE-DA7A-C979-BA928EE9AAA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4446176" y="3559763"/>
            <a:ext cx="2717" cy="163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FDF86D0-2167-B0AE-440C-1AF970769D53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3402819" y="4609402"/>
            <a:ext cx="347344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6787D40-8E1A-1A5D-657E-D3153235269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143500" y="4609403"/>
            <a:ext cx="341707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ECC99BBA-BC79-7C53-C298-FE2CFC093404}"/>
              </a:ext>
            </a:extLst>
          </p:cNvPr>
          <p:cNvCxnSpPr>
            <a:cxnSpLocks/>
            <a:stCxn id="17" idx="3"/>
            <a:endCxn id="5" idx="3"/>
          </p:cNvCxnSpPr>
          <p:nvPr/>
        </p:nvCxnSpPr>
        <p:spPr>
          <a:xfrm flipV="1">
            <a:off x="6436697" y="1197289"/>
            <a:ext cx="129918" cy="4003969"/>
          </a:xfrm>
          <a:prstGeom prst="bentConnector3">
            <a:avLst>
              <a:gd name="adj1" fmla="val 83902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13FD54-99DC-0930-572B-FCD7CB420AC9}"/>
              </a:ext>
            </a:extLst>
          </p:cNvPr>
          <p:cNvSpPr txBox="1"/>
          <p:nvPr/>
        </p:nvSpPr>
        <p:spPr>
          <a:xfrm>
            <a:off x="4137660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7AC134-F0FC-428F-66F7-781DBACBBA05}"/>
              </a:ext>
            </a:extLst>
          </p:cNvPr>
          <p:cNvSpPr txBox="1"/>
          <p:nvPr/>
        </p:nvSpPr>
        <p:spPr>
          <a:xfrm>
            <a:off x="6503373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0F974E-040B-AE1A-88B8-F9E2AD6FDFF2}"/>
              </a:ext>
            </a:extLst>
          </p:cNvPr>
          <p:cNvSpPr txBox="1"/>
          <p:nvPr/>
        </p:nvSpPr>
        <p:spPr>
          <a:xfrm>
            <a:off x="5133274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94E9EF6-B46A-7120-6722-D3213D2636F7}"/>
              </a:ext>
            </a:extLst>
          </p:cNvPr>
          <p:cNvSpPr txBox="1"/>
          <p:nvPr/>
        </p:nvSpPr>
        <p:spPr>
          <a:xfrm>
            <a:off x="3388305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20829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87</Words>
  <Application>Microsoft Macintosh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 prabhu Sana</dc:creator>
  <cp:lastModifiedBy>Ramana prabhu Sana</cp:lastModifiedBy>
  <cp:revision>1</cp:revision>
  <dcterms:created xsi:type="dcterms:W3CDTF">2026-01-05T07:33:41Z</dcterms:created>
  <dcterms:modified xsi:type="dcterms:W3CDTF">2026-01-05T08:36:32Z</dcterms:modified>
</cp:coreProperties>
</file>